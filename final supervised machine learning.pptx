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90" r:id="rId3"/>
    <p:sldId id="273" r:id="rId4"/>
    <p:sldId id="275" r:id="rId5"/>
    <p:sldId id="257" r:id="rId6"/>
    <p:sldId id="284" r:id="rId7"/>
    <p:sldId id="277" r:id="rId8"/>
    <p:sldId id="278" r:id="rId9"/>
    <p:sldId id="281" r:id="rId10"/>
    <p:sldId id="280" r:id="rId11"/>
    <p:sldId id="256" r:id="rId12"/>
    <p:sldId id="286" r:id="rId13"/>
    <p:sldId id="287" r:id="rId14"/>
    <p:sldId id="289" r:id="rId15"/>
    <p:sldId id="260" r:id="rId16"/>
    <p:sldId id="288" r:id="rId17"/>
    <p:sldId id="283" r:id="rId18"/>
    <p:sldId id="282" r:id="rId19"/>
    <p:sldId id="271" r:id="rId20"/>
    <p:sldId id="276" r:id="rId21"/>
    <p:sldId id="27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A8A3DC-27ED-4E62-BFC1-A195D132BD7A}" v="5" dt="2025-12-05T06:54:15.8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p:cViewPr>
        <p:scale>
          <a:sx n="80" d="100"/>
          <a:sy n="80" d="100"/>
        </p:scale>
        <p:origin x="739"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kush Pahal" userId="56331dd81073dd4e" providerId="LiveId" clId="{BD47E642-D61D-4C89-9D8A-C8C5C286BE11}"/>
    <pc:docChg chg="undo custSel addSld delSld modSld sldOrd">
      <pc:chgData name="Ankush Pahal" userId="56331dd81073dd4e" providerId="LiveId" clId="{BD47E642-D61D-4C89-9D8A-C8C5C286BE11}" dt="2025-12-05T06:56:50.688" v="698" actId="20577"/>
      <pc:docMkLst>
        <pc:docMk/>
      </pc:docMkLst>
      <pc:sldChg chg="modSp mod">
        <pc:chgData name="Ankush Pahal" userId="56331dd81073dd4e" providerId="LiveId" clId="{BD47E642-D61D-4C89-9D8A-C8C5C286BE11}" dt="2025-12-05T05:37:22.408" v="553" actId="20577"/>
        <pc:sldMkLst>
          <pc:docMk/>
          <pc:sldMk cId="810230509" sldId="256"/>
        </pc:sldMkLst>
        <pc:spChg chg="mod">
          <ac:chgData name="Ankush Pahal" userId="56331dd81073dd4e" providerId="LiveId" clId="{BD47E642-D61D-4C89-9D8A-C8C5C286BE11}" dt="2025-12-05T05:36:04.214" v="517" actId="20577"/>
          <ac:spMkLst>
            <pc:docMk/>
            <pc:sldMk cId="810230509" sldId="256"/>
            <ac:spMk id="96" creationId="{A6A88783-699E-53DD-33E6-93FAF5A62E75}"/>
          </ac:spMkLst>
        </pc:spChg>
        <pc:spChg chg="mod">
          <ac:chgData name="Ankush Pahal" userId="56331dd81073dd4e" providerId="LiveId" clId="{BD47E642-D61D-4C89-9D8A-C8C5C286BE11}" dt="2025-12-05T05:37:22.408" v="553" actId="20577"/>
          <ac:spMkLst>
            <pc:docMk/>
            <pc:sldMk cId="810230509" sldId="256"/>
            <ac:spMk id="97" creationId="{866556DE-5FC2-59B0-D074-AE95C8132BA2}"/>
          </ac:spMkLst>
        </pc:spChg>
      </pc:sldChg>
      <pc:sldChg chg="modSp mod">
        <pc:chgData name="Ankush Pahal" userId="56331dd81073dd4e" providerId="LiveId" clId="{BD47E642-D61D-4C89-9D8A-C8C5C286BE11}" dt="2025-12-05T04:36:05.835" v="173" actId="20577"/>
        <pc:sldMkLst>
          <pc:docMk/>
          <pc:sldMk cId="13348912" sldId="257"/>
        </pc:sldMkLst>
        <pc:spChg chg="mod">
          <ac:chgData name="Ankush Pahal" userId="56331dd81073dd4e" providerId="LiveId" clId="{BD47E642-D61D-4C89-9D8A-C8C5C286BE11}" dt="2025-12-05T04:36:05.835" v="173" actId="20577"/>
          <ac:spMkLst>
            <pc:docMk/>
            <pc:sldMk cId="13348912" sldId="257"/>
            <ac:spMk id="16" creationId="{9406AC9B-F5B6-AF28-7789-DEF1CFBE415B}"/>
          </ac:spMkLst>
        </pc:spChg>
        <pc:spChg chg="mod">
          <ac:chgData name="Ankush Pahal" userId="56331dd81073dd4e" providerId="LiveId" clId="{BD47E642-D61D-4C89-9D8A-C8C5C286BE11}" dt="2025-12-05T04:34:13.112" v="84" actId="1035"/>
          <ac:spMkLst>
            <pc:docMk/>
            <pc:sldMk cId="13348912" sldId="257"/>
            <ac:spMk id="60" creationId="{455F0760-0C0B-E4BE-76F2-6EA3AE7C6AFC}"/>
          </ac:spMkLst>
        </pc:spChg>
        <pc:spChg chg="mod">
          <ac:chgData name="Ankush Pahal" userId="56331dd81073dd4e" providerId="LiveId" clId="{BD47E642-D61D-4C89-9D8A-C8C5C286BE11}" dt="2025-12-05T04:33:26.550" v="76" actId="20577"/>
          <ac:spMkLst>
            <pc:docMk/>
            <pc:sldMk cId="13348912" sldId="257"/>
            <ac:spMk id="62" creationId="{88FB5C0F-7E5C-5E2C-E20E-DB1C996E0E68}"/>
          </ac:spMkLst>
        </pc:spChg>
        <pc:spChg chg="mod">
          <ac:chgData name="Ankush Pahal" userId="56331dd81073dd4e" providerId="LiveId" clId="{BD47E642-D61D-4C89-9D8A-C8C5C286BE11}" dt="2025-12-05T04:34:29.949" v="114" actId="1035"/>
          <ac:spMkLst>
            <pc:docMk/>
            <pc:sldMk cId="13348912" sldId="257"/>
            <ac:spMk id="66" creationId="{8C6CEF93-2B8D-0B97-ACEA-F95F7E09A33E}"/>
          </ac:spMkLst>
        </pc:spChg>
        <pc:spChg chg="mod">
          <ac:chgData name="Ankush Pahal" userId="56331dd81073dd4e" providerId="LiveId" clId="{BD47E642-D61D-4C89-9D8A-C8C5C286BE11}" dt="2025-12-05T04:34:19.089" v="95" actId="1035"/>
          <ac:spMkLst>
            <pc:docMk/>
            <pc:sldMk cId="13348912" sldId="257"/>
            <ac:spMk id="67" creationId="{3B20DF07-61C6-A8AE-FDFE-E20A1964907A}"/>
          </ac:spMkLst>
        </pc:spChg>
        <pc:spChg chg="mod">
          <ac:chgData name="Ankush Pahal" userId="56331dd81073dd4e" providerId="LiveId" clId="{BD47E642-D61D-4C89-9D8A-C8C5C286BE11}" dt="2025-12-05T04:34:25.519" v="108" actId="1035"/>
          <ac:spMkLst>
            <pc:docMk/>
            <pc:sldMk cId="13348912" sldId="257"/>
            <ac:spMk id="68" creationId="{6CED4EBD-81A6-73D8-9B75-A4FCB3EACF1F}"/>
          </ac:spMkLst>
        </pc:spChg>
      </pc:sldChg>
      <pc:sldChg chg="modSp mod">
        <pc:chgData name="Ankush Pahal" userId="56331dd81073dd4e" providerId="LiveId" clId="{BD47E642-D61D-4C89-9D8A-C8C5C286BE11}" dt="2025-12-05T05:35:15.945" v="493" actId="20577"/>
        <pc:sldMkLst>
          <pc:docMk/>
          <pc:sldMk cId="1619900957" sldId="278"/>
        </pc:sldMkLst>
        <pc:spChg chg="mod">
          <ac:chgData name="Ankush Pahal" userId="56331dd81073dd4e" providerId="LiveId" clId="{BD47E642-D61D-4C89-9D8A-C8C5C286BE11}" dt="2025-12-05T04:41:29.588" v="318"/>
          <ac:spMkLst>
            <pc:docMk/>
            <pc:sldMk cId="1619900957" sldId="278"/>
            <ac:spMk id="5" creationId="{00000000-0000-0000-0000-000000000000}"/>
          </ac:spMkLst>
        </pc:spChg>
        <pc:spChg chg="mod">
          <ac:chgData name="Ankush Pahal" userId="56331dd81073dd4e" providerId="LiveId" clId="{BD47E642-D61D-4C89-9D8A-C8C5C286BE11}" dt="2025-12-05T04:41:29.588" v="318"/>
          <ac:spMkLst>
            <pc:docMk/>
            <pc:sldMk cId="1619900957" sldId="278"/>
            <ac:spMk id="6" creationId="{00000000-0000-0000-0000-000000000000}"/>
          </ac:spMkLst>
        </pc:spChg>
        <pc:spChg chg="mod">
          <ac:chgData name="Ankush Pahal" userId="56331dd81073dd4e" providerId="LiveId" clId="{BD47E642-D61D-4C89-9D8A-C8C5C286BE11}" dt="2025-12-05T04:41:29.588" v="318"/>
          <ac:spMkLst>
            <pc:docMk/>
            <pc:sldMk cId="1619900957" sldId="278"/>
            <ac:spMk id="7" creationId="{00000000-0000-0000-0000-000000000000}"/>
          </ac:spMkLst>
        </pc:spChg>
        <pc:spChg chg="mod">
          <ac:chgData name="Ankush Pahal" userId="56331dd81073dd4e" providerId="LiveId" clId="{BD47E642-D61D-4C89-9D8A-C8C5C286BE11}" dt="2025-12-05T04:41:29.588" v="318"/>
          <ac:spMkLst>
            <pc:docMk/>
            <pc:sldMk cId="1619900957" sldId="278"/>
            <ac:spMk id="8" creationId="{00000000-0000-0000-0000-000000000000}"/>
          </ac:spMkLst>
        </pc:spChg>
        <pc:spChg chg="mod">
          <ac:chgData name="Ankush Pahal" userId="56331dd81073dd4e" providerId="LiveId" clId="{BD47E642-D61D-4C89-9D8A-C8C5C286BE11}" dt="2025-12-05T04:41:29.588" v="318"/>
          <ac:spMkLst>
            <pc:docMk/>
            <pc:sldMk cId="1619900957" sldId="278"/>
            <ac:spMk id="9" creationId="{00000000-0000-0000-0000-000000000000}"/>
          </ac:spMkLst>
        </pc:spChg>
        <pc:spChg chg="mod">
          <ac:chgData name="Ankush Pahal" userId="56331dd81073dd4e" providerId="LiveId" clId="{BD47E642-D61D-4C89-9D8A-C8C5C286BE11}" dt="2025-12-05T04:41:29.588" v="318"/>
          <ac:spMkLst>
            <pc:docMk/>
            <pc:sldMk cId="1619900957" sldId="278"/>
            <ac:spMk id="10" creationId="{00000000-0000-0000-0000-000000000000}"/>
          </ac:spMkLst>
        </pc:spChg>
        <pc:spChg chg="mod">
          <ac:chgData name="Ankush Pahal" userId="56331dd81073dd4e" providerId="LiveId" clId="{BD47E642-D61D-4C89-9D8A-C8C5C286BE11}" dt="2025-12-05T04:41:29.588" v="318"/>
          <ac:spMkLst>
            <pc:docMk/>
            <pc:sldMk cId="1619900957" sldId="278"/>
            <ac:spMk id="15" creationId="{00000000-0000-0000-0000-000000000000}"/>
          </ac:spMkLst>
        </pc:spChg>
        <pc:spChg chg="mod">
          <ac:chgData name="Ankush Pahal" userId="56331dd81073dd4e" providerId="LiveId" clId="{BD47E642-D61D-4C89-9D8A-C8C5C286BE11}" dt="2025-12-05T04:39:30.854" v="229" actId="14100"/>
          <ac:spMkLst>
            <pc:docMk/>
            <pc:sldMk cId="1619900957" sldId="278"/>
            <ac:spMk id="24" creationId="{00000000-0000-0000-0000-000000000000}"/>
          </ac:spMkLst>
        </pc:spChg>
        <pc:spChg chg="mod">
          <ac:chgData name="Ankush Pahal" userId="56331dd81073dd4e" providerId="LiveId" clId="{BD47E642-D61D-4C89-9D8A-C8C5C286BE11}" dt="2025-12-05T04:41:29.588" v="318"/>
          <ac:spMkLst>
            <pc:docMk/>
            <pc:sldMk cId="1619900957" sldId="278"/>
            <ac:spMk id="25" creationId="{00000000-0000-0000-0000-000000000000}"/>
          </ac:spMkLst>
        </pc:spChg>
        <pc:spChg chg="mod">
          <ac:chgData name="Ankush Pahal" userId="56331dd81073dd4e" providerId="LiveId" clId="{BD47E642-D61D-4C89-9D8A-C8C5C286BE11}" dt="2025-12-05T04:41:49.286" v="327" actId="1035"/>
          <ac:spMkLst>
            <pc:docMk/>
            <pc:sldMk cId="1619900957" sldId="278"/>
            <ac:spMk id="26" creationId="{00000000-0000-0000-0000-000000000000}"/>
          </ac:spMkLst>
        </pc:spChg>
        <pc:spChg chg="mod">
          <ac:chgData name="Ankush Pahal" userId="56331dd81073dd4e" providerId="LiveId" clId="{BD47E642-D61D-4C89-9D8A-C8C5C286BE11}" dt="2025-12-05T05:35:15.945" v="493" actId="20577"/>
          <ac:spMkLst>
            <pc:docMk/>
            <pc:sldMk cId="1619900957" sldId="278"/>
            <ac:spMk id="27" creationId="{00000000-0000-0000-0000-000000000000}"/>
          </ac:spMkLst>
        </pc:spChg>
      </pc:sldChg>
      <pc:sldChg chg="modSp mod">
        <pc:chgData name="Ankush Pahal" userId="56331dd81073dd4e" providerId="LiveId" clId="{BD47E642-D61D-4C89-9D8A-C8C5C286BE11}" dt="2025-12-05T05:35:00.067" v="490" actId="20577"/>
        <pc:sldMkLst>
          <pc:docMk/>
          <pc:sldMk cId="3354613959" sldId="280"/>
        </pc:sldMkLst>
        <pc:spChg chg="mod">
          <ac:chgData name="Ankush Pahal" userId="56331dd81073dd4e" providerId="LiveId" clId="{BD47E642-D61D-4C89-9D8A-C8C5C286BE11}" dt="2025-12-05T05:34:21.855" v="452" actId="1035"/>
          <ac:spMkLst>
            <pc:docMk/>
            <pc:sldMk cId="3354613959" sldId="280"/>
            <ac:spMk id="24" creationId="{00000000-0000-0000-0000-000000000000}"/>
          </ac:spMkLst>
        </pc:spChg>
        <pc:spChg chg="mod">
          <ac:chgData name="Ankush Pahal" userId="56331dd81073dd4e" providerId="LiveId" clId="{BD47E642-D61D-4C89-9D8A-C8C5C286BE11}" dt="2025-12-05T05:34:27.903" v="459" actId="1035"/>
          <ac:spMkLst>
            <pc:docMk/>
            <pc:sldMk cId="3354613959" sldId="280"/>
            <ac:spMk id="25" creationId="{00000000-0000-0000-0000-000000000000}"/>
          </ac:spMkLst>
        </pc:spChg>
        <pc:spChg chg="mod">
          <ac:chgData name="Ankush Pahal" userId="56331dd81073dd4e" providerId="LiveId" clId="{BD47E642-D61D-4C89-9D8A-C8C5C286BE11}" dt="2025-12-05T05:34:35.451" v="467" actId="1035"/>
          <ac:spMkLst>
            <pc:docMk/>
            <pc:sldMk cId="3354613959" sldId="280"/>
            <ac:spMk id="26" creationId="{00000000-0000-0000-0000-000000000000}"/>
          </ac:spMkLst>
        </pc:spChg>
        <pc:spChg chg="mod">
          <ac:chgData name="Ankush Pahal" userId="56331dd81073dd4e" providerId="LiveId" clId="{BD47E642-D61D-4C89-9D8A-C8C5C286BE11}" dt="2025-12-05T05:35:00.067" v="490" actId="20577"/>
          <ac:spMkLst>
            <pc:docMk/>
            <pc:sldMk cId="3354613959" sldId="280"/>
            <ac:spMk id="27" creationId="{00000000-0000-0000-0000-000000000000}"/>
          </ac:spMkLst>
        </pc:spChg>
      </pc:sldChg>
      <pc:sldChg chg="modSp mod">
        <pc:chgData name="Ankush Pahal" userId="56331dd81073dd4e" providerId="LiveId" clId="{BD47E642-D61D-4C89-9D8A-C8C5C286BE11}" dt="2025-12-05T05:35:08.005" v="492" actId="20577"/>
        <pc:sldMkLst>
          <pc:docMk/>
          <pc:sldMk cId="1831561325" sldId="281"/>
        </pc:sldMkLst>
        <pc:spChg chg="mod">
          <ac:chgData name="Ankush Pahal" userId="56331dd81073dd4e" providerId="LiveId" clId="{BD47E642-D61D-4C89-9D8A-C8C5C286BE11}" dt="2025-12-05T05:33:08.219" v="416" actId="20577"/>
          <ac:spMkLst>
            <pc:docMk/>
            <pc:sldMk cId="1831561325" sldId="281"/>
            <ac:spMk id="24" creationId="{00000000-0000-0000-0000-000000000000}"/>
          </ac:spMkLst>
        </pc:spChg>
        <pc:spChg chg="mod">
          <ac:chgData name="Ankush Pahal" userId="56331dd81073dd4e" providerId="LiveId" clId="{BD47E642-D61D-4C89-9D8A-C8C5C286BE11}" dt="2025-12-05T05:35:08.005" v="492" actId="20577"/>
          <ac:spMkLst>
            <pc:docMk/>
            <pc:sldMk cId="1831561325" sldId="281"/>
            <ac:spMk id="27" creationId="{00000000-0000-0000-0000-000000000000}"/>
          </ac:spMkLst>
        </pc:spChg>
      </pc:sldChg>
      <pc:sldChg chg="modSp mod">
        <pc:chgData name="Ankush Pahal" userId="56331dd81073dd4e" providerId="LiveId" clId="{BD47E642-D61D-4C89-9D8A-C8C5C286BE11}" dt="2025-12-05T06:56:50.688" v="698" actId="20577"/>
        <pc:sldMkLst>
          <pc:docMk/>
          <pc:sldMk cId="4056510560" sldId="283"/>
        </pc:sldMkLst>
        <pc:spChg chg="mod">
          <ac:chgData name="Ankush Pahal" userId="56331dd81073dd4e" providerId="LiveId" clId="{BD47E642-D61D-4C89-9D8A-C8C5C286BE11}" dt="2025-12-05T06:56:50.688" v="698" actId="20577"/>
          <ac:spMkLst>
            <pc:docMk/>
            <pc:sldMk cId="4056510560" sldId="283"/>
            <ac:spMk id="32" creationId="{C9990567-9A21-46FD-A679-F8517316C4EE}"/>
          </ac:spMkLst>
        </pc:spChg>
        <pc:spChg chg="mod">
          <ac:chgData name="Ankush Pahal" userId="56331dd81073dd4e" providerId="LiveId" clId="{BD47E642-D61D-4C89-9D8A-C8C5C286BE11}" dt="2025-12-05T06:56:28.746" v="686" actId="20577"/>
          <ac:spMkLst>
            <pc:docMk/>
            <pc:sldMk cId="4056510560" sldId="283"/>
            <ac:spMk id="69" creationId="{E6A929A7-E707-44EC-8EEC-3ACF29EF1237}"/>
          </ac:spMkLst>
        </pc:spChg>
      </pc:sldChg>
      <pc:sldChg chg="del">
        <pc:chgData name="Ankush Pahal" userId="56331dd81073dd4e" providerId="LiveId" clId="{BD47E642-D61D-4C89-9D8A-C8C5C286BE11}" dt="2025-12-05T06:53:22.103" v="668" actId="2696"/>
        <pc:sldMkLst>
          <pc:docMk/>
          <pc:sldMk cId="3968101610" sldId="285"/>
        </pc:sldMkLst>
      </pc:sldChg>
      <pc:sldChg chg="modSp mod">
        <pc:chgData name="Ankush Pahal" userId="56331dd81073dd4e" providerId="LiveId" clId="{BD47E642-D61D-4C89-9D8A-C8C5C286BE11}" dt="2025-12-05T05:39:49.860" v="637" actId="1035"/>
        <pc:sldMkLst>
          <pc:docMk/>
          <pc:sldMk cId="343813096" sldId="286"/>
        </pc:sldMkLst>
        <pc:spChg chg="mod">
          <ac:chgData name="Ankush Pahal" userId="56331dd81073dd4e" providerId="LiveId" clId="{BD47E642-D61D-4C89-9D8A-C8C5C286BE11}" dt="2025-12-05T05:38:42.953" v="605" actId="1035"/>
          <ac:spMkLst>
            <pc:docMk/>
            <pc:sldMk cId="343813096" sldId="286"/>
            <ac:spMk id="73" creationId="{31B7CF73-E037-250E-C53F-0364EC4EF091}"/>
          </ac:spMkLst>
        </pc:spChg>
        <pc:spChg chg="mod">
          <ac:chgData name="Ankush Pahal" userId="56331dd81073dd4e" providerId="LiveId" clId="{BD47E642-D61D-4C89-9D8A-C8C5C286BE11}" dt="2025-12-05T05:38:37.017" v="591" actId="1035"/>
          <ac:spMkLst>
            <pc:docMk/>
            <pc:sldMk cId="343813096" sldId="286"/>
            <ac:spMk id="74" creationId="{B3607AAB-A67F-8741-0021-6A71AC51A7C1}"/>
          </ac:spMkLst>
        </pc:spChg>
        <pc:spChg chg="mod">
          <ac:chgData name="Ankush Pahal" userId="56331dd81073dd4e" providerId="LiveId" clId="{BD47E642-D61D-4C89-9D8A-C8C5C286BE11}" dt="2025-12-05T05:39:03.026" v="614" actId="1035"/>
          <ac:spMkLst>
            <pc:docMk/>
            <pc:sldMk cId="343813096" sldId="286"/>
            <ac:spMk id="75" creationId="{93F958A7-10D3-60D7-446A-065FD50F4C86}"/>
          </ac:spMkLst>
        </pc:spChg>
        <pc:spChg chg="mod">
          <ac:chgData name="Ankush Pahal" userId="56331dd81073dd4e" providerId="LiveId" clId="{BD47E642-D61D-4C89-9D8A-C8C5C286BE11}" dt="2025-12-05T05:39:09.831" v="625" actId="1035"/>
          <ac:spMkLst>
            <pc:docMk/>
            <pc:sldMk cId="343813096" sldId="286"/>
            <ac:spMk id="77" creationId="{68CAC073-6DD3-1201-8457-774D3AC43C17}"/>
          </ac:spMkLst>
        </pc:spChg>
        <pc:spChg chg="mod">
          <ac:chgData name="Ankush Pahal" userId="56331dd81073dd4e" providerId="LiveId" clId="{BD47E642-D61D-4C89-9D8A-C8C5C286BE11}" dt="2025-12-05T05:39:37.473" v="632" actId="1035"/>
          <ac:spMkLst>
            <pc:docMk/>
            <pc:sldMk cId="343813096" sldId="286"/>
            <ac:spMk id="79" creationId="{9694E006-98BA-EC86-325C-78A7740E00CE}"/>
          </ac:spMkLst>
        </pc:spChg>
        <pc:spChg chg="mod">
          <ac:chgData name="Ankush Pahal" userId="56331dd81073dd4e" providerId="LiveId" clId="{BD47E642-D61D-4C89-9D8A-C8C5C286BE11}" dt="2025-12-05T05:39:49.860" v="637" actId="1035"/>
          <ac:spMkLst>
            <pc:docMk/>
            <pc:sldMk cId="343813096" sldId="286"/>
            <ac:spMk id="81" creationId="{0254AE10-19F2-842E-B17A-903467618C77}"/>
          </ac:spMkLst>
        </pc:spChg>
      </pc:sldChg>
      <pc:sldChg chg="modSp mod">
        <pc:chgData name="Ankush Pahal" userId="56331dd81073dd4e" providerId="LiveId" clId="{BD47E642-D61D-4C89-9D8A-C8C5C286BE11}" dt="2025-12-05T05:41:14.675" v="663" actId="20577"/>
        <pc:sldMkLst>
          <pc:docMk/>
          <pc:sldMk cId="3934198180" sldId="287"/>
        </pc:sldMkLst>
        <pc:spChg chg="mod">
          <ac:chgData name="Ankush Pahal" userId="56331dd81073dd4e" providerId="LiveId" clId="{BD47E642-D61D-4C89-9D8A-C8C5C286BE11}" dt="2025-12-05T05:41:14.675" v="663" actId="20577"/>
          <ac:spMkLst>
            <pc:docMk/>
            <pc:sldMk cId="3934198180" sldId="287"/>
            <ac:spMk id="29" creationId="{B4C2A7D8-3B99-40B5-B091-0BF6552A79EE}"/>
          </ac:spMkLst>
        </pc:spChg>
      </pc:sldChg>
      <pc:sldChg chg="new del">
        <pc:chgData name="Ankush Pahal" userId="56331dd81073dd4e" providerId="LiveId" clId="{BD47E642-D61D-4C89-9D8A-C8C5C286BE11}" dt="2025-12-05T06:42:15.959" v="665" actId="2696"/>
        <pc:sldMkLst>
          <pc:docMk/>
          <pc:sldMk cId="1912512231" sldId="289"/>
        </pc:sldMkLst>
      </pc:sldChg>
      <pc:sldChg chg="add modTransition">
        <pc:chgData name="Ankush Pahal" userId="56331dd81073dd4e" providerId="LiveId" clId="{BD47E642-D61D-4C89-9D8A-C8C5C286BE11}" dt="2025-12-05T06:52:18.149" v="667"/>
        <pc:sldMkLst>
          <pc:docMk/>
          <pc:sldMk cId="3627728816" sldId="289"/>
        </pc:sldMkLst>
      </pc:sldChg>
      <pc:sldChg chg="add ord modTransition">
        <pc:chgData name="Ankush Pahal" userId="56331dd81073dd4e" providerId="LiveId" clId="{BD47E642-D61D-4C89-9D8A-C8C5C286BE11}" dt="2025-12-05T06:54:15.879" v="672"/>
        <pc:sldMkLst>
          <pc:docMk/>
          <pc:sldMk cId="1870248877" sldId="29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98235-022E-81E3-62EB-84D390A8C4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C8A2EBF-2E67-B8B7-2E1D-7C4E03E400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5E5E59E-4E25-AC1A-B717-BD5F269B8801}"/>
              </a:ext>
            </a:extLst>
          </p:cNvPr>
          <p:cNvSpPr>
            <a:spLocks noGrp="1"/>
          </p:cNvSpPr>
          <p:nvPr>
            <p:ph type="dt" sz="half" idx="10"/>
          </p:nvPr>
        </p:nvSpPr>
        <p:spPr/>
        <p:txBody>
          <a:bodyPr/>
          <a:lstStyle/>
          <a:p>
            <a:fld id="{89B88040-3405-4750-A2F1-734D63401E00}" type="datetimeFigureOut">
              <a:rPr lang="en-US" smtClean="0"/>
              <a:t>12/5/2025</a:t>
            </a:fld>
            <a:endParaRPr lang="en-US"/>
          </a:p>
        </p:txBody>
      </p:sp>
      <p:sp>
        <p:nvSpPr>
          <p:cNvPr id="5" name="Footer Placeholder 4">
            <a:extLst>
              <a:ext uri="{FF2B5EF4-FFF2-40B4-BE49-F238E27FC236}">
                <a16:creationId xmlns:a16="http://schemas.microsoft.com/office/drawing/2014/main" id="{033559E3-A153-74CD-BD9C-4A16B1A1F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720E6D-4E11-4B9E-B911-92ACA6E16D5B}"/>
              </a:ext>
            </a:extLst>
          </p:cNvPr>
          <p:cNvSpPr>
            <a:spLocks noGrp="1"/>
          </p:cNvSpPr>
          <p:nvPr>
            <p:ph type="sldNum" sz="quarter" idx="12"/>
          </p:nvPr>
        </p:nvSpPr>
        <p:spPr/>
        <p:txBody>
          <a:bodyPr/>
          <a:lstStyle/>
          <a:p>
            <a:fld id="{5713EA4D-D83B-4DE8-B82A-1D8B325A906C}" type="slidenum">
              <a:rPr lang="en-US" smtClean="0"/>
              <a:t>‹#›</a:t>
            </a:fld>
            <a:endParaRPr lang="en-US"/>
          </a:p>
        </p:txBody>
      </p:sp>
    </p:spTree>
    <p:extLst>
      <p:ext uri="{BB962C8B-B14F-4D97-AF65-F5344CB8AC3E}">
        <p14:creationId xmlns:p14="http://schemas.microsoft.com/office/powerpoint/2010/main" val="4177107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F8AAF-EFB6-D4CF-4BD6-F910AF7310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6A7980-10DD-B42D-2E97-E82B65E19C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4511A1-D40E-076A-9FCE-8579403B1A7A}"/>
              </a:ext>
            </a:extLst>
          </p:cNvPr>
          <p:cNvSpPr>
            <a:spLocks noGrp="1"/>
          </p:cNvSpPr>
          <p:nvPr>
            <p:ph type="dt" sz="half" idx="10"/>
          </p:nvPr>
        </p:nvSpPr>
        <p:spPr/>
        <p:txBody>
          <a:bodyPr/>
          <a:lstStyle/>
          <a:p>
            <a:fld id="{89B88040-3405-4750-A2F1-734D63401E00}" type="datetimeFigureOut">
              <a:rPr lang="en-US" smtClean="0"/>
              <a:t>12/5/2025</a:t>
            </a:fld>
            <a:endParaRPr lang="en-US"/>
          </a:p>
        </p:txBody>
      </p:sp>
      <p:sp>
        <p:nvSpPr>
          <p:cNvPr id="5" name="Footer Placeholder 4">
            <a:extLst>
              <a:ext uri="{FF2B5EF4-FFF2-40B4-BE49-F238E27FC236}">
                <a16:creationId xmlns:a16="http://schemas.microsoft.com/office/drawing/2014/main" id="{1E88D400-D422-063D-FF8B-934B2357F2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D87AB-C241-7BE1-726A-4A80F364828D}"/>
              </a:ext>
            </a:extLst>
          </p:cNvPr>
          <p:cNvSpPr>
            <a:spLocks noGrp="1"/>
          </p:cNvSpPr>
          <p:nvPr>
            <p:ph type="sldNum" sz="quarter" idx="12"/>
          </p:nvPr>
        </p:nvSpPr>
        <p:spPr/>
        <p:txBody>
          <a:bodyPr/>
          <a:lstStyle/>
          <a:p>
            <a:fld id="{5713EA4D-D83B-4DE8-B82A-1D8B325A906C}" type="slidenum">
              <a:rPr lang="en-US" smtClean="0"/>
              <a:t>‹#›</a:t>
            </a:fld>
            <a:endParaRPr lang="en-US"/>
          </a:p>
        </p:txBody>
      </p:sp>
    </p:spTree>
    <p:extLst>
      <p:ext uri="{BB962C8B-B14F-4D97-AF65-F5344CB8AC3E}">
        <p14:creationId xmlns:p14="http://schemas.microsoft.com/office/powerpoint/2010/main" val="896272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3962A-B3D5-2EDD-AEBD-0927862A06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75FDC3-939F-AF55-6FAE-1936A8968F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485742-9F3F-6D82-A8B6-9B2C25DF2415}"/>
              </a:ext>
            </a:extLst>
          </p:cNvPr>
          <p:cNvSpPr>
            <a:spLocks noGrp="1"/>
          </p:cNvSpPr>
          <p:nvPr>
            <p:ph type="dt" sz="half" idx="10"/>
          </p:nvPr>
        </p:nvSpPr>
        <p:spPr/>
        <p:txBody>
          <a:bodyPr/>
          <a:lstStyle/>
          <a:p>
            <a:fld id="{89B88040-3405-4750-A2F1-734D63401E00}" type="datetimeFigureOut">
              <a:rPr lang="en-US" smtClean="0"/>
              <a:t>12/5/2025</a:t>
            </a:fld>
            <a:endParaRPr lang="en-US"/>
          </a:p>
        </p:txBody>
      </p:sp>
      <p:sp>
        <p:nvSpPr>
          <p:cNvPr id="5" name="Footer Placeholder 4">
            <a:extLst>
              <a:ext uri="{FF2B5EF4-FFF2-40B4-BE49-F238E27FC236}">
                <a16:creationId xmlns:a16="http://schemas.microsoft.com/office/drawing/2014/main" id="{1DA560A0-C4E0-EA98-1564-062175AF5C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648D7D-A113-9763-6D9A-B300F2FF3A83}"/>
              </a:ext>
            </a:extLst>
          </p:cNvPr>
          <p:cNvSpPr>
            <a:spLocks noGrp="1"/>
          </p:cNvSpPr>
          <p:nvPr>
            <p:ph type="sldNum" sz="quarter" idx="12"/>
          </p:nvPr>
        </p:nvSpPr>
        <p:spPr/>
        <p:txBody>
          <a:bodyPr/>
          <a:lstStyle/>
          <a:p>
            <a:fld id="{5713EA4D-D83B-4DE8-B82A-1D8B325A906C}" type="slidenum">
              <a:rPr lang="en-US" smtClean="0"/>
              <a:t>‹#›</a:t>
            </a:fld>
            <a:endParaRPr lang="en-US"/>
          </a:p>
        </p:txBody>
      </p:sp>
    </p:spTree>
    <p:extLst>
      <p:ext uri="{BB962C8B-B14F-4D97-AF65-F5344CB8AC3E}">
        <p14:creationId xmlns:p14="http://schemas.microsoft.com/office/powerpoint/2010/main" val="2510245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2025F-139D-97DE-630D-475DE8F605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4637DB-8E27-D13F-9134-9888D6C0D5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FBEA79-F55D-39CC-47DC-F1166E2BF1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EE3A547-CC60-C99D-1AA3-76D7E34838ED}"/>
              </a:ext>
            </a:extLst>
          </p:cNvPr>
          <p:cNvSpPr>
            <a:spLocks noGrp="1"/>
          </p:cNvSpPr>
          <p:nvPr>
            <p:ph type="dt" sz="half" idx="10"/>
          </p:nvPr>
        </p:nvSpPr>
        <p:spPr/>
        <p:txBody>
          <a:bodyPr/>
          <a:lstStyle/>
          <a:p>
            <a:fld id="{89B88040-3405-4750-A2F1-734D63401E00}" type="datetimeFigureOut">
              <a:rPr lang="en-US" smtClean="0"/>
              <a:t>12/5/2025</a:t>
            </a:fld>
            <a:endParaRPr lang="en-US"/>
          </a:p>
        </p:txBody>
      </p:sp>
      <p:sp>
        <p:nvSpPr>
          <p:cNvPr id="6" name="Footer Placeholder 5">
            <a:extLst>
              <a:ext uri="{FF2B5EF4-FFF2-40B4-BE49-F238E27FC236}">
                <a16:creationId xmlns:a16="http://schemas.microsoft.com/office/drawing/2014/main" id="{66BFB33E-33B4-7586-05A8-A4E2FB5A2EE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3A55B9-78C6-8D33-EC27-324F0498192E}"/>
              </a:ext>
            </a:extLst>
          </p:cNvPr>
          <p:cNvSpPr>
            <a:spLocks noGrp="1"/>
          </p:cNvSpPr>
          <p:nvPr>
            <p:ph type="sldNum" sz="quarter" idx="12"/>
          </p:nvPr>
        </p:nvSpPr>
        <p:spPr/>
        <p:txBody>
          <a:bodyPr/>
          <a:lstStyle/>
          <a:p>
            <a:fld id="{5713EA4D-D83B-4DE8-B82A-1D8B325A906C}" type="slidenum">
              <a:rPr lang="en-US" smtClean="0"/>
              <a:t>‹#›</a:t>
            </a:fld>
            <a:endParaRPr lang="en-US"/>
          </a:p>
        </p:txBody>
      </p:sp>
    </p:spTree>
    <p:extLst>
      <p:ext uri="{BB962C8B-B14F-4D97-AF65-F5344CB8AC3E}">
        <p14:creationId xmlns:p14="http://schemas.microsoft.com/office/powerpoint/2010/main" val="3853863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43341-5965-D703-1F73-FD55D70393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902C26-A713-E1B7-AEAE-18D1ED94D1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6649A5-6C61-2B30-B93F-F5EE4CC2EA3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9212911-4C70-43AF-FC4F-09B9FB960A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2ED342-986F-DC45-D964-DE7A9FAFCA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18AF4A-A87B-638F-B5E1-624F58CF7C5C}"/>
              </a:ext>
            </a:extLst>
          </p:cNvPr>
          <p:cNvSpPr>
            <a:spLocks noGrp="1"/>
          </p:cNvSpPr>
          <p:nvPr>
            <p:ph type="dt" sz="half" idx="10"/>
          </p:nvPr>
        </p:nvSpPr>
        <p:spPr/>
        <p:txBody>
          <a:bodyPr/>
          <a:lstStyle/>
          <a:p>
            <a:fld id="{89B88040-3405-4750-A2F1-734D63401E00}" type="datetimeFigureOut">
              <a:rPr lang="en-US" smtClean="0"/>
              <a:t>12/5/2025</a:t>
            </a:fld>
            <a:endParaRPr lang="en-US"/>
          </a:p>
        </p:txBody>
      </p:sp>
      <p:sp>
        <p:nvSpPr>
          <p:cNvPr id="8" name="Footer Placeholder 7">
            <a:extLst>
              <a:ext uri="{FF2B5EF4-FFF2-40B4-BE49-F238E27FC236}">
                <a16:creationId xmlns:a16="http://schemas.microsoft.com/office/drawing/2014/main" id="{FFCE22CB-52EA-557B-501E-872C1F71CEF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77F7C6-0E3A-3D52-10F3-07881B726AA5}"/>
              </a:ext>
            </a:extLst>
          </p:cNvPr>
          <p:cNvSpPr>
            <a:spLocks noGrp="1"/>
          </p:cNvSpPr>
          <p:nvPr>
            <p:ph type="sldNum" sz="quarter" idx="12"/>
          </p:nvPr>
        </p:nvSpPr>
        <p:spPr/>
        <p:txBody>
          <a:bodyPr/>
          <a:lstStyle/>
          <a:p>
            <a:fld id="{5713EA4D-D83B-4DE8-B82A-1D8B325A906C}" type="slidenum">
              <a:rPr lang="en-US" smtClean="0"/>
              <a:t>‹#›</a:t>
            </a:fld>
            <a:endParaRPr lang="en-US"/>
          </a:p>
        </p:txBody>
      </p:sp>
    </p:spTree>
    <p:extLst>
      <p:ext uri="{BB962C8B-B14F-4D97-AF65-F5344CB8AC3E}">
        <p14:creationId xmlns:p14="http://schemas.microsoft.com/office/powerpoint/2010/main" val="1257983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78416-75EE-5350-5965-3ED2C90F123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B88EB6-AAB9-4383-BB9C-EAC59F036F37}"/>
              </a:ext>
            </a:extLst>
          </p:cNvPr>
          <p:cNvSpPr>
            <a:spLocks noGrp="1"/>
          </p:cNvSpPr>
          <p:nvPr>
            <p:ph type="dt" sz="half" idx="10"/>
          </p:nvPr>
        </p:nvSpPr>
        <p:spPr/>
        <p:txBody>
          <a:bodyPr/>
          <a:lstStyle/>
          <a:p>
            <a:fld id="{89B88040-3405-4750-A2F1-734D63401E00}" type="datetimeFigureOut">
              <a:rPr lang="en-US" smtClean="0"/>
              <a:t>12/5/2025</a:t>
            </a:fld>
            <a:endParaRPr lang="en-US"/>
          </a:p>
        </p:txBody>
      </p:sp>
      <p:sp>
        <p:nvSpPr>
          <p:cNvPr id="4" name="Footer Placeholder 3">
            <a:extLst>
              <a:ext uri="{FF2B5EF4-FFF2-40B4-BE49-F238E27FC236}">
                <a16:creationId xmlns:a16="http://schemas.microsoft.com/office/drawing/2014/main" id="{1C3C83DD-04C6-B3CD-70AF-EA67B565DF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95976B-7E16-D40F-EEA2-A170B854D4BA}"/>
              </a:ext>
            </a:extLst>
          </p:cNvPr>
          <p:cNvSpPr>
            <a:spLocks noGrp="1"/>
          </p:cNvSpPr>
          <p:nvPr>
            <p:ph type="sldNum" sz="quarter" idx="12"/>
          </p:nvPr>
        </p:nvSpPr>
        <p:spPr/>
        <p:txBody>
          <a:bodyPr/>
          <a:lstStyle/>
          <a:p>
            <a:fld id="{5713EA4D-D83B-4DE8-B82A-1D8B325A906C}" type="slidenum">
              <a:rPr lang="en-US" smtClean="0"/>
              <a:t>‹#›</a:t>
            </a:fld>
            <a:endParaRPr lang="en-US"/>
          </a:p>
        </p:txBody>
      </p:sp>
    </p:spTree>
    <p:extLst>
      <p:ext uri="{BB962C8B-B14F-4D97-AF65-F5344CB8AC3E}">
        <p14:creationId xmlns:p14="http://schemas.microsoft.com/office/powerpoint/2010/main" val="1644484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5198A2-75C6-FF98-E9D9-27791623F8E9}"/>
              </a:ext>
            </a:extLst>
          </p:cNvPr>
          <p:cNvSpPr>
            <a:spLocks noGrp="1"/>
          </p:cNvSpPr>
          <p:nvPr>
            <p:ph type="dt" sz="half" idx="10"/>
          </p:nvPr>
        </p:nvSpPr>
        <p:spPr/>
        <p:txBody>
          <a:bodyPr/>
          <a:lstStyle/>
          <a:p>
            <a:fld id="{89B88040-3405-4750-A2F1-734D63401E00}" type="datetimeFigureOut">
              <a:rPr lang="en-US" smtClean="0"/>
              <a:t>12/5/2025</a:t>
            </a:fld>
            <a:endParaRPr lang="en-US"/>
          </a:p>
        </p:txBody>
      </p:sp>
      <p:sp>
        <p:nvSpPr>
          <p:cNvPr id="3" name="Footer Placeholder 2">
            <a:extLst>
              <a:ext uri="{FF2B5EF4-FFF2-40B4-BE49-F238E27FC236}">
                <a16:creationId xmlns:a16="http://schemas.microsoft.com/office/drawing/2014/main" id="{6A758282-7E57-2D0C-58F9-507614B012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DB8746-61B0-BFD5-063A-E493EA228704}"/>
              </a:ext>
            </a:extLst>
          </p:cNvPr>
          <p:cNvSpPr>
            <a:spLocks noGrp="1"/>
          </p:cNvSpPr>
          <p:nvPr>
            <p:ph type="sldNum" sz="quarter" idx="12"/>
          </p:nvPr>
        </p:nvSpPr>
        <p:spPr/>
        <p:txBody>
          <a:bodyPr/>
          <a:lstStyle/>
          <a:p>
            <a:fld id="{5713EA4D-D83B-4DE8-B82A-1D8B325A906C}" type="slidenum">
              <a:rPr lang="en-US" smtClean="0"/>
              <a:t>‹#›</a:t>
            </a:fld>
            <a:endParaRPr lang="en-US"/>
          </a:p>
        </p:txBody>
      </p:sp>
    </p:spTree>
    <p:extLst>
      <p:ext uri="{BB962C8B-B14F-4D97-AF65-F5344CB8AC3E}">
        <p14:creationId xmlns:p14="http://schemas.microsoft.com/office/powerpoint/2010/main" val="3367187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28A37-EBF9-F2E2-84A6-9A3FF31FFA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7CBE9B-FF15-97FD-FE16-F89D137A6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E2AA4A3-9EC7-19F4-78E8-C52794FAEA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97A088-A8B1-695B-03C2-C898A5B75160}"/>
              </a:ext>
            </a:extLst>
          </p:cNvPr>
          <p:cNvSpPr>
            <a:spLocks noGrp="1"/>
          </p:cNvSpPr>
          <p:nvPr>
            <p:ph type="dt" sz="half" idx="10"/>
          </p:nvPr>
        </p:nvSpPr>
        <p:spPr/>
        <p:txBody>
          <a:bodyPr/>
          <a:lstStyle/>
          <a:p>
            <a:fld id="{89B88040-3405-4750-A2F1-734D63401E00}" type="datetimeFigureOut">
              <a:rPr lang="en-US" smtClean="0"/>
              <a:t>12/5/2025</a:t>
            </a:fld>
            <a:endParaRPr lang="en-US"/>
          </a:p>
        </p:txBody>
      </p:sp>
      <p:sp>
        <p:nvSpPr>
          <p:cNvPr id="6" name="Footer Placeholder 5">
            <a:extLst>
              <a:ext uri="{FF2B5EF4-FFF2-40B4-BE49-F238E27FC236}">
                <a16:creationId xmlns:a16="http://schemas.microsoft.com/office/drawing/2014/main" id="{870C3871-37EF-093B-CD0A-179C0E6C86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A66A4C-B528-D38C-EBB7-AFC9A01456DD}"/>
              </a:ext>
            </a:extLst>
          </p:cNvPr>
          <p:cNvSpPr>
            <a:spLocks noGrp="1"/>
          </p:cNvSpPr>
          <p:nvPr>
            <p:ph type="sldNum" sz="quarter" idx="12"/>
          </p:nvPr>
        </p:nvSpPr>
        <p:spPr/>
        <p:txBody>
          <a:bodyPr/>
          <a:lstStyle/>
          <a:p>
            <a:fld id="{5713EA4D-D83B-4DE8-B82A-1D8B325A906C}" type="slidenum">
              <a:rPr lang="en-US" smtClean="0"/>
              <a:t>‹#›</a:t>
            </a:fld>
            <a:endParaRPr lang="en-US"/>
          </a:p>
        </p:txBody>
      </p:sp>
    </p:spTree>
    <p:extLst>
      <p:ext uri="{BB962C8B-B14F-4D97-AF65-F5344CB8AC3E}">
        <p14:creationId xmlns:p14="http://schemas.microsoft.com/office/powerpoint/2010/main" val="113844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64208-8755-C3AD-31CE-F6A007B6C0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CAA637-5F05-7605-F1EB-1D898BD055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1EFA3E3-4C20-28F6-1A8E-94C32457A0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E82429-0156-7A9F-DC6D-169C99C41317}"/>
              </a:ext>
            </a:extLst>
          </p:cNvPr>
          <p:cNvSpPr>
            <a:spLocks noGrp="1"/>
          </p:cNvSpPr>
          <p:nvPr>
            <p:ph type="dt" sz="half" idx="10"/>
          </p:nvPr>
        </p:nvSpPr>
        <p:spPr/>
        <p:txBody>
          <a:bodyPr/>
          <a:lstStyle/>
          <a:p>
            <a:fld id="{89B88040-3405-4750-A2F1-734D63401E00}" type="datetimeFigureOut">
              <a:rPr lang="en-US" smtClean="0"/>
              <a:t>12/5/2025</a:t>
            </a:fld>
            <a:endParaRPr lang="en-US"/>
          </a:p>
        </p:txBody>
      </p:sp>
      <p:sp>
        <p:nvSpPr>
          <p:cNvPr id="6" name="Footer Placeholder 5">
            <a:extLst>
              <a:ext uri="{FF2B5EF4-FFF2-40B4-BE49-F238E27FC236}">
                <a16:creationId xmlns:a16="http://schemas.microsoft.com/office/drawing/2014/main" id="{4DA7A0E3-6AFB-2870-42F8-8FD83B3A40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136A89-2D22-B2B5-9C60-409C5BF184ED}"/>
              </a:ext>
            </a:extLst>
          </p:cNvPr>
          <p:cNvSpPr>
            <a:spLocks noGrp="1"/>
          </p:cNvSpPr>
          <p:nvPr>
            <p:ph type="sldNum" sz="quarter" idx="12"/>
          </p:nvPr>
        </p:nvSpPr>
        <p:spPr/>
        <p:txBody>
          <a:bodyPr/>
          <a:lstStyle/>
          <a:p>
            <a:fld id="{5713EA4D-D83B-4DE8-B82A-1D8B325A906C}" type="slidenum">
              <a:rPr lang="en-US" smtClean="0"/>
              <a:t>‹#›</a:t>
            </a:fld>
            <a:endParaRPr lang="en-US"/>
          </a:p>
        </p:txBody>
      </p:sp>
    </p:spTree>
    <p:extLst>
      <p:ext uri="{BB962C8B-B14F-4D97-AF65-F5344CB8AC3E}">
        <p14:creationId xmlns:p14="http://schemas.microsoft.com/office/powerpoint/2010/main" val="4156713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F4BE4-AD38-7AEF-92EA-03DE48785D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3D2A0C-C906-C0D2-AD70-CB27662AA2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91E464-2321-4563-C481-7D1F863501B4}"/>
              </a:ext>
            </a:extLst>
          </p:cNvPr>
          <p:cNvSpPr>
            <a:spLocks noGrp="1"/>
          </p:cNvSpPr>
          <p:nvPr>
            <p:ph type="dt" sz="half" idx="10"/>
          </p:nvPr>
        </p:nvSpPr>
        <p:spPr/>
        <p:txBody>
          <a:bodyPr/>
          <a:lstStyle/>
          <a:p>
            <a:fld id="{89B88040-3405-4750-A2F1-734D63401E00}" type="datetimeFigureOut">
              <a:rPr lang="en-US" smtClean="0"/>
              <a:t>12/5/2025</a:t>
            </a:fld>
            <a:endParaRPr lang="en-US"/>
          </a:p>
        </p:txBody>
      </p:sp>
      <p:sp>
        <p:nvSpPr>
          <p:cNvPr id="5" name="Footer Placeholder 4">
            <a:extLst>
              <a:ext uri="{FF2B5EF4-FFF2-40B4-BE49-F238E27FC236}">
                <a16:creationId xmlns:a16="http://schemas.microsoft.com/office/drawing/2014/main" id="{9D573CCE-F30A-A4A6-C628-3AF3AF2F52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00B1D-F4FC-F996-3D3F-8BD83F5F2169}"/>
              </a:ext>
            </a:extLst>
          </p:cNvPr>
          <p:cNvSpPr>
            <a:spLocks noGrp="1"/>
          </p:cNvSpPr>
          <p:nvPr>
            <p:ph type="sldNum" sz="quarter" idx="12"/>
          </p:nvPr>
        </p:nvSpPr>
        <p:spPr/>
        <p:txBody>
          <a:bodyPr/>
          <a:lstStyle/>
          <a:p>
            <a:fld id="{5713EA4D-D83B-4DE8-B82A-1D8B325A906C}" type="slidenum">
              <a:rPr lang="en-US" smtClean="0"/>
              <a:t>‹#›</a:t>
            </a:fld>
            <a:endParaRPr lang="en-US"/>
          </a:p>
        </p:txBody>
      </p:sp>
    </p:spTree>
    <p:extLst>
      <p:ext uri="{BB962C8B-B14F-4D97-AF65-F5344CB8AC3E}">
        <p14:creationId xmlns:p14="http://schemas.microsoft.com/office/powerpoint/2010/main" val="3007474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BCA5AD-917D-031B-3993-30F2E3B5AD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36264BC-5DC9-30D7-6027-DE1D292804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21BC58-C880-EB7F-F34C-40A27338219A}"/>
              </a:ext>
            </a:extLst>
          </p:cNvPr>
          <p:cNvSpPr>
            <a:spLocks noGrp="1"/>
          </p:cNvSpPr>
          <p:nvPr>
            <p:ph type="dt" sz="half" idx="10"/>
          </p:nvPr>
        </p:nvSpPr>
        <p:spPr/>
        <p:txBody>
          <a:bodyPr/>
          <a:lstStyle/>
          <a:p>
            <a:fld id="{89B88040-3405-4750-A2F1-734D63401E00}" type="datetimeFigureOut">
              <a:rPr lang="en-US" smtClean="0"/>
              <a:t>12/5/2025</a:t>
            </a:fld>
            <a:endParaRPr lang="en-US"/>
          </a:p>
        </p:txBody>
      </p:sp>
      <p:sp>
        <p:nvSpPr>
          <p:cNvPr id="5" name="Footer Placeholder 4">
            <a:extLst>
              <a:ext uri="{FF2B5EF4-FFF2-40B4-BE49-F238E27FC236}">
                <a16:creationId xmlns:a16="http://schemas.microsoft.com/office/drawing/2014/main" id="{7DFFFE37-E440-D51D-AB54-F0B7162596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CCD819-34C5-AB9E-0E35-0C7B58D1DE8C}"/>
              </a:ext>
            </a:extLst>
          </p:cNvPr>
          <p:cNvSpPr>
            <a:spLocks noGrp="1"/>
          </p:cNvSpPr>
          <p:nvPr>
            <p:ph type="sldNum" sz="quarter" idx="12"/>
          </p:nvPr>
        </p:nvSpPr>
        <p:spPr/>
        <p:txBody>
          <a:bodyPr/>
          <a:lstStyle/>
          <a:p>
            <a:fld id="{5713EA4D-D83B-4DE8-B82A-1D8B325A906C}" type="slidenum">
              <a:rPr lang="en-US" smtClean="0"/>
              <a:t>‹#›</a:t>
            </a:fld>
            <a:endParaRPr lang="en-US"/>
          </a:p>
        </p:txBody>
      </p:sp>
    </p:spTree>
    <p:extLst>
      <p:ext uri="{BB962C8B-B14F-4D97-AF65-F5344CB8AC3E}">
        <p14:creationId xmlns:p14="http://schemas.microsoft.com/office/powerpoint/2010/main" val="1891138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49CE-5FB5-DD0B-CF79-831FF7DFFC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BA8FCC-1B91-787F-5BC4-BA9A35937E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8CA51F-1E36-C6DB-E854-91B8D035418E}"/>
              </a:ext>
            </a:extLst>
          </p:cNvPr>
          <p:cNvSpPr>
            <a:spLocks noGrp="1"/>
          </p:cNvSpPr>
          <p:nvPr>
            <p:ph type="dt" sz="half" idx="10"/>
          </p:nvPr>
        </p:nvSpPr>
        <p:spPr/>
        <p:txBody>
          <a:bodyPr/>
          <a:lstStyle/>
          <a:p>
            <a:fld id="{F72AF9F7-A8AD-478A-94E2-7EE2DC5AB799}" type="datetimeFigureOut">
              <a:rPr lang="en-US" smtClean="0"/>
              <a:t>12/5/2025</a:t>
            </a:fld>
            <a:endParaRPr lang="en-US"/>
          </a:p>
        </p:txBody>
      </p:sp>
      <p:sp>
        <p:nvSpPr>
          <p:cNvPr id="5" name="Footer Placeholder 4">
            <a:extLst>
              <a:ext uri="{FF2B5EF4-FFF2-40B4-BE49-F238E27FC236}">
                <a16:creationId xmlns:a16="http://schemas.microsoft.com/office/drawing/2014/main" id="{A71519EE-DCC8-F525-4C06-D89718D9A9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BB8131-3E6E-6EF3-4E26-E92950A0F454}"/>
              </a:ext>
            </a:extLst>
          </p:cNvPr>
          <p:cNvSpPr>
            <a:spLocks noGrp="1"/>
          </p:cNvSpPr>
          <p:nvPr>
            <p:ph type="sldNum" sz="quarter" idx="12"/>
          </p:nvPr>
        </p:nvSpPr>
        <p:spPr/>
        <p:txBody>
          <a:bodyPr/>
          <a:lstStyle/>
          <a:p>
            <a:fld id="{B2B74C6E-6E59-4AB0-AD7C-F39AF772E578}" type="slidenum">
              <a:rPr lang="en-US" smtClean="0"/>
              <a:t>‹#›</a:t>
            </a:fld>
            <a:endParaRPr lang="en-US"/>
          </a:p>
        </p:txBody>
      </p:sp>
    </p:spTree>
    <p:extLst>
      <p:ext uri="{BB962C8B-B14F-4D97-AF65-F5344CB8AC3E}">
        <p14:creationId xmlns:p14="http://schemas.microsoft.com/office/powerpoint/2010/main" val="371211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E9057-F812-4DE4-EEDA-C6E0F5095F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DD5AC0-E396-1411-9D17-A53523369F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2A21AD-36EF-A42E-EB7C-2153D0139433}"/>
              </a:ext>
            </a:extLst>
          </p:cNvPr>
          <p:cNvSpPr>
            <a:spLocks noGrp="1"/>
          </p:cNvSpPr>
          <p:nvPr>
            <p:ph type="dt" sz="half" idx="10"/>
          </p:nvPr>
        </p:nvSpPr>
        <p:spPr/>
        <p:txBody>
          <a:bodyPr/>
          <a:lstStyle/>
          <a:p>
            <a:fld id="{F72AF9F7-A8AD-478A-94E2-7EE2DC5AB799}" type="datetimeFigureOut">
              <a:rPr lang="en-US" smtClean="0"/>
              <a:t>12/5/2025</a:t>
            </a:fld>
            <a:endParaRPr lang="en-US"/>
          </a:p>
        </p:txBody>
      </p:sp>
      <p:sp>
        <p:nvSpPr>
          <p:cNvPr id="5" name="Footer Placeholder 4">
            <a:extLst>
              <a:ext uri="{FF2B5EF4-FFF2-40B4-BE49-F238E27FC236}">
                <a16:creationId xmlns:a16="http://schemas.microsoft.com/office/drawing/2014/main" id="{FC6490DC-07D0-2458-76D0-12ABBF76E0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4EAB6-A52C-6525-90EF-563015EF8983}"/>
              </a:ext>
            </a:extLst>
          </p:cNvPr>
          <p:cNvSpPr>
            <a:spLocks noGrp="1"/>
          </p:cNvSpPr>
          <p:nvPr>
            <p:ph type="sldNum" sz="quarter" idx="12"/>
          </p:nvPr>
        </p:nvSpPr>
        <p:spPr/>
        <p:txBody>
          <a:bodyPr/>
          <a:lstStyle/>
          <a:p>
            <a:fld id="{B2B74C6E-6E59-4AB0-AD7C-F39AF772E578}" type="slidenum">
              <a:rPr lang="en-US" smtClean="0"/>
              <a:t>‹#›</a:t>
            </a:fld>
            <a:endParaRPr lang="en-US"/>
          </a:p>
        </p:txBody>
      </p:sp>
    </p:spTree>
    <p:extLst>
      <p:ext uri="{BB962C8B-B14F-4D97-AF65-F5344CB8AC3E}">
        <p14:creationId xmlns:p14="http://schemas.microsoft.com/office/powerpoint/2010/main" val="3833130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96367-F0C1-CDCD-9EC7-A3C6EFA8D4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722C41-5078-286E-EC84-DDADAC593C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3CD022-C9F2-87F0-AE6F-941898373DD4}"/>
              </a:ext>
            </a:extLst>
          </p:cNvPr>
          <p:cNvSpPr>
            <a:spLocks noGrp="1"/>
          </p:cNvSpPr>
          <p:nvPr>
            <p:ph type="dt" sz="half" idx="10"/>
          </p:nvPr>
        </p:nvSpPr>
        <p:spPr/>
        <p:txBody>
          <a:bodyPr/>
          <a:lstStyle/>
          <a:p>
            <a:fld id="{F72AF9F7-A8AD-478A-94E2-7EE2DC5AB799}" type="datetimeFigureOut">
              <a:rPr lang="en-US" smtClean="0"/>
              <a:t>12/5/2025</a:t>
            </a:fld>
            <a:endParaRPr lang="en-US"/>
          </a:p>
        </p:txBody>
      </p:sp>
      <p:sp>
        <p:nvSpPr>
          <p:cNvPr id="5" name="Footer Placeholder 4">
            <a:extLst>
              <a:ext uri="{FF2B5EF4-FFF2-40B4-BE49-F238E27FC236}">
                <a16:creationId xmlns:a16="http://schemas.microsoft.com/office/drawing/2014/main" id="{0ADB8EDE-C085-961A-85C1-E2CC7D5599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B3D961-6640-D804-2D8E-74AC97F3D420}"/>
              </a:ext>
            </a:extLst>
          </p:cNvPr>
          <p:cNvSpPr>
            <a:spLocks noGrp="1"/>
          </p:cNvSpPr>
          <p:nvPr>
            <p:ph type="sldNum" sz="quarter" idx="12"/>
          </p:nvPr>
        </p:nvSpPr>
        <p:spPr/>
        <p:txBody>
          <a:bodyPr/>
          <a:lstStyle/>
          <a:p>
            <a:fld id="{B2B74C6E-6E59-4AB0-AD7C-F39AF772E578}" type="slidenum">
              <a:rPr lang="en-US" smtClean="0"/>
              <a:t>‹#›</a:t>
            </a:fld>
            <a:endParaRPr lang="en-US"/>
          </a:p>
        </p:txBody>
      </p:sp>
    </p:spTree>
    <p:extLst>
      <p:ext uri="{BB962C8B-B14F-4D97-AF65-F5344CB8AC3E}">
        <p14:creationId xmlns:p14="http://schemas.microsoft.com/office/powerpoint/2010/main" val="3257675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9AB8E-17CD-F4AE-C982-F0DDA98FA1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A10701-40F6-BD50-952B-FC2E963098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7AEA0-5BCA-A301-76A4-925511B153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6EF2BFA-82A7-752F-62FC-FD481DBF16D3}"/>
              </a:ext>
            </a:extLst>
          </p:cNvPr>
          <p:cNvSpPr>
            <a:spLocks noGrp="1"/>
          </p:cNvSpPr>
          <p:nvPr>
            <p:ph type="dt" sz="half" idx="10"/>
          </p:nvPr>
        </p:nvSpPr>
        <p:spPr/>
        <p:txBody>
          <a:bodyPr/>
          <a:lstStyle/>
          <a:p>
            <a:fld id="{F72AF9F7-A8AD-478A-94E2-7EE2DC5AB799}" type="datetimeFigureOut">
              <a:rPr lang="en-US" smtClean="0"/>
              <a:t>12/5/2025</a:t>
            </a:fld>
            <a:endParaRPr lang="en-US"/>
          </a:p>
        </p:txBody>
      </p:sp>
      <p:sp>
        <p:nvSpPr>
          <p:cNvPr id="6" name="Footer Placeholder 5">
            <a:extLst>
              <a:ext uri="{FF2B5EF4-FFF2-40B4-BE49-F238E27FC236}">
                <a16:creationId xmlns:a16="http://schemas.microsoft.com/office/drawing/2014/main" id="{73D8D726-A326-657A-123C-54DC9798E1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5AA329-0CEF-DAF9-EB14-0EDD4D0F74E8}"/>
              </a:ext>
            </a:extLst>
          </p:cNvPr>
          <p:cNvSpPr>
            <a:spLocks noGrp="1"/>
          </p:cNvSpPr>
          <p:nvPr>
            <p:ph type="sldNum" sz="quarter" idx="12"/>
          </p:nvPr>
        </p:nvSpPr>
        <p:spPr/>
        <p:txBody>
          <a:bodyPr/>
          <a:lstStyle/>
          <a:p>
            <a:fld id="{B2B74C6E-6E59-4AB0-AD7C-F39AF772E578}" type="slidenum">
              <a:rPr lang="en-US" smtClean="0"/>
              <a:t>‹#›</a:t>
            </a:fld>
            <a:endParaRPr lang="en-US"/>
          </a:p>
        </p:txBody>
      </p:sp>
    </p:spTree>
    <p:extLst>
      <p:ext uri="{BB962C8B-B14F-4D97-AF65-F5344CB8AC3E}">
        <p14:creationId xmlns:p14="http://schemas.microsoft.com/office/powerpoint/2010/main" val="18533929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C477A-4BF7-6036-81FC-70BADEEEA10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FDA1EF4-4578-1803-5DEF-8C713FC39F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02CBA7-4748-0A55-E6C4-A88D4965F1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E657C6-CABD-0D9A-B488-CCB422EAB1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CBD420-3F59-D7E5-99C1-FA8E333D7B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EC9178-67C5-4FB7-7D5E-B84D5D14777E}"/>
              </a:ext>
            </a:extLst>
          </p:cNvPr>
          <p:cNvSpPr>
            <a:spLocks noGrp="1"/>
          </p:cNvSpPr>
          <p:nvPr>
            <p:ph type="dt" sz="half" idx="10"/>
          </p:nvPr>
        </p:nvSpPr>
        <p:spPr/>
        <p:txBody>
          <a:bodyPr/>
          <a:lstStyle/>
          <a:p>
            <a:fld id="{F72AF9F7-A8AD-478A-94E2-7EE2DC5AB799}" type="datetimeFigureOut">
              <a:rPr lang="en-US" smtClean="0"/>
              <a:t>12/5/2025</a:t>
            </a:fld>
            <a:endParaRPr lang="en-US"/>
          </a:p>
        </p:txBody>
      </p:sp>
      <p:sp>
        <p:nvSpPr>
          <p:cNvPr id="8" name="Footer Placeholder 7">
            <a:extLst>
              <a:ext uri="{FF2B5EF4-FFF2-40B4-BE49-F238E27FC236}">
                <a16:creationId xmlns:a16="http://schemas.microsoft.com/office/drawing/2014/main" id="{181D84E3-1AEE-5C73-F52D-B664338C47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4EB895-A1A0-A0C5-42AA-7B3C9011169C}"/>
              </a:ext>
            </a:extLst>
          </p:cNvPr>
          <p:cNvSpPr>
            <a:spLocks noGrp="1"/>
          </p:cNvSpPr>
          <p:nvPr>
            <p:ph type="sldNum" sz="quarter" idx="12"/>
          </p:nvPr>
        </p:nvSpPr>
        <p:spPr/>
        <p:txBody>
          <a:bodyPr/>
          <a:lstStyle/>
          <a:p>
            <a:fld id="{B2B74C6E-6E59-4AB0-AD7C-F39AF772E578}" type="slidenum">
              <a:rPr lang="en-US" smtClean="0"/>
              <a:t>‹#›</a:t>
            </a:fld>
            <a:endParaRPr lang="en-US"/>
          </a:p>
        </p:txBody>
      </p:sp>
    </p:spTree>
    <p:extLst>
      <p:ext uri="{BB962C8B-B14F-4D97-AF65-F5344CB8AC3E}">
        <p14:creationId xmlns:p14="http://schemas.microsoft.com/office/powerpoint/2010/main" val="2007458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91C58-0926-9CDA-13C2-7A29BC2285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C4FD88F-C8F6-0D15-4A76-D9D61065B825}"/>
              </a:ext>
            </a:extLst>
          </p:cNvPr>
          <p:cNvSpPr>
            <a:spLocks noGrp="1"/>
          </p:cNvSpPr>
          <p:nvPr>
            <p:ph type="dt" sz="half" idx="10"/>
          </p:nvPr>
        </p:nvSpPr>
        <p:spPr/>
        <p:txBody>
          <a:bodyPr/>
          <a:lstStyle/>
          <a:p>
            <a:fld id="{F72AF9F7-A8AD-478A-94E2-7EE2DC5AB799}" type="datetimeFigureOut">
              <a:rPr lang="en-US" smtClean="0"/>
              <a:t>12/5/2025</a:t>
            </a:fld>
            <a:endParaRPr lang="en-US"/>
          </a:p>
        </p:txBody>
      </p:sp>
      <p:sp>
        <p:nvSpPr>
          <p:cNvPr id="4" name="Footer Placeholder 3">
            <a:extLst>
              <a:ext uri="{FF2B5EF4-FFF2-40B4-BE49-F238E27FC236}">
                <a16:creationId xmlns:a16="http://schemas.microsoft.com/office/drawing/2014/main" id="{C40499CA-81C1-B8E5-4072-DF2C32C952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53DE00-7B82-D6CC-509D-3BF7C611636C}"/>
              </a:ext>
            </a:extLst>
          </p:cNvPr>
          <p:cNvSpPr>
            <a:spLocks noGrp="1"/>
          </p:cNvSpPr>
          <p:nvPr>
            <p:ph type="sldNum" sz="quarter" idx="12"/>
          </p:nvPr>
        </p:nvSpPr>
        <p:spPr/>
        <p:txBody>
          <a:bodyPr/>
          <a:lstStyle/>
          <a:p>
            <a:fld id="{B2B74C6E-6E59-4AB0-AD7C-F39AF772E578}" type="slidenum">
              <a:rPr lang="en-US" smtClean="0"/>
              <a:t>‹#›</a:t>
            </a:fld>
            <a:endParaRPr lang="en-US"/>
          </a:p>
        </p:txBody>
      </p:sp>
    </p:spTree>
    <p:extLst>
      <p:ext uri="{BB962C8B-B14F-4D97-AF65-F5344CB8AC3E}">
        <p14:creationId xmlns:p14="http://schemas.microsoft.com/office/powerpoint/2010/main" val="4140943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2ABAE95-C478-828C-26A3-6D6A5F76312D}"/>
              </a:ext>
            </a:extLst>
          </p:cNvPr>
          <p:cNvSpPr>
            <a:spLocks noGrp="1"/>
          </p:cNvSpPr>
          <p:nvPr>
            <p:ph type="dt" sz="half" idx="10"/>
          </p:nvPr>
        </p:nvSpPr>
        <p:spPr/>
        <p:txBody>
          <a:bodyPr/>
          <a:lstStyle/>
          <a:p>
            <a:fld id="{F72AF9F7-A8AD-478A-94E2-7EE2DC5AB799}" type="datetimeFigureOut">
              <a:rPr lang="en-US" smtClean="0"/>
              <a:t>12/5/2025</a:t>
            </a:fld>
            <a:endParaRPr lang="en-US"/>
          </a:p>
        </p:txBody>
      </p:sp>
      <p:sp>
        <p:nvSpPr>
          <p:cNvPr id="3" name="Footer Placeholder 2">
            <a:extLst>
              <a:ext uri="{FF2B5EF4-FFF2-40B4-BE49-F238E27FC236}">
                <a16:creationId xmlns:a16="http://schemas.microsoft.com/office/drawing/2014/main" id="{25A6EF5A-7657-F1A8-212E-3FD0A085BE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39125D-6AE9-7E85-4C57-B9DC518C84CE}"/>
              </a:ext>
            </a:extLst>
          </p:cNvPr>
          <p:cNvSpPr>
            <a:spLocks noGrp="1"/>
          </p:cNvSpPr>
          <p:nvPr>
            <p:ph type="sldNum" sz="quarter" idx="12"/>
          </p:nvPr>
        </p:nvSpPr>
        <p:spPr/>
        <p:txBody>
          <a:bodyPr/>
          <a:lstStyle/>
          <a:p>
            <a:fld id="{B2B74C6E-6E59-4AB0-AD7C-F39AF772E578}" type="slidenum">
              <a:rPr lang="en-US" smtClean="0"/>
              <a:t>‹#›</a:t>
            </a:fld>
            <a:endParaRPr lang="en-US"/>
          </a:p>
        </p:txBody>
      </p:sp>
    </p:spTree>
    <p:extLst>
      <p:ext uri="{BB962C8B-B14F-4D97-AF65-F5344CB8AC3E}">
        <p14:creationId xmlns:p14="http://schemas.microsoft.com/office/powerpoint/2010/main" val="28313895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891D1-D9BF-FF3E-AAE1-195A47E4D5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6BC51D-A83A-D01E-8B8E-E7D5E0B351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B36EFA-3DB1-13FD-CDED-973FDD795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8A9075-C6AA-9C23-BA0C-35976891FE1A}"/>
              </a:ext>
            </a:extLst>
          </p:cNvPr>
          <p:cNvSpPr>
            <a:spLocks noGrp="1"/>
          </p:cNvSpPr>
          <p:nvPr>
            <p:ph type="dt" sz="half" idx="10"/>
          </p:nvPr>
        </p:nvSpPr>
        <p:spPr/>
        <p:txBody>
          <a:bodyPr/>
          <a:lstStyle/>
          <a:p>
            <a:fld id="{F72AF9F7-A8AD-478A-94E2-7EE2DC5AB799}" type="datetimeFigureOut">
              <a:rPr lang="en-US" smtClean="0"/>
              <a:t>12/5/2025</a:t>
            </a:fld>
            <a:endParaRPr lang="en-US"/>
          </a:p>
        </p:txBody>
      </p:sp>
      <p:sp>
        <p:nvSpPr>
          <p:cNvPr id="6" name="Footer Placeholder 5">
            <a:extLst>
              <a:ext uri="{FF2B5EF4-FFF2-40B4-BE49-F238E27FC236}">
                <a16:creationId xmlns:a16="http://schemas.microsoft.com/office/drawing/2014/main" id="{CDBF29F9-C0F0-CA1D-26D5-66DF3ACA2C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AD0B4E-21CC-C123-85C5-AA146EFFDF21}"/>
              </a:ext>
            </a:extLst>
          </p:cNvPr>
          <p:cNvSpPr>
            <a:spLocks noGrp="1"/>
          </p:cNvSpPr>
          <p:nvPr>
            <p:ph type="sldNum" sz="quarter" idx="12"/>
          </p:nvPr>
        </p:nvSpPr>
        <p:spPr/>
        <p:txBody>
          <a:bodyPr/>
          <a:lstStyle/>
          <a:p>
            <a:fld id="{B2B74C6E-6E59-4AB0-AD7C-F39AF772E578}" type="slidenum">
              <a:rPr lang="en-US" smtClean="0"/>
              <a:t>‹#›</a:t>
            </a:fld>
            <a:endParaRPr lang="en-US"/>
          </a:p>
        </p:txBody>
      </p:sp>
    </p:spTree>
    <p:extLst>
      <p:ext uri="{BB962C8B-B14F-4D97-AF65-F5344CB8AC3E}">
        <p14:creationId xmlns:p14="http://schemas.microsoft.com/office/powerpoint/2010/main" val="41668012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01918-8975-4287-0F4A-E6EF1D078F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AD10F4E-C2CF-29A9-6051-56FD77D360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E0C09C-1CF2-29F7-41A0-CD828626C4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7AE178-7DF1-3BEE-A0CA-2EC963D3FDC0}"/>
              </a:ext>
            </a:extLst>
          </p:cNvPr>
          <p:cNvSpPr>
            <a:spLocks noGrp="1"/>
          </p:cNvSpPr>
          <p:nvPr>
            <p:ph type="dt" sz="half" idx="10"/>
          </p:nvPr>
        </p:nvSpPr>
        <p:spPr/>
        <p:txBody>
          <a:bodyPr/>
          <a:lstStyle/>
          <a:p>
            <a:fld id="{F72AF9F7-A8AD-478A-94E2-7EE2DC5AB799}" type="datetimeFigureOut">
              <a:rPr lang="en-US" smtClean="0"/>
              <a:t>12/5/2025</a:t>
            </a:fld>
            <a:endParaRPr lang="en-US"/>
          </a:p>
        </p:txBody>
      </p:sp>
      <p:sp>
        <p:nvSpPr>
          <p:cNvPr id="6" name="Footer Placeholder 5">
            <a:extLst>
              <a:ext uri="{FF2B5EF4-FFF2-40B4-BE49-F238E27FC236}">
                <a16:creationId xmlns:a16="http://schemas.microsoft.com/office/drawing/2014/main" id="{0263632B-7AF4-138E-730E-CF31DACC56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5A0375-724D-C072-C3D9-07397271917B}"/>
              </a:ext>
            </a:extLst>
          </p:cNvPr>
          <p:cNvSpPr>
            <a:spLocks noGrp="1"/>
          </p:cNvSpPr>
          <p:nvPr>
            <p:ph type="sldNum" sz="quarter" idx="12"/>
          </p:nvPr>
        </p:nvSpPr>
        <p:spPr/>
        <p:txBody>
          <a:bodyPr/>
          <a:lstStyle/>
          <a:p>
            <a:fld id="{B2B74C6E-6E59-4AB0-AD7C-F39AF772E578}" type="slidenum">
              <a:rPr lang="en-US" smtClean="0"/>
              <a:t>‹#›</a:t>
            </a:fld>
            <a:endParaRPr lang="en-US"/>
          </a:p>
        </p:txBody>
      </p:sp>
    </p:spTree>
    <p:extLst>
      <p:ext uri="{BB962C8B-B14F-4D97-AF65-F5344CB8AC3E}">
        <p14:creationId xmlns:p14="http://schemas.microsoft.com/office/powerpoint/2010/main" val="24056013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4803E-9E11-2976-12B7-1C0700BF8B1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0EFC64-36E0-5079-1EE5-D8BD67DDA6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41B4FC-D69A-0FFD-1D65-832CCDDE30B3}"/>
              </a:ext>
            </a:extLst>
          </p:cNvPr>
          <p:cNvSpPr>
            <a:spLocks noGrp="1"/>
          </p:cNvSpPr>
          <p:nvPr>
            <p:ph type="dt" sz="half" idx="10"/>
          </p:nvPr>
        </p:nvSpPr>
        <p:spPr/>
        <p:txBody>
          <a:bodyPr/>
          <a:lstStyle/>
          <a:p>
            <a:fld id="{F72AF9F7-A8AD-478A-94E2-7EE2DC5AB799}" type="datetimeFigureOut">
              <a:rPr lang="en-US" smtClean="0"/>
              <a:t>12/5/2025</a:t>
            </a:fld>
            <a:endParaRPr lang="en-US"/>
          </a:p>
        </p:txBody>
      </p:sp>
      <p:sp>
        <p:nvSpPr>
          <p:cNvPr id="5" name="Footer Placeholder 4">
            <a:extLst>
              <a:ext uri="{FF2B5EF4-FFF2-40B4-BE49-F238E27FC236}">
                <a16:creationId xmlns:a16="http://schemas.microsoft.com/office/drawing/2014/main" id="{CF156D51-818F-3AB1-58C0-0E91D98DA8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9050B-B809-AF11-6324-06D87E03B278}"/>
              </a:ext>
            </a:extLst>
          </p:cNvPr>
          <p:cNvSpPr>
            <a:spLocks noGrp="1"/>
          </p:cNvSpPr>
          <p:nvPr>
            <p:ph type="sldNum" sz="quarter" idx="12"/>
          </p:nvPr>
        </p:nvSpPr>
        <p:spPr/>
        <p:txBody>
          <a:bodyPr/>
          <a:lstStyle/>
          <a:p>
            <a:fld id="{B2B74C6E-6E59-4AB0-AD7C-F39AF772E578}" type="slidenum">
              <a:rPr lang="en-US" smtClean="0"/>
              <a:t>‹#›</a:t>
            </a:fld>
            <a:endParaRPr lang="en-US"/>
          </a:p>
        </p:txBody>
      </p:sp>
    </p:spTree>
    <p:extLst>
      <p:ext uri="{BB962C8B-B14F-4D97-AF65-F5344CB8AC3E}">
        <p14:creationId xmlns:p14="http://schemas.microsoft.com/office/powerpoint/2010/main" val="2337153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ACD860-A20F-0401-3E51-6A9D2D0353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2CF676-5C61-D661-A01F-B83C674E83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4E8064-04CE-62AA-9692-9EC1FED470AD}"/>
              </a:ext>
            </a:extLst>
          </p:cNvPr>
          <p:cNvSpPr>
            <a:spLocks noGrp="1"/>
          </p:cNvSpPr>
          <p:nvPr>
            <p:ph type="dt" sz="half" idx="10"/>
          </p:nvPr>
        </p:nvSpPr>
        <p:spPr/>
        <p:txBody>
          <a:bodyPr/>
          <a:lstStyle/>
          <a:p>
            <a:fld id="{F72AF9F7-A8AD-478A-94E2-7EE2DC5AB799}" type="datetimeFigureOut">
              <a:rPr lang="en-US" smtClean="0"/>
              <a:t>12/5/2025</a:t>
            </a:fld>
            <a:endParaRPr lang="en-US"/>
          </a:p>
        </p:txBody>
      </p:sp>
      <p:sp>
        <p:nvSpPr>
          <p:cNvPr id="5" name="Footer Placeholder 4">
            <a:extLst>
              <a:ext uri="{FF2B5EF4-FFF2-40B4-BE49-F238E27FC236}">
                <a16:creationId xmlns:a16="http://schemas.microsoft.com/office/drawing/2014/main" id="{5F7F25CD-3B52-BE23-ACFB-D80863F36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9235BA-4421-3224-D2D8-FF572520E7D1}"/>
              </a:ext>
            </a:extLst>
          </p:cNvPr>
          <p:cNvSpPr>
            <a:spLocks noGrp="1"/>
          </p:cNvSpPr>
          <p:nvPr>
            <p:ph type="sldNum" sz="quarter" idx="12"/>
          </p:nvPr>
        </p:nvSpPr>
        <p:spPr/>
        <p:txBody>
          <a:bodyPr/>
          <a:lstStyle/>
          <a:p>
            <a:fld id="{B2B74C6E-6E59-4AB0-AD7C-F39AF772E578}" type="slidenum">
              <a:rPr lang="en-US" smtClean="0"/>
              <a:t>‹#›</a:t>
            </a:fld>
            <a:endParaRPr lang="en-US"/>
          </a:p>
        </p:txBody>
      </p:sp>
    </p:spTree>
    <p:extLst>
      <p:ext uri="{BB962C8B-B14F-4D97-AF65-F5344CB8AC3E}">
        <p14:creationId xmlns:p14="http://schemas.microsoft.com/office/powerpoint/2010/main" val="14452979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592EAA-4DED-4D4B-AE0E-9DB8D4F70CA6}"/>
              </a:ext>
            </a:extLst>
          </p:cNvPr>
          <p:cNvSpPr>
            <a:spLocks noGrp="1"/>
          </p:cNvSpPr>
          <p:nvPr>
            <p:ph type="dt" sz="half" idx="10"/>
          </p:nvPr>
        </p:nvSpPr>
        <p:spPr/>
        <p:txBody>
          <a:bodyPr/>
          <a:lstStyle/>
          <a:p>
            <a:fld id="{A8393459-2A3F-43B7-9029-673CBE1B9EAA}" type="datetimeFigureOut">
              <a:rPr lang="en-US" smtClean="0"/>
              <a:t>12/5/2025</a:t>
            </a:fld>
            <a:endParaRPr lang="en-US"/>
          </a:p>
        </p:txBody>
      </p:sp>
      <p:sp>
        <p:nvSpPr>
          <p:cNvPr id="3" name="Footer Placeholder 2">
            <a:extLst>
              <a:ext uri="{FF2B5EF4-FFF2-40B4-BE49-F238E27FC236}">
                <a16:creationId xmlns:a16="http://schemas.microsoft.com/office/drawing/2014/main" id="{9318E171-7F7A-4873-8C48-281EA97148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266C67-9E8D-4A7C-BEF2-CFA1886B0D80}"/>
              </a:ext>
            </a:extLst>
          </p:cNvPr>
          <p:cNvSpPr>
            <a:spLocks noGrp="1"/>
          </p:cNvSpPr>
          <p:nvPr>
            <p:ph type="sldNum" sz="quarter" idx="12"/>
          </p:nvPr>
        </p:nvSpPr>
        <p:spPr/>
        <p:txBody>
          <a:bodyPr/>
          <a:lstStyle/>
          <a:p>
            <a:fld id="{81BB64E3-F292-42FF-970E-E88E86E36524}" type="slidenum">
              <a:rPr lang="en-US" smtClean="0"/>
              <a:t>‹#›</a:t>
            </a:fld>
            <a:endParaRPr lang="en-US"/>
          </a:p>
        </p:txBody>
      </p:sp>
      <p:sp>
        <p:nvSpPr>
          <p:cNvPr id="8" name="Picture Placeholder 7">
            <a:extLst>
              <a:ext uri="{FF2B5EF4-FFF2-40B4-BE49-F238E27FC236}">
                <a16:creationId xmlns:a16="http://schemas.microsoft.com/office/drawing/2014/main" id="{8D2C8D65-D92C-4C13-9383-FC5DE94519D1}"/>
              </a:ext>
            </a:extLst>
          </p:cNvPr>
          <p:cNvSpPr>
            <a:spLocks noGrp="1"/>
          </p:cNvSpPr>
          <p:nvPr>
            <p:ph type="pic" sz="quarter" idx="13"/>
          </p:nvPr>
        </p:nvSpPr>
        <p:spPr>
          <a:xfrm>
            <a:off x="0" y="0"/>
            <a:ext cx="12192000" cy="6858000"/>
          </a:xfrm>
        </p:spPr>
        <p:txBody>
          <a:bodyPr/>
          <a:lstStyle/>
          <a:p>
            <a:endParaRPr lang="en-US"/>
          </a:p>
        </p:txBody>
      </p:sp>
    </p:spTree>
    <p:extLst>
      <p:ext uri="{BB962C8B-B14F-4D97-AF65-F5344CB8AC3E}">
        <p14:creationId xmlns:p14="http://schemas.microsoft.com/office/powerpoint/2010/main" val="1951486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2D706C-1A2D-CF56-CE55-75E1653CE8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48D7E8-E5FF-51CD-FBFB-CFE088BA93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5A60D8-FA31-8D29-299E-5A290F4E42C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B88040-3405-4750-A2F1-734D63401E00}" type="datetimeFigureOut">
              <a:rPr lang="en-US" smtClean="0"/>
              <a:t>12/5/2025</a:t>
            </a:fld>
            <a:endParaRPr lang="en-US"/>
          </a:p>
        </p:txBody>
      </p:sp>
      <p:sp>
        <p:nvSpPr>
          <p:cNvPr id="5" name="Footer Placeholder 4">
            <a:extLst>
              <a:ext uri="{FF2B5EF4-FFF2-40B4-BE49-F238E27FC236}">
                <a16:creationId xmlns:a16="http://schemas.microsoft.com/office/drawing/2014/main" id="{031F52A3-4139-A887-8ADD-FAD6448ABF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D127144-61A8-1483-D9F1-740E922D6A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13EA4D-D83B-4DE8-B82A-1D8B325A906C}" type="slidenum">
              <a:rPr lang="en-US" smtClean="0"/>
              <a:t>‹#›</a:t>
            </a:fld>
            <a:endParaRPr lang="en-US"/>
          </a:p>
        </p:txBody>
      </p:sp>
    </p:spTree>
    <p:extLst>
      <p:ext uri="{BB962C8B-B14F-4D97-AF65-F5344CB8AC3E}">
        <p14:creationId xmlns:p14="http://schemas.microsoft.com/office/powerpoint/2010/main" val="5865290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CD5C9-707E-440C-4F59-19109FB3CC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A37EEB9-5CFF-0280-9835-BE803C3094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F84C34-E556-1411-D7C9-23208C7F94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2AF9F7-A8AD-478A-94E2-7EE2DC5AB799}" type="datetimeFigureOut">
              <a:rPr lang="en-US" smtClean="0"/>
              <a:t>12/5/2025</a:t>
            </a:fld>
            <a:endParaRPr lang="en-US"/>
          </a:p>
        </p:txBody>
      </p:sp>
      <p:sp>
        <p:nvSpPr>
          <p:cNvPr id="5" name="Footer Placeholder 4">
            <a:extLst>
              <a:ext uri="{FF2B5EF4-FFF2-40B4-BE49-F238E27FC236}">
                <a16:creationId xmlns:a16="http://schemas.microsoft.com/office/drawing/2014/main" id="{D6DB404F-2E77-CDBF-AFF4-F81C6B56D2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B12F1C-DB59-C9B6-5519-BFFC893412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B74C6E-6E59-4AB0-AD7C-F39AF772E578}" type="slidenum">
              <a:rPr lang="en-US" smtClean="0"/>
              <a:t>‹#›</a:t>
            </a:fld>
            <a:endParaRPr lang="en-US"/>
          </a:p>
        </p:txBody>
      </p:sp>
    </p:spTree>
    <p:extLst>
      <p:ext uri="{BB962C8B-B14F-4D97-AF65-F5344CB8AC3E}">
        <p14:creationId xmlns:p14="http://schemas.microsoft.com/office/powerpoint/2010/main" val="20693243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13" Type="http://schemas.microsoft.com/office/2007/relationships/hdphoto" Target="../media/hdphoto6.wdp"/><Relationship Id="rId3" Type="http://schemas.microsoft.com/office/2007/relationships/hdphoto" Target="../media/hdphoto1.wdp"/><Relationship Id="rId7" Type="http://schemas.microsoft.com/office/2007/relationships/hdphoto" Target="../media/hdphoto3.wdp"/><Relationship Id="rId12"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8.xml"/><Relationship Id="rId6" Type="http://schemas.openxmlformats.org/officeDocument/2006/relationships/image" Target="../media/image4.png"/><Relationship Id="rId11" Type="http://schemas.microsoft.com/office/2007/relationships/hdphoto" Target="../media/hdphoto5.wdp"/><Relationship Id="rId5" Type="http://schemas.microsoft.com/office/2007/relationships/hdphoto" Target="../media/hdphoto2.wdp"/><Relationship Id="rId15" Type="http://schemas.microsoft.com/office/2007/relationships/hdphoto" Target="../media/hdphoto7.wdp"/><Relationship Id="rId10" Type="http://schemas.openxmlformats.org/officeDocument/2006/relationships/image" Target="../media/image6.png"/><Relationship Id="rId4" Type="http://schemas.openxmlformats.org/officeDocument/2006/relationships/image" Target="../media/image3.png"/><Relationship Id="rId9" Type="http://schemas.microsoft.com/office/2007/relationships/hdphoto" Target="../media/hdphoto4.wdp"/><Relationship Id="rId1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svg"/><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image" Target="../media/image19.png"/><Relationship Id="rId2" Type="http://schemas.openxmlformats.org/officeDocument/2006/relationships/image" Target="../media/image9.png"/><Relationship Id="rId1" Type="http://schemas.openxmlformats.org/officeDocument/2006/relationships/slideLayout" Target="../slideLayouts/slideLayout12.xml"/><Relationship Id="rId6" Type="http://schemas.openxmlformats.org/officeDocument/2006/relationships/image" Target="../media/image13.png"/><Relationship Id="rId11" Type="http://schemas.openxmlformats.org/officeDocument/2006/relationships/image" Target="../media/image18.svg"/><Relationship Id="rId5" Type="http://schemas.openxmlformats.org/officeDocument/2006/relationships/image" Target="../media/image12.sv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microsoft.com/office/2007/relationships/hdphoto" Target="../media/hdphoto8.wdp"/><Relationship Id="rId7" Type="http://schemas.microsoft.com/office/2007/relationships/hdphoto" Target="../media/hdphoto10.wdp"/><Relationship Id="rId2" Type="http://schemas.openxmlformats.org/officeDocument/2006/relationships/image" Target="../media/image21.png"/><Relationship Id="rId1" Type="http://schemas.openxmlformats.org/officeDocument/2006/relationships/slideLayout" Target="../slideLayouts/slideLayout18.xml"/><Relationship Id="rId6" Type="http://schemas.openxmlformats.org/officeDocument/2006/relationships/image" Target="../media/image23.png"/><Relationship Id="rId11" Type="http://schemas.microsoft.com/office/2007/relationships/hdphoto" Target="../media/hdphoto12.wdp"/><Relationship Id="rId5" Type="http://schemas.microsoft.com/office/2007/relationships/hdphoto" Target="../media/hdphoto9.wdp"/><Relationship Id="rId10" Type="http://schemas.openxmlformats.org/officeDocument/2006/relationships/image" Target="../media/image25.png"/><Relationship Id="rId4" Type="http://schemas.openxmlformats.org/officeDocument/2006/relationships/image" Target="../media/image22.png"/><Relationship Id="rId9" Type="http://schemas.microsoft.com/office/2007/relationships/hdphoto" Target="../media/hdphoto11.wdp"/></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13" Type="http://schemas.microsoft.com/office/2007/relationships/hdphoto" Target="../media/hdphoto18.wdp"/><Relationship Id="rId3" Type="http://schemas.microsoft.com/office/2007/relationships/hdphoto" Target="../media/hdphoto13.wdp"/><Relationship Id="rId7" Type="http://schemas.microsoft.com/office/2007/relationships/hdphoto" Target="../media/hdphoto15.wdp"/><Relationship Id="rId12"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8.xml"/><Relationship Id="rId6" Type="http://schemas.openxmlformats.org/officeDocument/2006/relationships/image" Target="../media/image28.png"/><Relationship Id="rId11" Type="http://schemas.microsoft.com/office/2007/relationships/hdphoto" Target="../media/hdphoto17.wdp"/><Relationship Id="rId5" Type="http://schemas.microsoft.com/office/2007/relationships/hdphoto" Target="../media/hdphoto14.wdp"/><Relationship Id="rId10" Type="http://schemas.openxmlformats.org/officeDocument/2006/relationships/image" Target="../media/image30.png"/><Relationship Id="rId4" Type="http://schemas.openxmlformats.org/officeDocument/2006/relationships/image" Target="../media/image27.png"/><Relationship Id="rId9" Type="http://schemas.microsoft.com/office/2007/relationships/hdphoto" Target="../media/hdphoto16.wdp"/></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svg"/><Relationship Id="rId3" Type="http://schemas.openxmlformats.org/officeDocument/2006/relationships/image" Target="../media/image39.svg"/><Relationship Id="rId7" Type="http://schemas.openxmlformats.org/officeDocument/2006/relationships/image" Target="../media/image43.svg"/><Relationship Id="rId12" Type="http://schemas.openxmlformats.org/officeDocument/2006/relationships/image" Target="../media/image48.png"/><Relationship Id="rId2" Type="http://schemas.openxmlformats.org/officeDocument/2006/relationships/image" Target="../media/image38.png"/><Relationship Id="rId1" Type="http://schemas.openxmlformats.org/officeDocument/2006/relationships/slideLayout" Target="../slideLayouts/slideLayout18.xml"/><Relationship Id="rId6" Type="http://schemas.openxmlformats.org/officeDocument/2006/relationships/image" Target="../media/image42.png"/><Relationship Id="rId11" Type="http://schemas.openxmlformats.org/officeDocument/2006/relationships/image" Target="../media/image47.svg"/><Relationship Id="rId5" Type="http://schemas.openxmlformats.org/officeDocument/2006/relationships/image" Target="../media/image41.sv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svg"/></Relationships>
</file>

<file path=ppt/slides/_rels/slide15.xml.rels><?xml version="1.0" encoding="UTF-8" standalone="yes"?>
<Relationships xmlns="http://schemas.openxmlformats.org/package/2006/relationships"><Relationship Id="rId8" Type="http://schemas.openxmlformats.org/officeDocument/2006/relationships/image" Target="../media/image53.png"/><Relationship Id="rId13" Type="http://schemas.microsoft.com/office/2007/relationships/hdphoto" Target="../media/hdphoto24.wdp"/><Relationship Id="rId3" Type="http://schemas.microsoft.com/office/2007/relationships/hdphoto" Target="../media/hdphoto19.wdp"/><Relationship Id="rId7" Type="http://schemas.microsoft.com/office/2007/relationships/hdphoto" Target="../media/hdphoto21.wdp"/><Relationship Id="rId12" Type="http://schemas.openxmlformats.org/officeDocument/2006/relationships/image" Target="../media/image55.png"/><Relationship Id="rId2" Type="http://schemas.openxmlformats.org/officeDocument/2006/relationships/image" Target="../media/image50.png"/><Relationship Id="rId1" Type="http://schemas.openxmlformats.org/officeDocument/2006/relationships/slideLayout" Target="../slideLayouts/slideLayout18.xml"/><Relationship Id="rId6" Type="http://schemas.openxmlformats.org/officeDocument/2006/relationships/image" Target="../media/image52.png"/><Relationship Id="rId11" Type="http://schemas.microsoft.com/office/2007/relationships/hdphoto" Target="../media/hdphoto23.wdp"/><Relationship Id="rId5" Type="http://schemas.microsoft.com/office/2007/relationships/hdphoto" Target="../media/hdphoto20.wdp"/><Relationship Id="rId10" Type="http://schemas.openxmlformats.org/officeDocument/2006/relationships/image" Target="../media/image54.png"/><Relationship Id="rId4" Type="http://schemas.openxmlformats.org/officeDocument/2006/relationships/image" Target="../media/image51.png"/><Relationship Id="rId9" Type="http://schemas.microsoft.com/office/2007/relationships/hdphoto" Target="../media/hdphoto22.wdp"/></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3.xml"/><Relationship Id="rId4" Type="http://schemas.microsoft.com/office/2007/relationships/hdphoto" Target="../media/hdphoto25.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7C29C7-1239-4537-B1A4-369889FD19D2}"/>
              </a:ext>
            </a:extLst>
          </p:cNvPr>
          <p:cNvSpPr/>
          <p:nvPr/>
        </p:nvSpPr>
        <p:spPr>
          <a:xfrm>
            <a:off x="0" y="0"/>
            <a:ext cx="12192000" cy="6858000"/>
          </a:xfrm>
          <a:prstGeom prst="rect">
            <a:avLst/>
          </a:prstGeom>
          <a:blipFill>
            <a:blip r:embed="rId2"/>
            <a:stretch>
              <a:fillRect t="-9516" b="-95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70248877"/>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36072AD-D117-47D1-9667-A4F23D889B68}"/>
              </a:ext>
            </a:extLst>
          </p:cNvPr>
          <p:cNvSpPr/>
          <p:nvPr/>
        </p:nvSpPr>
        <p:spPr>
          <a:xfrm>
            <a:off x="247135" y="1303638"/>
            <a:ext cx="11697730" cy="425072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9D32B1B1-E5DB-4CF2-B8F2-0CD56FBA9628}"/>
              </a:ext>
            </a:extLst>
          </p:cNvPr>
          <p:cNvGrpSpPr/>
          <p:nvPr/>
        </p:nvGrpSpPr>
        <p:grpSpPr>
          <a:xfrm>
            <a:off x="-1" y="6763871"/>
            <a:ext cx="12192001" cy="94129"/>
            <a:chOff x="-1" y="0"/>
            <a:chExt cx="12192001" cy="94129"/>
          </a:xfrm>
        </p:grpSpPr>
        <p:sp>
          <p:nvSpPr>
            <p:cNvPr id="5" name="Rectangle 4">
              <a:extLst>
                <a:ext uri="{FF2B5EF4-FFF2-40B4-BE49-F238E27FC236}">
                  <a16:creationId xmlns:a16="http://schemas.microsoft.com/office/drawing/2014/main" id="{8A1BBC19-41CC-4F38-8BFC-8A543D1EA139}"/>
                </a:ext>
              </a:extLst>
            </p:cNvPr>
            <p:cNvSpPr/>
            <p:nvPr/>
          </p:nvSpPr>
          <p:spPr>
            <a:xfrm>
              <a:off x="-1" y="0"/>
              <a:ext cx="6366881" cy="941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3765884-7447-400C-836B-6BF3D1CC36BF}"/>
                </a:ext>
              </a:extLst>
            </p:cNvPr>
            <p:cNvSpPr/>
            <p:nvPr/>
          </p:nvSpPr>
          <p:spPr>
            <a:xfrm>
              <a:off x="6366881" y="0"/>
              <a:ext cx="2447048" cy="941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32F19FF-DB54-4EE3-8B29-9D6F57641B20}"/>
                </a:ext>
              </a:extLst>
            </p:cNvPr>
            <p:cNvSpPr/>
            <p:nvPr/>
          </p:nvSpPr>
          <p:spPr>
            <a:xfrm>
              <a:off x="8806904" y="0"/>
              <a:ext cx="2447048" cy="941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28F9F5E-A979-43A5-BDFD-4527C66FFC3A}"/>
                </a:ext>
              </a:extLst>
            </p:cNvPr>
            <p:cNvSpPr/>
            <p:nvPr/>
          </p:nvSpPr>
          <p:spPr>
            <a:xfrm>
              <a:off x="11154213" y="0"/>
              <a:ext cx="1037787" cy="941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7DBE0911-75FE-4C14-9089-0162C78091ED}"/>
              </a:ext>
            </a:extLst>
          </p:cNvPr>
          <p:cNvGrpSpPr/>
          <p:nvPr/>
        </p:nvGrpSpPr>
        <p:grpSpPr>
          <a:xfrm>
            <a:off x="-1" y="6763871"/>
            <a:ext cx="12192001" cy="94129"/>
            <a:chOff x="-1" y="0"/>
            <a:chExt cx="12192001" cy="94129"/>
          </a:xfrm>
        </p:grpSpPr>
        <p:sp>
          <p:nvSpPr>
            <p:cNvPr id="10" name="Rectangle 9">
              <a:extLst>
                <a:ext uri="{FF2B5EF4-FFF2-40B4-BE49-F238E27FC236}">
                  <a16:creationId xmlns:a16="http://schemas.microsoft.com/office/drawing/2014/main" id="{521F432B-8CFF-48B7-9DA0-FB33B2E5794D}"/>
                </a:ext>
              </a:extLst>
            </p:cNvPr>
            <p:cNvSpPr/>
            <p:nvPr/>
          </p:nvSpPr>
          <p:spPr>
            <a:xfrm>
              <a:off x="-1" y="0"/>
              <a:ext cx="6366881" cy="941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C17553C-E72F-44E3-A47B-CC5FD8306775}"/>
                </a:ext>
              </a:extLst>
            </p:cNvPr>
            <p:cNvSpPr/>
            <p:nvPr/>
          </p:nvSpPr>
          <p:spPr>
            <a:xfrm>
              <a:off x="6366881" y="0"/>
              <a:ext cx="2447048" cy="941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E5CEEF6-1C3F-4847-9420-0814BC7616CE}"/>
                </a:ext>
              </a:extLst>
            </p:cNvPr>
            <p:cNvSpPr/>
            <p:nvPr/>
          </p:nvSpPr>
          <p:spPr>
            <a:xfrm>
              <a:off x="8806904" y="0"/>
              <a:ext cx="2447048" cy="941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C077AD-3039-4933-8193-5A02A77A118E}"/>
                </a:ext>
              </a:extLst>
            </p:cNvPr>
            <p:cNvSpPr/>
            <p:nvPr/>
          </p:nvSpPr>
          <p:spPr>
            <a:xfrm>
              <a:off x="11154213" y="0"/>
              <a:ext cx="1037787" cy="941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89F8E8D8-58F9-4A32-ABBC-F5FCA3BCDC90}"/>
              </a:ext>
            </a:extLst>
          </p:cNvPr>
          <p:cNvGrpSpPr/>
          <p:nvPr/>
        </p:nvGrpSpPr>
        <p:grpSpPr>
          <a:xfrm>
            <a:off x="-1" y="0"/>
            <a:ext cx="12192001" cy="94129"/>
            <a:chOff x="-1" y="0"/>
            <a:chExt cx="12192001" cy="94129"/>
          </a:xfrm>
        </p:grpSpPr>
        <p:sp>
          <p:nvSpPr>
            <p:cNvPr id="15" name="Rectangle 14">
              <a:extLst>
                <a:ext uri="{FF2B5EF4-FFF2-40B4-BE49-F238E27FC236}">
                  <a16:creationId xmlns:a16="http://schemas.microsoft.com/office/drawing/2014/main" id="{1ECC94F1-78E0-4FFD-8E95-F64577754C9B}"/>
                </a:ext>
              </a:extLst>
            </p:cNvPr>
            <p:cNvSpPr/>
            <p:nvPr/>
          </p:nvSpPr>
          <p:spPr>
            <a:xfrm>
              <a:off x="-1" y="0"/>
              <a:ext cx="6366881" cy="941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C838C24-75AF-4192-AAF1-B2036D75CD4F}"/>
                </a:ext>
              </a:extLst>
            </p:cNvPr>
            <p:cNvSpPr/>
            <p:nvPr/>
          </p:nvSpPr>
          <p:spPr>
            <a:xfrm>
              <a:off x="6366881" y="0"/>
              <a:ext cx="2447048" cy="941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3C9B0B1-29B9-474E-8C54-8D68C36AFC0F}"/>
                </a:ext>
              </a:extLst>
            </p:cNvPr>
            <p:cNvSpPr/>
            <p:nvPr/>
          </p:nvSpPr>
          <p:spPr>
            <a:xfrm>
              <a:off x="8806904" y="0"/>
              <a:ext cx="2447048" cy="941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5F4F7B6-161B-470E-9FAD-BE4A4628EEB3}"/>
                </a:ext>
              </a:extLst>
            </p:cNvPr>
            <p:cNvSpPr/>
            <p:nvPr/>
          </p:nvSpPr>
          <p:spPr>
            <a:xfrm>
              <a:off x="11154213" y="0"/>
              <a:ext cx="1037787" cy="941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6EACC063-70BE-40CA-B4F3-C15211B63ED1}"/>
              </a:ext>
            </a:extLst>
          </p:cNvPr>
          <p:cNvSpPr/>
          <p:nvPr/>
        </p:nvSpPr>
        <p:spPr>
          <a:xfrm>
            <a:off x="0" y="1709048"/>
            <a:ext cx="12192000" cy="3439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F2784E8-F3B9-4131-8754-32FDDBB71B2D}"/>
              </a:ext>
            </a:extLst>
          </p:cNvPr>
          <p:cNvSpPr txBox="1"/>
          <p:nvPr/>
        </p:nvSpPr>
        <p:spPr>
          <a:xfrm>
            <a:off x="591064" y="2890391"/>
            <a:ext cx="11230821" cy="707886"/>
          </a:xfrm>
          <a:prstGeom prst="rect">
            <a:avLst/>
          </a:prstGeom>
          <a:noFill/>
        </p:spPr>
        <p:txBody>
          <a:bodyPr wrap="square" rtlCol="0">
            <a:spAutoFit/>
          </a:bodyPr>
          <a:lstStyle/>
          <a:p>
            <a:pPr algn="ctr"/>
            <a:r>
              <a:rPr lang="en-US" sz="4000" b="1" dirty="0">
                <a:solidFill>
                  <a:schemeClr val="bg1"/>
                </a:solidFill>
                <a:latin typeface="Georgia" panose="02040502050405020303" pitchFamily="18" charset="0"/>
              </a:rPr>
              <a:t>Predicting Doctor &amp; Medicine Availability</a:t>
            </a:r>
          </a:p>
        </p:txBody>
      </p:sp>
    </p:spTree>
    <p:extLst>
      <p:ext uri="{BB962C8B-B14F-4D97-AF65-F5344CB8AC3E}">
        <p14:creationId xmlns:p14="http://schemas.microsoft.com/office/powerpoint/2010/main" val="14062737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2" name="Group 61">
            <a:extLst>
              <a:ext uri="{FF2B5EF4-FFF2-40B4-BE49-F238E27FC236}">
                <a16:creationId xmlns:a16="http://schemas.microsoft.com/office/drawing/2014/main" id="{86C400B9-C3A9-44B0-9BC6-535CCD4806D7}"/>
              </a:ext>
            </a:extLst>
          </p:cNvPr>
          <p:cNvGrpSpPr/>
          <p:nvPr/>
        </p:nvGrpSpPr>
        <p:grpSpPr>
          <a:xfrm>
            <a:off x="477476" y="1618028"/>
            <a:ext cx="4930768" cy="4588523"/>
            <a:chOff x="990601" y="1835118"/>
            <a:chExt cx="4930768" cy="4588523"/>
          </a:xfrm>
        </p:grpSpPr>
        <p:sp>
          <p:nvSpPr>
            <p:cNvPr id="13" name="Freeform 53">
              <a:extLst>
                <a:ext uri="{FF2B5EF4-FFF2-40B4-BE49-F238E27FC236}">
                  <a16:creationId xmlns:a16="http://schemas.microsoft.com/office/drawing/2014/main" id="{EF9A960B-1525-4B09-86CD-485509C8F870}"/>
                </a:ext>
              </a:extLst>
            </p:cNvPr>
            <p:cNvSpPr>
              <a:spLocks/>
            </p:cNvSpPr>
            <p:nvPr/>
          </p:nvSpPr>
          <p:spPr bwMode="auto">
            <a:xfrm>
              <a:off x="1542676" y="4258890"/>
              <a:ext cx="1645740" cy="1096730"/>
            </a:xfrm>
            <a:custGeom>
              <a:avLst/>
              <a:gdLst>
                <a:gd name="T0" fmla="*/ 2178 w 6248"/>
                <a:gd name="T1" fmla="*/ 4165 h 4165"/>
                <a:gd name="T2" fmla="*/ 2001 w 6248"/>
                <a:gd name="T3" fmla="*/ 4153 h 4165"/>
                <a:gd name="T4" fmla="*/ 0 w 6248"/>
                <a:gd name="T5" fmla="*/ 4153 h 4165"/>
                <a:gd name="T6" fmla="*/ 0 w 6248"/>
                <a:gd name="T7" fmla="*/ 4033 h 4165"/>
                <a:gd name="T8" fmla="*/ 2011 w 6248"/>
                <a:gd name="T9" fmla="*/ 4033 h 4165"/>
                <a:gd name="T10" fmla="*/ 2016 w 6248"/>
                <a:gd name="T11" fmla="*/ 4034 h 4165"/>
                <a:gd name="T12" fmla="*/ 2733 w 6248"/>
                <a:gd name="T13" fmla="*/ 3874 h 4165"/>
                <a:gd name="T14" fmla="*/ 2949 w 6248"/>
                <a:gd name="T15" fmla="*/ 3320 h 4165"/>
                <a:gd name="T16" fmla="*/ 2949 w 6248"/>
                <a:gd name="T17" fmla="*/ 876 h 4165"/>
                <a:gd name="T18" fmla="*/ 3192 w 6248"/>
                <a:gd name="T19" fmla="*/ 235 h 4165"/>
                <a:gd name="T20" fmla="*/ 3824 w 6248"/>
                <a:gd name="T21" fmla="*/ 0 h 4165"/>
                <a:gd name="T22" fmla="*/ 6248 w 6248"/>
                <a:gd name="T23" fmla="*/ 0 h 4165"/>
                <a:gd name="T24" fmla="*/ 6248 w 6248"/>
                <a:gd name="T25" fmla="*/ 120 h 4165"/>
                <a:gd name="T26" fmla="*/ 3824 w 6248"/>
                <a:gd name="T27" fmla="*/ 120 h 4165"/>
                <a:gd name="T28" fmla="*/ 3278 w 6248"/>
                <a:gd name="T29" fmla="*/ 319 h 4165"/>
                <a:gd name="T30" fmla="*/ 3069 w 6248"/>
                <a:gd name="T31" fmla="*/ 873 h 4165"/>
                <a:gd name="T32" fmla="*/ 3069 w 6248"/>
                <a:gd name="T33" fmla="*/ 875 h 4165"/>
                <a:gd name="T34" fmla="*/ 3069 w 6248"/>
                <a:gd name="T35" fmla="*/ 3320 h 4165"/>
                <a:gd name="T36" fmla="*/ 2810 w 6248"/>
                <a:gd name="T37" fmla="*/ 3966 h 4165"/>
                <a:gd name="T38" fmla="*/ 2178 w 6248"/>
                <a:gd name="T39" fmla="*/ 4165 h 4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248" h="4165">
                  <a:moveTo>
                    <a:pt x="2178" y="4165"/>
                  </a:moveTo>
                  <a:cubicBezTo>
                    <a:pt x="2087" y="4165"/>
                    <a:pt x="2020" y="4156"/>
                    <a:pt x="2001" y="4153"/>
                  </a:cubicBezTo>
                  <a:cubicBezTo>
                    <a:pt x="0" y="4153"/>
                    <a:pt x="0" y="4153"/>
                    <a:pt x="0" y="4153"/>
                  </a:cubicBezTo>
                  <a:cubicBezTo>
                    <a:pt x="0" y="4033"/>
                    <a:pt x="0" y="4033"/>
                    <a:pt x="0" y="4033"/>
                  </a:cubicBezTo>
                  <a:cubicBezTo>
                    <a:pt x="2011" y="4033"/>
                    <a:pt x="2011" y="4033"/>
                    <a:pt x="2011" y="4033"/>
                  </a:cubicBezTo>
                  <a:cubicBezTo>
                    <a:pt x="2016" y="4034"/>
                    <a:pt x="2016" y="4034"/>
                    <a:pt x="2016" y="4034"/>
                  </a:cubicBezTo>
                  <a:cubicBezTo>
                    <a:pt x="2020" y="4034"/>
                    <a:pt x="2462" y="4104"/>
                    <a:pt x="2733" y="3874"/>
                  </a:cubicBezTo>
                  <a:cubicBezTo>
                    <a:pt x="2876" y="3752"/>
                    <a:pt x="2949" y="3566"/>
                    <a:pt x="2949" y="3320"/>
                  </a:cubicBezTo>
                  <a:cubicBezTo>
                    <a:pt x="2949" y="876"/>
                    <a:pt x="2949" y="876"/>
                    <a:pt x="2949" y="876"/>
                  </a:cubicBezTo>
                  <a:cubicBezTo>
                    <a:pt x="2948" y="851"/>
                    <a:pt x="2945" y="489"/>
                    <a:pt x="3192" y="235"/>
                  </a:cubicBezTo>
                  <a:cubicBezTo>
                    <a:pt x="3344" y="79"/>
                    <a:pt x="3557" y="0"/>
                    <a:pt x="3824" y="0"/>
                  </a:cubicBezTo>
                  <a:cubicBezTo>
                    <a:pt x="6248" y="0"/>
                    <a:pt x="6248" y="0"/>
                    <a:pt x="6248" y="0"/>
                  </a:cubicBezTo>
                  <a:cubicBezTo>
                    <a:pt x="6248" y="120"/>
                    <a:pt x="6248" y="120"/>
                    <a:pt x="6248" y="120"/>
                  </a:cubicBezTo>
                  <a:cubicBezTo>
                    <a:pt x="3824" y="120"/>
                    <a:pt x="3824" y="120"/>
                    <a:pt x="3824" y="120"/>
                  </a:cubicBezTo>
                  <a:cubicBezTo>
                    <a:pt x="3590" y="120"/>
                    <a:pt x="3407" y="187"/>
                    <a:pt x="3278" y="319"/>
                  </a:cubicBezTo>
                  <a:cubicBezTo>
                    <a:pt x="3063" y="540"/>
                    <a:pt x="3069" y="870"/>
                    <a:pt x="3069" y="873"/>
                  </a:cubicBezTo>
                  <a:cubicBezTo>
                    <a:pt x="3069" y="875"/>
                    <a:pt x="3069" y="875"/>
                    <a:pt x="3069" y="875"/>
                  </a:cubicBezTo>
                  <a:cubicBezTo>
                    <a:pt x="3069" y="3320"/>
                    <a:pt x="3069" y="3320"/>
                    <a:pt x="3069" y="3320"/>
                  </a:cubicBezTo>
                  <a:cubicBezTo>
                    <a:pt x="3069" y="3603"/>
                    <a:pt x="2982" y="3820"/>
                    <a:pt x="2810" y="3966"/>
                  </a:cubicBezTo>
                  <a:cubicBezTo>
                    <a:pt x="2613" y="4133"/>
                    <a:pt x="2351" y="4165"/>
                    <a:pt x="2178" y="4165"/>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54">
              <a:extLst>
                <a:ext uri="{FF2B5EF4-FFF2-40B4-BE49-F238E27FC236}">
                  <a16:creationId xmlns:a16="http://schemas.microsoft.com/office/drawing/2014/main" id="{638BECAD-597A-4CE6-A61F-6D6BC0C60CEE}"/>
                </a:ext>
              </a:extLst>
            </p:cNvPr>
            <p:cNvSpPr>
              <a:spLocks/>
            </p:cNvSpPr>
            <p:nvPr/>
          </p:nvSpPr>
          <p:spPr bwMode="auto">
            <a:xfrm>
              <a:off x="1443647" y="3863584"/>
              <a:ext cx="1552034" cy="0"/>
            </a:xfrm>
            <a:custGeom>
              <a:avLst/>
              <a:gdLst>
                <a:gd name="T0" fmla="*/ 0 w 9623"/>
                <a:gd name="T1" fmla="*/ 9623 w 9623"/>
                <a:gd name="T2" fmla="*/ 0 w 9623"/>
              </a:gdLst>
              <a:ahLst/>
              <a:cxnLst>
                <a:cxn ang="0">
                  <a:pos x="T0" y="0"/>
                </a:cxn>
                <a:cxn ang="0">
                  <a:pos x="T1" y="0"/>
                </a:cxn>
                <a:cxn ang="0">
                  <a:pos x="T2" y="0"/>
                </a:cxn>
              </a:cxnLst>
              <a:rect l="0" t="0" r="r" b="b"/>
              <a:pathLst>
                <a:path w="9623">
                  <a:moveTo>
                    <a:pt x="0" y="0"/>
                  </a:moveTo>
                  <a:lnTo>
                    <a:pt x="9623" y="0"/>
                  </a:lnTo>
                  <a:lnTo>
                    <a:pt x="0" y="0"/>
                  </a:lnTo>
                  <a:close/>
                </a:path>
              </a:pathLst>
            </a:custGeom>
            <a:solidFill>
              <a:srgbClr val="DDEF1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Line 55">
              <a:extLst>
                <a:ext uri="{FF2B5EF4-FFF2-40B4-BE49-F238E27FC236}">
                  <a16:creationId xmlns:a16="http://schemas.microsoft.com/office/drawing/2014/main" id="{9A89DC87-8143-4BA6-8A91-C86CD062AC1F}"/>
                </a:ext>
              </a:extLst>
            </p:cNvPr>
            <p:cNvSpPr>
              <a:spLocks noChangeShapeType="1"/>
            </p:cNvSpPr>
            <p:nvPr/>
          </p:nvSpPr>
          <p:spPr bwMode="auto">
            <a:xfrm>
              <a:off x="1443647" y="3863584"/>
              <a:ext cx="1552034"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56">
              <a:extLst>
                <a:ext uri="{FF2B5EF4-FFF2-40B4-BE49-F238E27FC236}">
                  <a16:creationId xmlns:a16="http://schemas.microsoft.com/office/drawing/2014/main" id="{BADEC3D8-BFA5-4BA3-AF67-8D632764CC71}"/>
                </a:ext>
              </a:extLst>
            </p:cNvPr>
            <p:cNvSpPr>
              <a:spLocks noChangeArrowheads="1"/>
            </p:cNvSpPr>
            <p:nvPr/>
          </p:nvSpPr>
          <p:spPr bwMode="auto">
            <a:xfrm>
              <a:off x="1443647" y="3848745"/>
              <a:ext cx="1552034" cy="2983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7">
              <a:extLst>
                <a:ext uri="{FF2B5EF4-FFF2-40B4-BE49-F238E27FC236}">
                  <a16:creationId xmlns:a16="http://schemas.microsoft.com/office/drawing/2014/main" id="{2C95E5AB-8E93-462A-92E7-159E30DDF069}"/>
                </a:ext>
              </a:extLst>
            </p:cNvPr>
            <p:cNvSpPr>
              <a:spLocks/>
            </p:cNvSpPr>
            <p:nvPr/>
          </p:nvSpPr>
          <p:spPr bwMode="auto">
            <a:xfrm>
              <a:off x="2054267" y="2713147"/>
              <a:ext cx="1189307" cy="756420"/>
            </a:xfrm>
            <a:custGeom>
              <a:avLst/>
              <a:gdLst>
                <a:gd name="T0" fmla="*/ 4515 w 4515"/>
                <a:gd name="T1" fmla="*/ 2872 h 2872"/>
                <a:gd name="T2" fmla="*/ 837 w 4515"/>
                <a:gd name="T3" fmla="*/ 2872 h 2872"/>
                <a:gd name="T4" fmla="*/ 223 w 4515"/>
                <a:gd name="T5" fmla="*/ 2642 h 2872"/>
                <a:gd name="T6" fmla="*/ 12 w 4515"/>
                <a:gd name="T7" fmla="*/ 2041 h 2872"/>
                <a:gd name="T8" fmla="*/ 12 w 4515"/>
                <a:gd name="T9" fmla="*/ 0 h 2872"/>
                <a:gd name="T10" fmla="*/ 126 w 4515"/>
                <a:gd name="T11" fmla="*/ 0 h 2872"/>
                <a:gd name="T12" fmla="*/ 126 w 4515"/>
                <a:gd name="T13" fmla="*/ 2044 h 2872"/>
                <a:gd name="T14" fmla="*/ 126 w 4515"/>
                <a:gd name="T15" fmla="*/ 2046 h 2872"/>
                <a:gd name="T16" fmla="*/ 306 w 4515"/>
                <a:gd name="T17" fmla="*/ 2565 h 2872"/>
                <a:gd name="T18" fmla="*/ 837 w 4515"/>
                <a:gd name="T19" fmla="*/ 2759 h 2872"/>
                <a:gd name="T20" fmla="*/ 4515 w 4515"/>
                <a:gd name="T21" fmla="*/ 2759 h 2872"/>
                <a:gd name="T22" fmla="*/ 4515 w 4515"/>
                <a:gd name="T23" fmla="*/ 2872 h 28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515" h="2872">
                  <a:moveTo>
                    <a:pt x="4515" y="2872"/>
                  </a:moveTo>
                  <a:cubicBezTo>
                    <a:pt x="837" y="2872"/>
                    <a:pt x="837" y="2872"/>
                    <a:pt x="837" y="2872"/>
                  </a:cubicBezTo>
                  <a:cubicBezTo>
                    <a:pt x="573" y="2872"/>
                    <a:pt x="367" y="2795"/>
                    <a:pt x="223" y="2642"/>
                  </a:cubicBezTo>
                  <a:cubicBezTo>
                    <a:pt x="0" y="2405"/>
                    <a:pt x="11" y="2072"/>
                    <a:pt x="12" y="2041"/>
                  </a:cubicBezTo>
                  <a:cubicBezTo>
                    <a:pt x="12" y="0"/>
                    <a:pt x="12" y="0"/>
                    <a:pt x="12" y="0"/>
                  </a:cubicBezTo>
                  <a:cubicBezTo>
                    <a:pt x="126" y="0"/>
                    <a:pt x="126" y="0"/>
                    <a:pt x="126" y="0"/>
                  </a:cubicBezTo>
                  <a:cubicBezTo>
                    <a:pt x="126" y="2044"/>
                    <a:pt x="126" y="2044"/>
                    <a:pt x="126" y="2044"/>
                  </a:cubicBezTo>
                  <a:cubicBezTo>
                    <a:pt x="126" y="2046"/>
                    <a:pt x="126" y="2046"/>
                    <a:pt x="126" y="2046"/>
                  </a:cubicBezTo>
                  <a:cubicBezTo>
                    <a:pt x="126" y="2049"/>
                    <a:pt x="110" y="2357"/>
                    <a:pt x="306" y="2565"/>
                  </a:cubicBezTo>
                  <a:cubicBezTo>
                    <a:pt x="428" y="2694"/>
                    <a:pt x="606" y="2759"/>
                    <a:pt x="837" y="2759"/>
                  </a:cubicBezTo>
                  <a:cubicBezTo>
                    <a:pt x="4515" y="2759"/>
                    <a:pt x="4515" y="2759"/>
                    <a:pt x="4515" y="2759"/>
                  </a:cubicBezTo>
                  <a:lnTo>
                    <a:pt x="4515" y="287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58">
              <a:extLst>
                <a:ext uri="{FF2B5EF4-FFF2-40B4-BE49-F238E27FC236}">
                  <a16:creationId xmlns:a16="http://schemas.microsoft.com/office/drawing/2014/main" id="{11DE8F47-4423-45FE-BCAF-A22644035A8B}"/>
                </a:ext>
              </a:extLst>
            </p:cNvPr>
            <p:cNvSpPr>
              <a:spLocks/>
            </p:cNvSpPr>
            <p:nvPr/>
          </p:nvSpPr>
          <p:spPr bwMode="auto">
            <a:xfrm>
              <a:off x="3848872" y="2970556"/>
              <a:ext cx="1218499" cy="752388"/>
            </a:xfrm>
            <a:custGeom>
              <a:avLst/>
              <a:gdLst>
                <a:gd name="T0" fmla="*/ 3343 w 4626"/>
                <a:gd name="T1" fmla="*/ 2857 h 2857"/>
                <a:gd name="T2" fmla="*/ 0 w 4626"/>
                <a:gd name="T3" fmla="*/ 2857 h 2857"/>
                <a:gd name="T4" fmla="*/ 0 w 4626"/>
                <a:gd name="T5" fmla="*/ 2743 h 2857"/>
                <a:gd name="T6" fmla="*/ 3343 w 4626"/>
                <a:gd name="T7" fmla="*/ 2743 h 2857"/>
                <a:gd name="T8" fmla="*/ 4281 w 4626"/>
                <a:gd name="T9" fmla="*/ 2418 h 2857"/>
                <a:gd name="T10" fmla="*/ 4478 w 4626"/>
                <a:gd name="T11" fmla="*/ 1804 h 2857"/>
                <a:gd name="T12" fmla="*/ 4478 w 4626"/>
                <a:gd name="T13" fmla="*/ 1800 h 2857"/>
                <a:gd name="T14" fmla="*/ 4478 w 4626"/>
                <a:gd name="T15" fmla="*/ 1797 h 2857"/>
                <a:gd name="T16" fmla="*/ 4478 w 4626"/>
                <a:gd name="T17" fmla="*/ 0 h 2857"/>
                <a:gd name="T18" fmla="*/ 4591 w 4626"/>
                <a:gd name="T19" fmla="*/ 0 h 2857"/>
                <a:gd name="T20" fmla="*/ 4591 w 4626"/>
                <a:gd name="T21" fmla="*/ 1794 h 2857"/>
                <a:gd name="T22" fmla="*/ 4367 w 4626"/>
                <a:gd name="T23" fmla="*/ 2492 h 2857"/>
                <a:gd name="T24" fmla="*/ 3343 w 4626"/>
                <a:gd name="T25" fmla="*/ 2857 h 2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26" h="2857">
                  <a:moveTo>
                    <a:pt x="3343" y="2857"/>
                  </a:moveTo>
                  <a:cubicBezTo>
                    <a:pt x="0" y="2857"/>
                    <a:pt x="0" y="2857"/>
                    <a:pt x="0" y="2857"/>
                  </a:cubicBezTo>
                  <a:cubicBezTo>
                    <a:pt x="0" y="2743"/>
                    <a:pt x="0" y="2743"/>
                    <a:pt x="0" y="2743"/>
                  </a:cubicBezTo>
                  <a:cubicBezTo>
                    <a:pt x="3343" y="2743"/>
                    <a:pt x="3343" y="2743"/>
                    <a:pt x="3343" y="2743"/>
                  </a:cubicBezTo>
                  <a:cubicBezTo>
                    <a:pt x="3774" y="2743"/>
                    <a:pt x="4090" y="2634"/>
                    <a:pt x="4281" y="2418"/>
                  </a:cubicBezTo>
                  <a:cubicBezTo>
                    <a:pt x="4517" y="2152"/>
                    <a:pt x="4478" y="1807"/>
                    <a:pt x="4478" y="1804"/>
                  </a:cubicBezTo>
                  <a:cubicBezTo>
                    <a:pt x="4478" y="1800"/>
                    <a:pt x="4478" y="1800"/>
                    <a:pt x="4478" y="1800"/>
                  </a:cubicBezTo>
                  <a:cubicBezTo>
                    <a:pt x="4478" y="1797"/>
                    <a:pt x="4478" y="1797"/>
                    <a:pt x="4478" y="1797"/>
                  </a:cubicBezTo>
                  <a:cubicBezTo>
                    <a:pt x="4478" y="0"/>
                    <a:pt x="4478" y="0"/>
                    <a:pt x="4478" y="0"/>
                  </a:cubicBezTo>
                  <a:cubicBezTo>
                    <a:pt x="4591" y="0"/>
                    <a:pt x="4591" y="0"/>
                    <a:pt x="4591" y="0"/>
                  </a:cubicBezTo>
                  <a:cubicBezTo>
                    <a:pt x="4591" y="1794"/>
                    <a:pt x="4591" y="1794"/>
                    <a:pt x="4591" y="1794"/>
                  </a:cubicBezTo>
                  <a:cubicBezTo>
                    <a:pt x="4596" y="1837"/>
                    <a:pt x="4626" y="2199"/>
                    <a:pt x="4367" y="2492"/>
                  </a:cubicBezTo>
                  <a:cubicBezTo>
                    <a:pt x="4154" y="2734"/>
                    <a:pt x="3809" y="2857"/>
                    <a:pt x="3343" y="285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59">
              <a:extLst>
                <a:ext uri="{FF2B5EF4-FFF2-40B4-BE49-F238E27FC236}">
                  <a16:creationId xmlns:a16="http://schemas.microsoft.com/office/drawing/2014/main" id="{718B992E-33B5-4BC7-8C35-EA0264F9372B}"/>
                </a:ext>
              </a:extLst>
            </p:cNvPr>
            <p:cNvSpPr>
              <a:spLocks/>
            </p:cNvSpPr>
            <p:nvPr/>
          </p:nvSpPr>
          <p:spPr bwMode="auto">
            <a:xfrm>
              <a:off x="3991931" y="3854874"/>
              <a:ext cx="1579614" cy="781258"/>
            </a:xfrm>
            <a:custGeom>
              <a:avLst/>
              <a:gdLst>
                <a:gd name="T0" fmla="*/ 5997 w 5997"/>
                <a:gd name="T1" fmla="*/ 2967 h 2967"/>
                <a:gd name="T2" fmla="*/ 3260 w 5997"/>
                <a:gd name="T3" fmla="*/ 2967 h 2967"/>
                <a:gd name="T4" fmla="*/ 2627 w 5997"/>
                <a:gd name="T5" fmla="*/ 2726 h 2967"/>
                <a:gd name="T6" fmla="*/ 2472 w 5997"/>
                <a:gd name="T7" fmla="*/ 2133 h 2967"/>
                <a:gd name="T8" fmla="*/ 2472 w 5997"/>
                <a:gd name="T9" fmla="*/ 967 h 2967"/>
                <a:gd name="T10" fmla="*/ 2246 w 5997"/>
                <a:gd name="T11" fmla="*/ 358 h 2967"/>
                <a:gd name="T12" fmla="*/ 1591 w 5997"/>
                <a:gd name="T13" fmla="*/ 125 h 2967"/>
                <a:gd name="T14" fmla="*/ 1588 w 5997"/>
                <a:gd name="T15" fmla="*/ 125 h 2967"/>
                <a:gd name="T16" fmla="*/ 0 w 5997"/>
                <a:gd name="T17" fmla="*/ 125 h 2967"/>
                <a:gd name="T18" fmla="*/ 0 w 5997"/>
                <a:gd name="T19" fmla="*/ 12 h 2967"/>
                <a:gd name="T20" fmla="*/ 1587 w 5997"/>
                <a:gd name="T21" fmla="*/ 12 h 2967"/>
                <a:gd name="T22" fmla="*/ 2324 w 5997"/>
                <a:gd name="T23" fmla="*/ 275 h 2967"/>
                <a:gd name="T24" fmla="*/ 2586 w 5997"/>
                <a:gd name="T25" fmla="*/ 967 h 2967"/>
                <a:gd name="T26" fmla="*/ 2586 w 5997"/>
                <a:gd name="T27" fmla="*/ 2142 h 2967"/>
                <a:gd name="T28" fmla="*/ 2585 w 5997"/>
                <a:gd name="T29" fmla="*/ 2146 h 2967"/>
                <a:gd name="T30" fmla="*/ 2715 w 5997"/>
                <a:gd name="T31" fmla="*/ 2653 h 2967"/>
                <a:gd name="T32" fmla="*/ 3260 w 5997"/>
                <a:gd name="T33" fmla="*/ 2854 h 2967"/>
                <a:gd name="T34" fmla="*/ 5997 w 5997"/>
                <a:gd name="T35" fmla="*/ 2854 h 2967"/>
                <a:gd name="T36" fmla="*/ 5997 w 5997"/>
                <a:gd name="T37" fmla="*/ 2967 h 29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97" h="2967">
                  <a:moveTo>
                    <a:pt x="5997" y="2967"/>
                  </a:moveTo>
                  <a:cubicBezTo>
                    <a:pt x="3260" y="2967"/>
                    <a:pt x="3260" y="2967"/>
                    <a:pt x="3260" y="2967"/>
                  </a:cubicBezTo>
                  <a:cubicBezTo>
                    <a:pt x="2977" y="2967"/>
                    <a:pt x="2764" y="2886"/>
                    <a:pt x="2627" y="2726"/>
                  </a:cubicBezTo>
                  <a:cubicBezTo>
                    <a:pt x="2429" y="2493"/>
                    <a:pt x="2466" y="2178"/>
                    <a:pt x="2472" y="2133"/>
                  </a:cubicBezTo>
                  <a:cubicBezTo>
                    <a:pt x="2472" y="967"/>
                    <a:pt x="2472" y="967"/>
                    <a:pt x="2472" y="967"/>
                  </a:cubicBezTo>
                  <a:cubicBezTo>
                    <a:pt x="2472" y="706"/>
                    <a:pt x="2396" y="501"/>
                    <a:pt x="2246" y="358"/>
                  </a:cubicBezTo>
                  <a:cubicBezTo>
                    <a:pt x="1988" y="111"/>
                    <a:pt x="1595" y="125"/>
                    <a:pt x="1591" y="125"/>
                  </a:cubicBezTo>
                  <a:cubicBezTo>
                    <a:pt x="1588" y="125"/>
                    <a:pt x="1588" y="125"/>
                    <a:pt x="1588" y="125"/>
                  </a:cubicBezTo>
                  <a:cubicBezTo>
                    <a:pt x="0" y="125"/>
                    <a:pt x="0" y="125"/>
                    <a:pt x="0" y="125"/>
                  </a:cubicBezTo>
                  <a:cubicBezTo>
                    <a:pt x="0" y="12"/>
                    <a:pt x="0" y="12"/>
                    <a:pt x="0" y="12"/>
                  </a:cubicBezTo>
                  <a:cubicBezTo>
                    <a:pt x="1587" y="12"/>
                    <a:pt x="1587" y="12"/>
                    <a:pt x="1587" y="12"/>
                  </a:cubicBezTo>
                  <a:cubicBezTo>
                    <a:pt x="1619" y="11"/>
                    <a:pt x="2037" y="0"/>
                    <a:pt x="2324" y="275"/>
                  </a:cubicBezTo>
                  <a:cubicBezTo>
                    <a:pt x="2498" y="441"/>
                    <a:pt x="2586" y="674"/>
                    <a:pt x="2586" y="967"/>
                  </a:cubicBezTo>
                  <a:cubicBezTo>
                    <a:pt x="2586" y="2142"/>
                    <a:pt x="2586" y="2142"/>
                    <a:pt x="2586" y="2142"/>
                  </a:cubicBezTo>
                  <a:cubicBezTo>
                    <a:pt x="2585" y="2146"/>
                    <a:pt x="2585" y="2146"/>
                    <a:pt x="2585" y="2146"/>
                  </a:cubicBezTo>
                  <a:cubicBezTo>
                    <a:pt x="2584" y="2149"/>
                    <a:pt x="2539" y="2448"/>
                    <a:pt x="2715" y="2653"/>
                  </a:cubicBezTo>
                  <a:cubicBezTo>
                    <a:pt x="2828" y="2786"/>
                    <a:pt x="3012" y="2854"/>
                    <a:pt x="3260" y="2854"/>
                  </a:cubicBezTo>
                  <a:cubicBezTo>
                    <a:pt x="5997" y="2854"/>
                    <a:pt x="5997" y="2854"/>
                    <a:pt x="5997" y="2854"/>
                  </a:cubicBezTo>
                  <a:lnTo>
                    <a:pt x="5997" y="2967"/>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60">
              <a:extLst>
                <a:ext uri="{FF2B5EF4-FFF2-40B4-BE49-F238E27FC236}">
                  <a16:creationId xmlns:a16="http://schemas.microsoft.com/office/drawing/2014/main" id="{81D138D6-F679-4263-BE69-C611F114F09A}"/>
                </a:ext>
              </a:extLst>
            </p:cNvPr>
            <p:cNvSpPr>
              <a:spLocks/>
            </p:cNvSpPr>
            <p:nvPr/>
          </p:nvSpPr>
          <p:spPr bwMode="auto">
            <a:xfrm>
              <a:off x="3656299" y="4391788"/>
              <a:ext cx="1271400" cy="1433167"/>
            </a:xfrm>
            <a:custGeom>
              <a:avLst/>
              <a:gdLst>
                <a:gd name="T0" fmla="*/ 4827 w 4827"/>
                <a:gd name="T1" fmla="*/ 5442 h 5442"/>
                <a:gd name="T2" fmla="*/ 3197 w 4827"/>
                <a:gd name="T3" fmla="*/ 5442 h 5442"/>
                <a:gd name="T4" fmla="*/ 2957 w 4827"/>
                <a:gd name="T5" fmla="*/ 5337 h 5442"/>
                <a:gd name="T6" fmla="*/ 2816 w 4827"/>
                <a:gd name="T7" fmla="*/ 4672 h 5442"/>
                <a:gd name="T8" fmla="*/ 2816 w 4827"/>
                <a:gd name="T9" fmla="*/ 1112 h 5442"/>
                <a:gd name="T10" fmla="*/ 2320 w 4827"/>
                <a:gd name="T11" fmla="*/ 239 h 5442"/>
                <a:gd name="T12" fmla="*/ 1818 w 4827"/>
                <a:gd name="T13" fmla="*/ 113 h 5442"/>
                <a:gd name="T14" fmla="*/ 0 w 4827"/>
                <a:gd name="T15" fmla="*/ 113 h 5442"/>
                <a:gd name="T16" fmla="*/ 0 w 4827"/>
                <a:gd name="T17" fmla="*/ 0 h 5442"/>
                <a:gd name="T18" fmla="*/ 1818 w 4827"/>
                <a:gd name="T19" fmla="*/ 0 h 5442"/>
                <a:gd name="T20" fmla="*/ 2371 w 4827"/>
                <a:gd name="T21" fmla="*/ 138 h 5442"/>
                <a:gd name="T22" fmla="*/ 2930 w 4827"/>
                <a:gd name="T23" fmla="*/ 1112 h 5442"/>
                <a:gd name="T24" fmla="*/ 2930 w 4827"/>
                <a:gd name="T25" fmla="*/ 4677 h 5442"/>
                <a:gd name="T26" fmla="*/ 2929 w 4827"/>
                <a:gd name="T27" fmla="*/ 4680 h 5442"/>
                <a:gd name="T28" fmla="*/ 3041 w 4827"/>
                <a:gd name="T29" fmla="*/ 5261 h 5442"/>
                <a:gd name="T30" fmla="*/ 3197 w 4827"/>
                <a:gd name="T31" fmla="*/ 5328 h 5442"/>
                <a:gd name="T32" fmla="*/ 4827 w 4827"/>
                <a:gd name="T33" fmla="*/ 5328 h 5442"/>
                <a:gd name="T34" fmla="*/ 4827 w 4827"/>
                <a:gd name="T35" fmla="*/ 5442 h 5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4827" h="5442">
                  <a:moveTo>
                    <a:pt x="4827" y="5442"/>
                  </a:moveTo>
                  <a:cubicBezTo>
                    <a:pt x="3197" y="5442"/>
                    <a:pt x="3197" y="5442"/>
                    <a:pt x="3197" y="5442"/>
                  </a:cubicBezTo>
                  <a:cubicBezTo>
                    <a:pt x="3100" y="5442"/>
                    <a:pt x="3020" y="5406"/>
                    <a:pt x="2957" y="5337"/>
                  </a:cubicBezTo>
                  <a:cubicBezTo>
                    <a:pt x="2777" y="5138"/>
                    <a:pt x="2812" y="4715"/>
                    <a:pt x="2816" y="4672"/>
                  </a:cubicBezTo>
                  <a:cubicBezTo>
                    <a:pt x="2816" y="1112"/>
                    <a:pt x="2816" y="1112"/>
                    <a:pt x="2816" y="1112"/>
                  </a:cubicBezTo>
                  <a:cubicBezTo>
                    <a:pt x="2816" y="697"/>
                    <a:pt x="2649" y="404"/>
                    <a:pt x="2320" y="239"/>
                  </a:cubicBezTo>
                  <a:cubicBezTo>
                    <a:pt x="2071" y="115"/>
                    <a:pt x="1820" y="113"/>
                    <a:pt x="1818" y="113"/>
                  </a:cubicBezTo>
                  <a:cubicBezTo>
                    <a:pt x="0" y="113"/>
                    <a:pt x="0" y="113"/>
                    <a:pt x="0" y="113"/>
                  </a:cubicBezTo>
                  <a:cubicBezTo>
                    <a:pt x="0" y="0"/>
                    <a:pt x="0" y="0"/>
                    <a:pt x="0" y="0"/>
                  </a:cubicBezTo>
                  <a:cubicBezTo>
                    <a:pt x="1818" y="0"/>
                    <a:pt x="1818" y="0"/>
                    <a:pt x="1818" y="0"/>
                  </a:cubicBezTo>
                  <a:cubicBezTo>
                    <a:pt x="1829" y="0"/>
                    <a:pt x="2098" y="1"/>
                    <a:pt x="2371" y="138"/>
                  </a:cubicBezTo>
                  <a:cubicBezTo>
                    <a:pt x="2626" y="265"/>
                    <a:pt x="2930" y="538"/>
                    <a:pt x="2930" y="1112"/>
                  </a:cubicBezTo>
                  <a:cubicBezTo>
                    <a:pt x="2930" y="4677"/>
                    <a:pt x="2930" y="4677"/>
                    <a:pt x="2930" y="4677"/>
                  </a:cubicBezTo>
                  <a:cubicBezTo>
                    <a:pt x="2929" y="4680"/>
                    <a:pt x="2929" y="4680"/>
                    <a:pt x="2929" y="4680"/>
                  </a:cubicBezTo>
                  <a:cubicBezTo>
                    <a:pt x="2929" y="4684"/>
                    <a:pt x="2889" y="5093"/>
                    <a:pt x="3041" y="5261"/>
                  </a:cubicBezTo>
                  <a:cubicBezTo>
                    <a:pt x="3082" y="5306"/>
                    <a:pt x="3133" y="5328"/>
                    <a:pt x="3197" y="5328"/>
                  </a:cubicBezTo>
                  <a:cubicBezTo>
                    <a:pt x="4827" y="5328"/>
                    <a:pt x="4827" y="5328"/>
                    <a:pt x="4827" y="5328"/>
                  </a:cubicBezTo>
                  <a:lnTo>
                    <a:pt x="4827" y="544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Rectangle 61">
              <a:extLst>
                <a:ext uri="{FF2B5EF4-FFF2-40B4-BE49-F238E27FC236}">
                  <a16:creationId xmlns:a16="http://schemas.microsoft.com/office/drawing/2014/main" id="{DCA8EB73-B1AA-4E20-890D-6485DF531CDF}"/>
                </a:ext>
              </a:extLst>
            </p:cNvPr>
            <p:cNvSpPr>
              <a:spLocks noChangeArrowheads="1"/>
            </p:cNvSpPr>
            <p:nvPr/>
          </p:nvSpPr>
          <p:spPr bwMode="auto">
            <a:xfrm>
              <a:off x="3586302" y="2431222"/>
              <a:ext cx="29999" cy="984798"/>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62">
              <a:extLst>
                <a:ext uri="{FF2B5EF4-FFF2-40B4-BE49-F238E27FC236}">
                  <a16:creationId xmlns:a16="http://schemas.microsoft.com/office/drawing/2014/main" id="{57F5BED1-FF28-4845-A3DD-40471FA02D2A}"/>
                </a:ext>
              </a:extLst>
            </p:cNvPr>
            <p:cNvSpPr>
              <a:spLocks noEditPoints="1"/>
            </p:cNvSpPr>
            <p:nvPr/>
          </p:nvSpPr>
          <p:spPr bwMode="auto">
            <a:xfrm>
              <a:off x="1218011" y="2055916"/>
              <a:ext cx="4443368" cy="4367725"/>
            </a:xfrm>
            <a:custGeom>
              <a:avLst/>
              <a:gdLst>
                <a:gd name="T0" fmla="*/ 12966 w 16869"/>
                <a:gd name="T1" fmla="*/ 15800 h 16585"/>
                <a:gd name="T2" fmla="*/ 13704 w 16869"/>
                <a:gd name="T3" fmla="*/ 15226 h 16585"/>
                <a:gd name="T4" fmla="*/ 8540 w 16869"/>
                <a:gd name="T5" fmla="*/ 31 h 16585"/>
                <a:gd name="T6" fmla="*/ 8606 w 16869"/>
                <a:gd name="T7" fmla="*/ 33 h 16585"/>
                <a:gd name="T8" fmla="*/ 10712 w 16869"/>
                <a:gd name="T9" fmla="*/ 351 h 16585"/>
                <a:gd name="T10" fmla="*/ 11654 w 16869"/>
                <a:gd name="T11" fmla="*/ 690 h 16585"/>
                <a:gd name="T12" fmla="*/ 8940 w 16869"/>
                <a:gd name="T13" fmla="*/ 25 h 16585"/>
                <a:gd name="T14" fmla="*/ 9468 w 16869"/>
                <a:gd name="T15" fmla="*/ 109 h 16585"/>
                <a:gd name="T16" fmla="*/ 7406 w 16869"/>
                <a:gd name="T17" fmla="*/ 43 h 16585"/>
                <a:gd name="T18" fmla="*/ 2143 w 16869"/>
                <a:gd name="T19" fmla="*/ 2570 h 16585"/>
                <a:gd name="T20" fmla="*/ 1008 w 16869"/>
                <a:gd name="T21" fmla="*/ 4049 h 16585"/>
                <a:gd name="T22" fmla="*/ 1978 w 16869"/>
                <a:gd name="T23" fmla="*/ 2782 h 16585"/>
                <a:gd name="T24" fmla="*/ 5838 w 16869"/>
                <a:gd name="T25" fmla="*/ 378 h 16585"/>
                <a:gd name="T26" fmla="*/ 7141 w 16869"/>
                <a:gd name="T27" fmla="*/ 74 h 16585"/>
                <a:gd name="T28" fmla="*/ 4163 w 16869"/>
                <a:gd name="T29" fmla="*/ 1044 h 16585"/>
                <a:gd name="T30" fmla="*/ 5019 w 16869"/>
                <a:gd name="T31" fmla="*/ 666 h 16585"/>
                <a:gd name="T32" fmla="*/ 14839 w 16869"/>
                <a:gd name="T33" fmla="*/ 14103 h 16585"/>
                <a:gd name="T34" fmla="*/ 15435 w 16869"/>
                <a:gd name="T35" fmla="*/ 13303 h 16585"/>
                <a:gd name="T36" fmla="*/ 16733 w 16869"/>
                <a:gd name="T37" fmla="*/ 7062 h 16585"/>
                <a:gd name="T38" fmla="*/ 16868 w 16869"/>
                <a:gd name="T39" fmla="*/ 8457 h 16585"/>
                <a:gd name="T40" fmla="*/ 16644 w 16869"/>
                <a:gd name="T41" fmla="*/ 10442 h 16585"/>
                <a:gd name="T42" fmla="*/ 16818 w 16869"/>
                <a:gd name="T43" fmla="*/ 9256 h 16585"/>
                <a:gd name="T44" fmla="*/ 16184 w 16869"/>
                <a:gd name="T45" fmla="*/ 11897 h 16585"/>
                <a:gd name="T46" fmla="*/ 16399 w 16869"/>
                <a:gd name="T47" fmla="*/ 11410 h 16585"/>
                <a:gd name="T48" fmla="*/ 13751 w 16869"/>
                <a:gd name="T49" fmla="*/ 1971 h 16585"/>
                <a:gd name="T50" fmla="*/ 14484 w 16869"/>
                <a:gd name="T51" fmla="*/ 2653 h 16585"/>
                <a:gd name="T52" fmla="*/ 12017 w 16869"/>
                <a:gd name="T53" fmla="*/ 856 h 16585"/>
                <a:gd name="T54" fmla="*/ 13368 w 16869"/>
                <a:gd name="T55" fmla="*/ 1705 h 16585"/>
                <a:gd name="T56" fmla="*/ 16228 w 16869"/>
                <a:gd name="T57" fmla="*/ 5402 h 16585"/>
                <a:gd name="T58" fmla="*/ 16094 w 16869"/>
                <a:gd name="T59" fmla="*/ 5023 h 16585"/>
                <a:gd name="T60" fmla="*/ 15331 w 16869"/>
                <a:gd name="T61" fmla="*/ 3687 h 16585"/>
                <a:gd name="T62" fmla="*/ 15948 w 16869"/>
                <a:gd name="T63" fmla="*/ 4721 h 16585"/>
                <a:gd name="T64" fmla="*/ 3696 w 16869"/>
                <a:gd name="T65" fmla="*/ 2556 h 16585"/>
                <a:gd name="T66" fmla="*/ 4391 w 16869"/>
                <a:gd name="T67" fmla="*/ 15269 h 16585"/>
                <a:gd name="T68" fmla="*/ 2958 w 16869"/>
                <a:gd name="T69" fmla="*/ 14240 h 16585"/>
                <a:gd name="T70" fmla="*/ 2841 w 16869"/>
                <a:gd name="T71" fmla="*/ 3276 h 16585"/>
                <a:gd name="T72" fmla="*/ 3088 w 16869"/>
                <a:gd name="T73" fmla="*/ 14359 h 16585"/>
                <a:gd name="T74" fmla="*/ 1503 w 16869"/>
                <a:gd name="T75" fmla="*/ 12329 h 16585"/>
                <a:gd name="T76" fmla="*/ 832 w 16869"/>
                <a:gd name="T77" fmla="*/ 6754 h 16585"/>
                <a:gd name="T78" fmla="*/ 714 w 16869"/>
                <a:gd name="T79" fmla="*/ 7270 h 16585"/>
                <a:gd name="T80" fmla="*/ 2349 w 16869"/>
                <a:gd name="T81" fmla="*/ 13600 h 16585"/>
                <a:gd name="T82" fmla="*/ 2583 w 16869"/>
                <a:gd name="T83" fmla="*/ 13864 h 16585"/>
                <a:gd name="T84" fmla="*/ 1911 w 16869"/>
                <a:gd name="T85" fmla="*/ 4413 h 16585"/>
                <a:gd name="T86" fmla="*/ 999 w 16869"/>
                <a:gd name="T87" fmla="*/ 11267 h 16585"/>
                <a:gd name="T88" fmla="*/ 787 w 16869"/>
                <a:gd name="T89" fmla="*/ 10474 h 16585"/>
                <a:gd name="T90" fmla="*/ 1367 w 16869"/>
                <a:gd name="T91" fmla="*/ 12068 h 16585"/>
                <a:gd name="T92" fmla="*/ 1265 w 16869"/>
                <a:gd name="T93" fmla="*/ 11856 h 16585"/>
                <a:gd name="T94" fmla="*/ 555 w 16869"/>
                <a:gd name="T95" fmla="*/ 8613 h 16585"/>
                <a:gd name="T96" fmla="*/ 555 w 16869"/>
                <a:gd name="T97" fmla="*/ 8849 h 16585"/>
                <a:gd name="T98" fmla="*/ 713 w 16869"/>
                <a:gd name="T99" fmla="*/ 10130 h 16585"/>
                <a:gd name="T100" fmla="*/ 6178 w 16869"/>
                <a:gd name="T101" fmla="*/ 16027 h 16585"/>
                <a:gd name="T102" fmla="*/ 6522 w 16869"/>
                <a:gd name="T103" fmla="*/ 1294 h 16585"/>
                <a:gd name="T104" fmla="*/ 7221 w 16869"/>
                <a:gd name="T105" fmla="*/ 1200 h 16585"/>
                <a:gd name="T106" fmla="*/ 5129 w 16869"/>
                <a:gd name="T107" fmla="*/ 15638 h 16585"/>
                <a:gd name="T108" fmla="*/ 4692 w 16869"/>
                <a:gd name="T109" fmla="*/ 15458 h 16585"/>
                <a:gd name="T110" fmla="*/ 4431 w 16869"/>
                <a:gd name="T111" fmla="*/ 15319 h 16585"/>
                <a:gd name="T112" fmla="*/ 5288 w 16869"/>
                <a:gd name="T113" fmla="*/ 1674 h 16585"/>
                <a:gd name="T114" fmla="*/ 9388 w 16869"/>
                <a:gd name="T115" fmla="*/ 16155 h 16585"/>
                <a:gd name="T116" fmla="*/ 10423 w 16869"/>
                <a:gd name="T117" fmla="*/ 1473 h 16585"/>
                <a:gd name="T118" fmla="*/ 9963 w 16869"/>
                <a:gd name="T119" fmla="*/ 1368 h 16585"/>
                <a:gd name="T120" fmla="*/ 7396 w 16869"/>
                <a:gd name="T121" fmla="*/ 1181 h 16585"/>
                <a:gd name="T122" fmla="*/ 8278 w 16869"/>
                <a:gd name="T123" fmla="*/ 16258 h 16585"/>
                <a:gd name="T124" fmla="*/ 8454 w 16869"/>
                <a:gd name="T125" fmla="*/ 16252 h 165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869" h="16585">
                  <a:moveTo>
                    <a:pt x="15377" y="12064"/>
                  </a:moveTo>
                  <a:cubicBezTo>
                    <a:pt x="15132" y="12582"/>
                    <a:pt x="14830" y="13077"/>
                    <a:pt x="14480" y="13533"/>
                  </a:cubicBezTo>
                  <a:cubicBezTo>
                    <a:pt x="14132" y="13985"/>
                    <a:pt x="13735" y="14402"/>
                    <a:pt x="13299" y="14772"/>
                  </a:cubicBezTo>
                  <a:cubicBezTo>
                    <a:pt x="13265" y="14732"/>
                    <a:pt x="13265" y="14732"/>
                    <a:pt x="13265" y="14732"/>
                  </a:cubicBezTo>
                  <a:cubicBezTo>
                    <a:pt x="15063" y="13203"/>
                    <a:pt x="16095" y="10974"/>
                    <a:pt x="16095" y="8616"/>
                  </a:cubicBezTo>
                  <a:cubicBezTo>
                    <a:pt x="16095" y="4194"/>
                    <a:pt x="12497" y="596"/>
                    <a:pt x="8074" y="596"/>
                  </a:cubicBezTo>
                  <a:cubicBezTo>
                    <a:pt x="3651" y="596"/>
                    <a:pt x="53" y="4194"/>
                    <a:pt x="53" y="8616"/>
                  </a:cubicBezTo>
                  <a:cubicBezTo>
                    <a:pt x="53" y="10869"/>
                    <a:pt x="1010" y="13032"/>
                    <a:pt x="2677" y="14550"/>
                  </a:cubicBezTo>
                  <a:cubicBezTo>
                    <a:pt x="2641" y="14589"/>
                    <a:pt x="2641" y="14589"/>
                    <a:pt x="2641" y="14589"/>
                  </a:cubicBezTo>
                  <a:cubicBezTo>
                    <a:pt x="2235" y="14220"/>
                    <a:pt x="1866" y="13808"/>
                    <a:pt x="1544" y="13366"/>
                  </a:cubicBezTo>
                  <a:cubicBezTo>
                    <a:pt x="1218" y="12919"/>
                    <a:pt x="939" y="12438"/>
                    <a:pt x="712" y="11937"/>
                  </a:cubicBezTo>
                  <a:cubicBezTo>
                    <a:pt x="481" y="11425"/>
                    <a:pt x="304" y="10888"/>
                    <a:pt x="184" y="10340"/>
                  </a:cubicBezTo>
                  <a:cubicBezTo>
                    <a:pt x="62" y="9778"/>
                    <a:pt x="0" y="9198"/>
                    <a:pt x="0" y="8616"/>
                  </a:cubicBezTo>
                  <a:cubicBezTo>
                    <a:pt x="0" y="7526"/>
                    <a:pt x="213" y="6469"/>
                    <a:pt x="634" y="5474"/>
                  </a:cubicBezTo>
                  <a:cubicBezTo>
                    <a:pt x="837" y="4995"/>
                    <a:pt x="1087" y="4534"/>
                    <a:pt x="1379" y="4102"/>
                  </a:cubicBezTo>
                  <a:cubicBezTo>
                    <a:pt x="1668" y="3674"/>
                    <a:pt x="1999" y="3272"/>
                    <a:pt x="2365" y="2907"/>
                  </a:cubicBezTo>
                  <a:cubicBezTo>
                    <a:pt x="2730" y="2542"/>
                    <a:pt x="3132" y="2210"/>
                    <a:pt x="3560" y="1921"/>
                  </a:cubicBezTo>
                  <a:cubicBezTo>
                    <a:pt x="3991" y="1630"/>
                    <a:pt x="4453" y="1379"/>
                    <a:pt x="4931" y="1177"/>
                  </a:cubicBezTo>
                  <a:cubicBezTo>
                    <a:pt x="5927" y="756"/>
                    <a:pt x="6984" y="542"/>
                    <a:pt x="8074" y="542"/>
                  </a:cubicBezTo>
                  <a:cubicBezTo>
                    <a:pt x="9164" y="542"/>
                    <a:pt x="10222" y="756"/>
                    <a:pt x="11217" y="1177"/>
                  </a:cubicBezTo>
                  <a:cubicBezTo>
                    <a:pt x="11696" y="1379"/>
                    <a:pt x="12157" y="1630"/>
                    <a:pt x="12589" y="1921"/>
                  </a:cubicBezTo>
                  <a:cubicBezTo>
                    <a:pt x="13016" y="2210"/>
                    <a:pt x="13418" y="2542"/>
                    <a:pt x="13784" y="2907"/>
                  </a:cubicBezTo>
                  <a:cubicBezTo>
                    <a:pt x="14149" y="3272"/>
                    <a:pt x="14481" y="3674"/>
                    <a:pt x="14769" y="4102"/>
                  </a:cubicBezTo>
                  <a:cubicBezTo>
                    <a:pt x="15061" y="4534"/>
                    <a:pt x="15312" y="4995"/>
                    <a:pt x="15514" y="5474"/>
                  </a:cubicBezTo>
                  <a:cubicBezTo>
                    <a:pt x="15935" y="6469"/>
                    <a:pt x="16148" y="7526"/>
                    <a:pt x="16148" y="8616"/>
                  </a:cubicBezTo>
                  <a:cubicBezTo>
                    <a:pt x="16148" y="9222"/>
                    <a:pt x="16081" y="9826"/>
                    <a:pt x="15948" y="10411"/>
                  </a:cubicBezTo>
                  <a:cubicBezTo>
                    <a:pt x="15819" y="10980"/>
                    <a:pt x="15627" y="11536"/>
                    <a:pt x="15377" y="12064"/>
                  </a:cubicBezTo>
                  <a:close/>
                  <a:moveTo>
                    <a:pt x="11444" y="16560"/>
                  </a:moveTo>
                  <a:cubicBezTo>
                    <a:pt x="11454" y="16585"/>
                    <a:pt x="11454" y="16585"/>
                    <a:pt x="11454" y="16585"/>
                  </a:cubicBezTo>
                  <a:cubicBezTo>
                    <a:pt x="11464" y="16581"/>
                    <a:pt x="11474" y="16577"/>
                    <a:pt x="11485" y="16573"/>
                  </a:cubicBezTo>
                  <a:cubicBezTo>
                    <a:pt x="11475" y="16548"/>
                    <a:pt x="11475" y="16548"/>
                    <a:pt x="11475" y="16548"/>
                  </a:cubicBezTo>
                  <a:cubicBezTo>
                    <a:pt x="11464" y="16552"/>
                    <a:pt x="11454" y="16556"/>
                    <a:pt x="11444" y="16560"/>
                  </a:cubicBezTo>
                  <a:close/>
                  <a:moveTo>
                    <a:pt x="12496" y="16055"/>
                  </a:moveTo>
                  <a:cubicBezTo>
                    <a:pt x="12509" y="16078"/>
                    <a:pt x="12509" y="16078"/>
                    <a:pt x="12509" y="16078"/>
                  </a:cubicBezTo>
                  <a:cubicBezTo>
                    <a:pt x="12528" y="16067"/>
                    <a:pt x="12548" y="16056"/>
                    <a:pt x="12567" y="16045"/>
                  </a:cubicBezTo>
                  <a:cubicBezTo>
                    <a:pt x="12554" y="16022"/>
                    <a:pt x="12554" y="16022"/>
                    <a:pt x="12554" y="16022"/>
                  </a:cubicBezTo>
                  <a:cubicBezTo>
                    <a:pt x="12534" y="16033"/>
                    <a:pt x="12515" y="16044"/>
                    <a:pt x="12496" y="16055"/>
                  </a:cubicBezTo>
                  <a:close/>
                  <a:moveTo>
                    <a:pt x="12952" y="15777"/>
                  </a:moveTo>
                  <a:cubicBezTo>
                    <a:pt x="12966" y="15800"/>
                    <a:pt x="12966" y="15800"/>
                    <a:pt x="12966" y="15800"/>
                  </a:cubicBezTo>
                  <a:cubicBezTo>
                    <a:pt x="12985" y="15788"/>
                    <a:pt x="13003" y="15775"/>
                    <a:pt x="13022" y="15763"/>
                  </a:cubicBezTo>
                  <a:cubicBezTo>
                    <a:pt x="13007" y="15741"/>
                    <a:pt x="13007" y="15741"/>
                    <a:pt x="13007" y="15741"/>
                  </a:cubicBezTo>
                  <a:cubicBezTo>
                    <a:pt x="12989" y="15753"/>
                    <a:pt x="12970" y="15765"/>
                    <a:pt x="12952" y="15777"/>
                  </a:cubicBezTo>
                  <a:close/>
                  <a:moveTo>
                    <a:pt x="13806" y="15140"/>
                  </a:moveTo>
                  <a:cubicBezTo>
                    <a:pt x="13824" y="15161"/>
                    <a:pt x="13824" y="15161"/>
                    <a:pt x="13824" y="15161"/>
                  </a:cubicBezTo>
                  <a:cubicBezTo>
                    <a:pt x="13841" y="15146"/>
                    <a:pt x="13858" y="15132"/>
                    <a:pt x="13874" y="15117"/>
                  </a:cubicBezTo>
                  <a:cubicBezTo>
                    <a:pt x="13857" y="15097"/>
                    <a:pt x="13857" y="15097"/>
                    <a:pt x="13857" y="15097"/>
                  </a:cubicBezTo>
                  <a:cubicBezTo>
                    <a:pt x="13840" y="15112"/>
                    <a:pt x="13823" y="15126"/>
                    <a:pt x="13806" y="15140"/>
                  </a:cubicBezTo>
                  <a:close/>
                  <a:moveTo>
                    <a:pt x="12839" y="15849"/>
                  </a:moveTo>
                  <a:cubicBezTo>
                    <a:pt x="12853" y="15872"/>
                    <a:pt x="12853" y="15872"/>
                    <a:pt x="12853" y="15872"/>
                  </a:cubicBezTo>
                  <a:cubicBezTo>
                    <a:pt x="12872" y="15860"/>
                    <a:pt x="12891" y="15848"/>
                    <a:pt x="12910" y="15836"/>
                  </a:cubicBezTo>
                  <a:cubicBezTo>
                    <a:pt x="12896" y="15814"/>
                    <a:pt x="12896" y="15814"/>
                    <a:pt x="12896" y="15814"/>
                  </a:cubicBezTo>
                  <a:cubicBezTo>
                    <a:pt x="12877" y="15826"/>
                    <a:pt x="12858" y="15838"/>
                    <a:pt x="12839" y="15849"/>
                  </a:cubicBezTo>
                  <a:close/>
                  <a:moveTo>
                    <a:pt x="12611" y="15988"/>
                  </a:moveTo>
                  <a:cubicBezTo>
                    <a:pt x="12625" y="16011"/>
                    <a:pt x="12625" y="16011"/>
                    <a:pt x="12625" y="16011"/>
                  </a:cubicBezTo>
                  <a:cubicBezTo>
                    <a:pt x="12644" y="16000"/>
                    <a:pt x="12663" y="15989"/>
                    <a:pt x="12682" y="15977"/>
                  </a:cubicBezTo>
                  <a:cubicBezTo>
                    <a:pt x="12669" y="15954"/>
                    <a:pt x="12669" y="15954"/>
                    <a:pt x="12669" y="15954"/>
                  </a:cubicBezTo>
                  <a:cubicBezTo>
                    <a:pt x="12650" y="15966"/>
                    <a:pt x="12631" y="15977"/>
                    <a:pt x="12611" y="15988"/>
                  </a:cubicBezTo>
                  <a:close/>
                  <a:moveTo>
                    <a:pt x="12726" y="15920"/>
                  </a:moveTo>
                  <a:cubicBezTo>
                    <a:pt x="12740" y="15943"/>
                    <a:pt x="12740" y="15943"/>
                    <a:pt x="12740" y="15943"/>
                  </a:cubicBezTo>
                  <a:cubicBezTo>
                    <a:pt x="12759" y="15931"/>
                    <a:pt x="12778" y="15919"/>
                    <a:pt x="12797" y="15908"/>
                  </a:cubicBezTo>
                  <a:cubicBezTo>
                    <a:pt x="12783" y="15885"/>
                    <a:pt x="12783" y="15885"/>
                    <a:pt x="12783" y="15885"/>
                  </a:cubicBezTo>
                  <a:cubicBezTo>
                    <a:pt x="12764" y="15897"/>
                    <a:pt x="12745" y="15908"/>
                    <a:pt x="12726" y="15920"/>
                  </a:cubicBezTo>
                  <a:close/>
                  <a:moveTo>
                    <a:pt x="13600" y="15310"/>
                  </a:moveTo>
                  <a:cubicBezTo>
                    <a:pt x="13617" y="15330"/>
                    <a:pt x="13617" y="15330"/>
                    <a:pt x="13617" y="15330"/>
                  </a:cubicBezTo>
                  <a:cubicBezTo>
                    <a:pt x="13634" y="15317"/>
                    <a:pt x="13652" y="15303"/>
                    <a:pt x="13669" y="15289"/>
                  </a:cubicBezTo>
                  <a:cubicBezTo>
                    <a:pt x="13652" y="15268"/>
                    <a:pt x="13652" y="15268"/>
                    <a:pt x="13652" y="15268"/>
                  </a:cubicBezTo>
                  <a:cubicBezTo>
                    <a:pt x="13635" y="15282"/>
                    <a:pt x="13618" y="15296"/>
                    <a:pt x="13600" y="15310"/>
                  </a:cubicBezTo>
                  <a:close/>
                  <a:moveTo>
                    <a:pt x="13063" y="15704"/>
                  </a:moveTo>
                  <a:cubicBezTo>
                    <a:pt x="13078" y="15726"/>
                    <a:pt x="13078" y="15726"/>
                    <a:pt x="13078" y="15726"/>
                  </a:cubicBezTo>
                  <a:cubicBezTo>
                    <a:pt x="13096" y="15713"/>
                    <a:pt x="13115" y="15701"/>
                    <a:pt x="13133" y="15688"/>
                  </a:cubicBezTo>
                  <a:cubicBezTo>
                    <a:pt x="13118" y="15666"/>
                    <a:pt x="13118" y="15666"/>
                    <a:pt x="13118" y="15666"/>
                  </a:cubicBezTo>
                  <a:cubicBezTo>
                    <a:pt x="13099" y="15679"/>
                    <a:pt x="13081" y="15691"/>
                    <a:pt x="13063" y="15704"/>
                  </a:cubicBezTo>
                  <a:close/>
                  <a:moveTo>
                    <a:pt x="12262" y="16183"/>
                  </a:moveTo>
                  <a:cubicBezTo>
                    <a:pt x="12274" y="16207"/>
                    <a:pt x="12274" y="16207"/>
                    <a:pt x="12274" y="16207"/>
                  </a:cubicBezTo>
                  <a:cubicBezTo>
                    <a:pt x="12294" y="16196"/>
                    <a:pt x="12314" y="16186"/>
                    <a:pt x="12333" y="16175"/>
                  </a:cubicBezTo>
                  <a:cubicBezTo>
                    <a:pt x="12321" y="16152"/>
                    <a:pt x="12321" y="16152"/>
                    <a:pt x="12321" y="16152"/>
                  </a:cubicBezTo>
                  <a:cubicBezTo>
                    <a:pt x="12301" y="16162"/>
                    <a:pt x="12281" y="16173"/>
                    <a:pt x="12262" y="16183"/>
                  </a:cubicBezTo>
                  <a:close/>
                  <a:moveTo>
                    <a:pt x="13704" y="15226"/>
                  </a:moveTo>
                  <a:cubicBezTo>
                    <a:pt x="13721" y="15246"/>
                    <a:pt x="13721" y="15246"/>
                    <a:pt x="13721" y="15246"/>
                  </a:cubicBezTo>
                  <a:cubicBezTo>
                    <a:pt x="13738" y="15232"/>
                    <a:pt x="13755" y="15218"/>
                    <a:pt x="13772" y="15204"/>
                  </a:cubicBezTo>
                  <a:cubicBezTo>
                    <a:pt x="13755" y="15183"/>
                    <a:pt x="13755" y="15183"/>
                    <a:pt x="13755" y="15183"/>
                  </a:cubicBezTo>
                  <a:cubicBezTo>
                    <a:pt x="13738" y="15198"/>
                    <a:pt x="13721" y="15212"/>
                    <a:pt x="13704" y="15226"/>
                  </a:cubicBezTo>
                  <a:close/>
                  <a:moveTo>
                    <a:pt x="13495" y="15392"/>
                  </a:moveTo>
                  <a:cubicBezTo>
                    <a:pt x="13511" y="15413"/>
                    <a:pt x="13511" y="15413"/>
                    <a:pt x="13511" y="15413"/>
                  </a:cubicBezTo>
                  <a:cubicBezTo>
                    <a:pt x="13529" y="15399"/>
                    <a:pt x="13547" y="15386"/>
                    <a:pt x="13564" y="15372"/>
                  </a:cubicBezTo>
                  <a:cubicBezTo>
                    <a:pt x="13548" y="15351"/>
                    <a:pt x="13548" y="15351"/>
                    <a:pt x="13548" y="15351"/>
                  </a:cubicBezTo>
                  <a:cubicBezTo>
                    <a:pt x="13530" y="15364"/>
                    <a:pt x="13513" y="15378"/>
                    <a:pt x="13495" y="15392"/>
                  </a:cubicBezTo>
                  <a:close/>
                  <a:moveTo>
                    <a:pt x="13173" y="15628"/>
                  </a:moveTo>
                  <a:cubicBezTo>
                    <a:pt x="13188" y="15650"/>
                    <a:pt x="13188" y="15650"/>
                    <a:pt x="13188" y="15650"/>
                  </a:cubicBezTo>
                  <a:cubicBezTo>
                    <a:pt x="13206" y="15637"/>
                    <a:pt x="13224" y="15624"/>
                    <a:pt x="13243" y="15612"/>
                  </a:cubicBezTo>
                  <a:cubicBezTo>
                    <a:pt x="13227" y="15590"/>
                    <a:pt x="13227" y="15590"/>
                    <a:pt x="13227" y="15590"/>
                  </a:cubicBezTo>
                  <a:cubicBezTo>
                    <a:pt x="13209" y="15603"/>
                    <a:pt x="13191" y="15615"/>
                    <a:pt x="13173" y="15628"/>
                  </a:cubicBezTo>
                  <a:close/>
                  <a:moveTo>
                    <a:pt x="13281" y="15551"/>
                  </a:moveTo>
                  <a:cubicBezTo>
                    <a:pt x="13297" y="15573"/>
                    <a:pt x="13297" y="15573"/>
                    <a:pt x="13297" y="15573"/>
                  </a:cubicBezTo>
                  <a:cubicBezTo>
                    <a:pt x="13315" y="15560"/>
                    <a:pt x="13333" y="15547"/>
                    <a:pt x="13351" y="15533"/>
                  </a:cubicBezTo>
                  <a:cubicBezTo>
                    <a:pt x="13335" y="15512"/>
                    <a:pt x="13335" y="15512"/>
                    <a:pt x="13335" y="15512"/>
                  </a:cubicBezTo>
                  <a:cubicBezTo>
                    <a:pt x="13317" y="15525"/>
                    <a:pt x="13299" y="15538"/>
                    <a:pt x="13281" y="15551"/>
                  </a:cubicBezTo>
                  <a:close/>
                  <a:moveTo>
                    <a:pt x="13389" y="15472"/>
                  </a:moveTo>
                  <a:cubicBezTo>
                    <a:pt x="13405" y="15494"/>
                    <a:pt x="13405" y="15494"/>
                    <a:pt x="13405" y="15494"/>
                  </a:cubicBezTo>
                  <a:cubicBezTo>
                    <a:pt x="13423" y="15480"/>
                    <a:pt x="13441" y="15467"/>
                    <a:pt x="13458" y="15453"/>
                  </a:cubicBezTo>
                  <a:cubicBezTo>
                    <a:pt x="13442" y="15432"/>
                    <a:pt x="13442" y="15432"/>
                    <a:pt x="13442" y="15432"/>
                  </a:cubicBezTo>
                  <a:cubicBezTo>
                    <a:pt x="13424" y="15446"/>
                    <a:pt x="13407" y="15459"/>
                    <a:pt x="13389" y="15472"/>
                  </a:cubicBezTo>
                  <a:close/>
                  <a:moveTo>
                    <a:pt x="12379" y="16120"/>
                  </a:moveTo>
                  <a:cubicBezTo>
                    <a:pt x="12392" y="16143"/>
                    <a:pt x="12392" y="16143"/>
                    <a:pt x="12392" y="16143"/>
                  </a:cubicBezTo>
                  <a:cubicBezTo>
                    <a:pt x="12412" y="16133"/>
                    <a:pt x="12431" y="16122"/>
                    <a:pt x="12451" y="16111"/>
                  </a:cubicBezTo>
                  <a:cubicBezTo>
                    <a:pt x="12438" y="16088"/>
                    <a:pt x="12438" y="16088"/>
                    <a:pt x="12438" y="16088"/>
                  </a:cubicBezTo>
                  <a:cubicBezTo>
                    <a:pt x="12418" y="16099"/>
                    <a:pt x="12399" y="16109"/>
                    <a:pt x="12379" y="16120"/>
                  </a:cubicBezTo>
                  <a:close/>
                  <a:moveTo>
                    <a:pt x="8273" y="27"/>
                  </a:moveTo>
                  <a:cubicBezTo>
                    <a:pt x="8273" y="27"/>
                    <a:pt x="8273" y="27"/>
                    <a:pt x="8273" y="27"/>
                  </a:cubicBezTo>
                  <a:cubicBezTo>
                    <a:pt x="8273" y="0"/>
                    <a:pt x="8273" y="0"/>
                    <a:pt x="8273" y="0"/>
                  </a:cubicBezTo>
                  <a:cubicBezTo>
                    <a:pt x="8251" y="0"/>
                    <a:pt x="8229" y="0"/>
                    <a:pt x="8207" y="0"/>
                  </a:cubicBezTo>
                  <a:cubicBezTo>
                    <a:pt x="8207" y="27"/>
                    <a:pt x="8207" y="27"/>
                    <a:pt x="8207" y="27"/>
                  </a:cubicBezTo>
                  <a:cubicBezTo>
                    <a:pt x="8229" y="27"/>
                    <a:pt x="8251" y="27"/>
                    <a:pt x="8273" y="27"/>
                  </a:cubicBezTo>
                  <a:close/>
                  <a:moveTo>
                    <a:pt x="8540" y="4"/>
                  </a:moveTo>
                  <a:cubicBezTo>
                    <a:pt x="8518" y="3"/>
                    <a:pt x="8496" y="3"/>
                    <a:pt x="8474" y="2"/>
                  </a:cubicBezTo>
                  <a:cubicBezTo>
                    <a:pt x="8473" y="29"/>
                    <a:pt x="8473" y="29"/>
                    <a:pt x="8473" y="29"/>
                  </a:cubicBezTo>
                  <a:cubicBezTo>
                    <a:pt x="8495" y="29"/>
                    <a:pt x="8517" y="30"/>
                    <a:pt x="8540" y="31"/>
                  </a:cubicBezTo>
                  <a:lnTo>
                    <a:pt x="8540" y="4"/>
                  </a:lnTo>
                  <a:close/>
                  <a:moveTo>
                    <a:pt x="8140" y="28"/>
                  </a:moveTo>
                  <a:cubicBezTo>
                    <a:pt x="8140" y="1"/>
                    <a:pt x="8140" y="1"/>
                    <a:pt x="8140" y="1"/>
                  </a:cubicBezTo>
                  <a:cubicBezTo>
                    <a:pt x="8117" y="1"/>
                    <a:pt x="8095" y="2"/>
                    <a:pt x="8073" y="2"/>
                  </a:cubicBezTo>
                  <a:cubicBezTo>
                    <a:pt x="8074" y="29"/>
                    <a:pt x="8074" y="29"/>
                    <a:pt x="8074" y="29"/>
                  </a:cubicBezTo>
                  <a:cubicBezTo>
                    <a:pt x="8096" y="28"/>
                    <a:pt x="8118" y="28"/>
                    <a:pt x="8140" y="28"/>
                  </a:cubicBezTo>
                  <a:close/>
                  <a:moveTo>
                    <a:pt x="8407" y="1"/>
                  </a:moveTo>
                  <a:cubicBezTo>
                    <a:pt x="8385" y="1"/>
                    <a:pt x="8363" y="0"/>
                    <a:pt x="8340" y="0"/>
                  </a:cubicBezTo>
                  <a:cubicBezTo>
                    <a:pt x="8340" y="27"/>
                    <a:pt x="8340" y="27"/>
                    <a:pt x="8340" y="27"/>
                  </a:cubicBezTo>
                  <a:cubicBezTo>
                    <a:pt x="8362" y="27"/>
                    <a:pt x="8384" y="27"/>
                    <a:pt x="8407" y="28"/>
                  </a:cubicBezTo>
                  <a:lnTo>
                    <a:pt x="8407" y="1"/>
                  </a:lnTo>
                  <a:close/>
                  <a:moveTo>
                    <a:pt x="7741" y="43"/>
                  </a:moveTo>
                  <a:cubicBezTo>
                    <a:pt x="7739" y="16"/>
                    <a:pt x="7739" y="16"/>
                    <a:pt x="7739" y="16"/>
                  </a:cubicBezTo>
                  <a:cubicBezTo>
                    <a:pt x="7717" y="18"/>
                    <a:pt x="7695" y="19"/>
                    <a:pt x="7672" y="21"/>
                  </a:cubicBezTo>
                  <a:cubicBezTo>
                    <a:pt x="7674" y="47"/>
                    <a:pt x="7674" y="47"/>
                    <a:pt x="7674" y="47"/>
                  </a:cubicBezTo>
                  <a:cubicBezTo>
                    <a:pt x="7696" y="46"/>
                    <a:pt x="7719" y="44"/>
                    <a:pt x="7741" y="43"/>
                  </a:cubicBezTo>
                  <a:close/>
                  <a:moveTo>
                    <a:pt x="7874" y="36"/>
                  </a:moveTo>
                  <a:cubicBezTo>
                    <a:pt x="7873" y="9"/>
                    <a:pt x="7873" y="9"/>
                    <a:pt x="7873" y="9"/>
                  </a:cubicBezTo>
                  <a:cubicBezTo>
                    <a:pt x="7850" y="10"/>
                    <a:pt x="7828" y="11"/>
                    <a:pt x="7806" y="12"/>
                  </a:cubicBezTo>
                  <a:cubicBezTo>
                    <a:pt x="7807" y="39"/>
                    <a:pt x="7807" y="39"/>
                    <a:pt x="7807" y="39"/>
                  </a:cubicBezTo>
                  <a:cubicBezTo>
                    <a:pt x="7829" y="38"/>
                    <a:pt x="7852" y="37"/>
                    <a:pt x="7874" y="36"/>
                  </a:cubicBezTo>
                  <a:close/>
                  <a:moveTo>
                    <a:pt x="12143" y="16244"/>
                  </a:moveTo>
                  <a:cubicBezTo>
                    <a:pt x="12155" y="16268"/>
                    <a:pt x="12155" y="16268"/>
                    <a:pt x="12155" y="16268"/>
                  </a:cubicBezTo>
                  <a:cubicBezTo>
                    <a:pt x="12175" y="16258"/>
                    <a:pt x="12195" y="16248"/>
                    <a:pt x="12215" y="16238"/>
                  </a:cubicBezTo>
                  <a:cubicBezTo>
                    <a:pt x="12202" y="16214"/>
                    <a:pt x="12202" y="16214"/>
                    <a:pt x="12202" y="16214"/>
                  </a:cubicBezTo>
                  <a:cubicBezTo>
                    <a:pt x="12183" y="16224"/>
                    <a:pt x="12163" y="16234"/>
                    <a:pt x="12143" y="16244"/>
                  </a:cubicBezTo>
                  <a:close/>
                  <a:moveTo>
                    <a:pt x="8007" y="31"/>
                  </a:moveTo>
                  <a:cubicBezTo>
                    <a:pt x="8006" y="4"/>
                    <a:pt x="8006" y="4"/>
                    <a:pt x="8006" y="4"/>
                  </a:cubicBezTo>
                  <a:cubicBezTo>
                    <a:pt x="7984" y="5"/>
                    <a:pt x="7962" y="5"/>
                    <a:pt x="7939" y="6"/>
                  </a:cubicBezTo>
                  <a:cubicBezTo>
                    <a:pt x="7940" y="33"/>
                    <a:pt x="7940" y="33"/>
                    <a:pt x="7940" y="33"/>
                  </a:cubicBezTo>
                  <a:cubicBezTo>
                    <a:pt x="7963" y="32"/>
                    <a:pt x="7985" y="31"/>
                    <a:pt x="8007" y="31"/>
                  </a:cubicBezTo>
                  <a:close/>
                  <a:moveTo>
                    <a:pt x="11782" y="16417"/>
                  </a:moveTo>
                  <a:cubicBezTo>
                    <a:pt x="11793" y="16442"/>
                    <a:pt x="11793" y="16442"/>
                    <a:pt x="11793" y="16442"/>
                  </a:cubicBezTo>
                  <a:cubicBezTo>
                    <a:pt x="11813" y="16432"/>
                    <a:pt x="11833" y="16423"/>
                    <a:pt x="11854" y="16414"/>
                  </a:cubicBezTo>
                  <a:cubicBezTo>
                    <a:pt x="11842" y="16390"/>
                    <a:pt x="11842" y="16390"/>
                    <a:pt x="11842" y="16390"/>
                  </a:cubicBezTo>
                  <a:cubicBezTo>
                    <a:pt x="11822" y="16399"/>
                    <a:pt x="11802" y="16408"/>
                    <a:pt x="11782" y="16417"/>
                  </a:cubicBezTo>
                  <a:close/>
                  <a:moveTo>
                    <a:pt x="8674" y="9"/>
                  </a:moveTo>
                  <a:cubicBezTo>
                    <a:pt x="8651" y="8"/>
                    <a:pt x="8629" y="7"/>
                    <a:pt x="8607" y="6"/>
                  </a:cubicBezTo>
                  <a:cubicBezTo>
                    <a:pt x="8606" y="33"/>
                    <a:pt x="8606" y="33"/>
                    <a:pt x="8606" y="33"/>
                  </a:cubicBezTo>
                  <a:cubicBezTo>
                    <a:pt x="8628" y="34"/>
                    <a:pt x="8650" y="35"/>
                    <a:pt x="8672" y="36"/>
                  </a:cubicBezTo>
                  <a:lnTo>
                    <a:pt x="8674" y="9"/>
                  </a:lnTo>
                  <a:close/>
                  <a:moveTo>
                    <a:pt x="12023" y="16304"/>
                  </a:moveTo>
                  <a:cubicBezTo>
                    <a:pt x="12035" y="16328"/>
                    <a:pt x="12035" y="16328"/>
                    <a:pt x="12035" y="16328"/>
                  </a:cubicBezTo>
                  <a:cubicBezTo>
                    <a:pt x="12055" y="16318"/>
                    <a:pt x="12075" y="16308"/>
                    <a:pt x="12095" y="16298"/>
                  </a:cubicBezTo>
                  <a:cubicBezTo>
                    <a:pt x="12083" y="16274"/>
                    <a:pt x="12083" y="16274"/>
                    <a:pt x="12083" y="16274"/>
                  </a:cubicBezTo>
                  <a:cubicBezTo>
                    <a:pt x="12063" y="16284"/>
                    <a:pt x="12043" y="16294"/>
                    <a:pt x="12023" y="16304"/>
                  </a:cubicBezTo>
                  <a:close/>
                  <a:moveTo>
                    <a:pt x="11903" y="16361"/>
                  </a:moveTo>
                  <a:cubicBezTo>
                    <a:pt x="11914" y="16386"/>
                    <a:pt x="11914" y="16386"/>
                    <a:pt x="11914" y="16386"/>
                  </a:cubicBezTo>
                  <a:cubicBezTo>
                    <a:pt x="11935" y="16376"/>
                    <a:pt x="11955" y="16367"/>
                    <a:pt x="11975" y="16357"/>
                  </a:cubicBezTo>
                  <a:cubicBezTo>
                    <a:pt x="11963" y="16333"/>
                    <a:pt x="11963" y="16333"/>
                    <a:pt x="11963" y="16333"/>
                  </a:cubicBezTo>
                  <a:cubicBezTo>
                    <a:pt x="11943" y="16343"/>
                    <a:pt x="11923" y="16352"/>
                    <a:pt x="11903" y="16361"/>
                  </a:cubicBezTo>
                  <a:close/>
                  <a:moveTo>
                    <a:pt x="11536" y="16523"/>
                  </a:moveTo>
                  <a:cubicBezTo>
                    <a:pt x="11546" y="16548"/>
                    <a:pt x="11546" y="16548"/>
                    <a:pt x="11546" y="16548"/>
                  </a:cubicBezTo>
                  <a:cubicBezTo>
                    <a:pt x="11567" y="16539"/>
                    <a:pt x="11588" y="16530"/>
                    <a:pt x="11608" y="16522"/>
                  </a:cubicBezTo>
                  <a:cubicBezTo>
                    <a:pt x="11598" y="16497"/>
                    <a:pt x="11598" y="16497"/>
                    <a:pt x="11598" y="16497"/>
                  </a:cubicBezTo>
                  <a:cubicBezTo>
                    <a:pt x="11577" y="16506"/>
                    <a:pt x="11557" y="16514"/>
                    <a:pt x="11536" y="16523"/>
                  </a:cubicBezTo>
                  <a:close/>
                  <a:moveTo>
                    <a:pt x="11659" y="16471"/>
                  </a:moveTo>
                  <a:cubicBezTo>
                    <a:pt x="11670" y="16495"/>
                    <a:pt x="11670" y="16495"/>
                    <a:pt x="11670" y="16495"/>
                  </a:cubicBezTo>
                  <a:cubicBezTo>
                    <a:pt x="11690" y="16487"/>
                    <a:pt x="11711" y="16478"/>
                    <a:pt x="11731" y="16469"/>
                  </a:cubicBezTo>
                  <a:cubicBezTo>
                    <a:pt x="11721" y="16444"/>
                    <a:pt x="11721" y="16444"/>
                    <a:pt x="11721" y="16444"/>
                  </a:cubicBezTo>
                  <a:cubicBezTo>
                    <a:pt x="11700" y="16453"/>
                    <a:pt x="11680" y="16462"/>
                    <a:pt x="11659" y="16471"/>
                  </a:cubicBezTo>
                  <a:close/>
                  <a:moveTo>
                    <a:pt x="14392" y="14596"/>
                  </a:moveTo>
                  <a:cubicBezTo>
                    <a:pt x="14411" y="14615"/>
                    <a:pt x="14411" y="14615"/>
                    <a:pt x="14411" y="14615"/>
                  </a:cubicBezTo>
                  <a:cubicBezTo>
                    <a:pt x="14426" y="14599"/>
                    <a:pt x="14442" y="14583"/>
                    <a:pt x="14457" y="14567"/>
                  </a:cubicBezTo>
                  <a:cubicBezTo>
                    <a:pt x="14438" y="14549"/>
                    <a:pt x="14438" y="14549"/>
                    <a:pt x="14438" y="14549"/>
                  </a:cubicBezTo>
                  <a:cubicBezTo>
                    <a:pt x="14423" y="14565"/>
                    <a:pt x="14407" y="14581"/>
                    <a:pt x="14392" y="14596"/>
                  </a:cubicBezTo>
                  <a:close/>
                  <a:moveTo>
                    <a:pt x="10904" y="410"/>
                  </a:moveTo>
                  <a:cubicBezTo>
                    <a:pt x="10882" y="403"/>
                    <a:pt x="10861" y="396"/>
                    <a:pt x="10840" y="390"/>
                  </a:cubicBezTo>
                  <a:cubicBezTo>
                    <a:pt x="10832" y="415"/>
                    <a:pt x="10832" y="415"/>
                    <a:pt x="10832" y="415"/>
                  </a:cubicBezTo>
                  <a:cubicBezTo>
                    <a:pt x="10853" y="422"/>
                    <a:pt x="10874" y="429"/>
                    <a:pt x="10895" y="435"/>
                  </a:cubicBezTo>
                  <a:lnTo>
                    <a:pt x="10904" y="410"/>
                  </a:lnTo>
                  <a:close/>
                  <a:moveTo>
                    <a:pt x="11776" y="744"/>
                  </a:moveTo>
                  <a:cubicBezTo>
                    <a:pt x="11756" y="735"/>
                    <a:pt x="11735" y="726"/>
                    <a:pt x="11715" y="717"/>
                  </a:cubicBezTo>
                  <a:cubicBezTo>
                    <a:pt x="11704" y="741"/>
                    <a:pt x="11704" y="741"/>
                    <a:pt x="11704" y="741"/>
                  </a:cubicBezTo>
                  <a:cubicBezTo>
                    <a:pt x="11725" y="750"/>
                    <a:pt x="11745" y="759"/>
                    <a:pt x="11765" y="768"/>
                  </a:cubicBezTo>
                  <a:lnTo>
                    <a:pt x="11776" y="744"/>
                  </a:lnTo>
                  <a:close/>
                  <a:moveTo>
                    <a:pt x="10776" y="370"/>
                  </a:moveTo>
                  <a:cubicBezTo>
                    <a:pt x="10755" y="364"/>
                    <a:pt x="10733" y="357"/>
                    <a:pt x="10712" y="351"/>
                  </a:cubicBezTo>
                  <a:cubicBezTo>
                    <a:pt x="10704" y="376"/>
                    <a:pt x="10704" y="376"/>
                    <a:pt x="10704" y="376"/>
                  </a:cubicBezTo>
                  <a:cubicBezTo>
                    <a:pt x="10726" y="383"/>
                    <a:pt x="10747" y="389"/>
                    <a:pt x="10768" y="396"/>
                  </a:cubicBezTo>
                  <a:lnTo>
                    <a:pt x="10776" y="370"/>
                  </a:lnTo>
                  <a:close/>
                  <a:moveTo>
                    <a:pt x="10519" y="296"/>
                  </a:moveTo>
                  <a:cubicBezTo>
                    <a:pt x="10497" y="291"/>
                    <a:pt x="10476" y="285"/>
                    <a:pt x="10454" y="279"/>
                  </a:cubicBezTo>
                  <a:cubicBezTo>
                    <a:pt x="10448" y="305"/>
                    <a:pt x="10448" y="305"/>
                    <a:pt x="10448" y="305"/>
                  </a:cubicBezTo>
                  <a:cubicBezTo>
                    <a:pt x="10469" y="311"/>
                    <a:pt x="10491" y="316"/>
                    <a:pt x="10512" y="322"/>
                  </a:cubicBezTo>
                  <a:lnTo>
                    <a:pt x="10519" y="296"/>
                  </a:lnTo>
                  <a:close/>
                  <a:moveTo>
                    <a:pt x="10390" y="262"/>
                  </a:moveTo>
                  <a:cubicBezTo>
                    <a:pt x="10368" y="257"/>
                    <a:pt x="10346" y="252"/>
                    <a:pt x="10325" y="246"/>
                  </a:cubicBezTo>
                  <a:cubicBezTo>
                    <a:pt x="10318" y="272"/>
                    <a:pt x="10318" y="272"/>
                    <a:pt x="10318" y="272"/>
                  </a:cubicBezTo>
                  <a:cubicBezTo>
                    <a:pt x="10340" y="278"/>
                    <a:pt x="10362" y="283"/>
                    <a:pt x="10383" y="288"/>
                  </a:cubicBezTo>
                  <a:lnTo>
                    <a:pt x="10390" y="262"/>
                  </a:lnTo>
                  <a:close/>
                  <a:moveTo>
                    <a:pt x="10130" y="201"/>
                  </a:moveTo>
                  <a:cubicBezTo>
                    <a:pt x="10108" y="196"/>
                    <a:pt x="10086" y="191"/>
                    <a:pt x="10064" y="187"/>
                  </a:cubicBezTo>
                  <a:cubicBezTo>
                    <a:pt x="10059" y="213"/>
                    <a:pt x="10059" y="213"/>
                    <a:pt x="10059" y="213"/>
                  </a:cubicBezTo>
                  <a:cubicBezTo>
                    <a:pt x="10080" y="218"/>
                    <a:pt x="10102" y="222"/>
                    <a:pt x="10124" y="227"/>
                  </a:cubicBezTo>
                  <a:lnTo>
                    <a:pt x="10130" y="201"/>
                  </a:lnTo>
                  <a:close/>
                  <a:moveTo>
                    <a:pt x="10260" y="231"/>
                  </a:moveTo>
                  <a:cubicBezTo>
                    <a:pt x="10238" y="226"/>
                    <a:pt x="10216" y="221"/>
                    <a:pt x="10195" y="216"/>
                  </a:cubicBezTo>
                  <a:cubicBezTo>
                    <a:pt x="10189" y="242"/>
                    <a:pt x="10189" y="242"/>
                    <a:pt x="10189" y="242"/>
                  </a:cubicBezTo>
                  <a:cubicBezTo>
                    <a:pt x="10210" y="247"/>
                    <a:pt x="10232" y="252"/>
                    <a:pt x="10254" y="257"/>
                  </a:cubicBezTo>
                  <a:lnTo>
                    <a:pt x="10260" y="231"/>
                  </a:lnTo>
                  <a:close/>
                  <a:moveTo>
                    <a:pt x="11030" y="452"/>
                  </a:moveTo>
                  <a:cubicBezTo>
                    <a:pt x="11009" y="445"/>
                    <a:pt x="10988" y="438"/>
                    <a:pt x="10967" y="431"/>
                  </a:cubicBezTo>
                  <a:cubicBezTo>
                    <a:pt x="10959" y="456"/>
                    <a:pt x="10959" y="456"/>
                    <a:pt x="10959" y="456"/>
                  </a:cubicBezTo>
                  <a:cubicBezTo>
                    <a:pt x="10980" y="463"/>
                    <a:pt x="11001" y="470"/>
                    <a:pt x="11022" y="477"/>
                  </a:cubicBezTo>
                  <a:lnTo>
                    <a:pt x="11030" y="452"/>
                  </a:lnTo>
                  <a:close/>
                  <a:moveTo>
                    <a:pt x="9999" y="173"/>
                  </a:moveTo>
                  <a:cubicBezTo>
                    <a:pt x="9977" y="169"/>
                    <a:pt x="9955" y="164"/>
                    <a:pt x="9933" y="160"/>
                  </a:cubicBezTo>
                  <a:cubicBezTo>
                    <a:pt x="9928" y="186"/>
                    <a:pt x="9928" y="186"/>
                    <a:pt x="9928" y="186"/>
                  </a:cubicBezTo>
                  <a:cubicBezTo>
                    <a:pt x="9950" y="191"/>
                    <a:pt x="9972" y="195"/>
                    <a:pt x="9993" y="199"/>
                  </a:cubicBezTo>
                  <a:lnTo>
                    <a:pt x="9999" y="173"/>
                  </a:lnTo>
                  <a:close/>
                  <a:moveTo>
                    <a:pt x="11407" y="589"/>
                  </a:moveTo>
                  <a:cubicBezTo>
                    <a:pt x="11386" y="581"/>
                    <a:pt x="11366" y="573"/>
                    <a:pt x="11345" y="565"/>
                  </a:cubicBezTo>
                  <a:cubicBezTo>
                    <a:pt x="11335" y="590"/>
                    <a:pt x="11335" y="590"/>
                    <a:pt x="11335" y="590"/>
                  </a:cubicBezTo>
                  <a:cubicBezTo>
                    <a:pt x="11356" y="598"/>
                    <a:pt x="11377" y="606"/>
                    <a:pt x="11397" y="614"/>
                  </a:cubicBezTo>
                  <a:lnTo>
                    <a:pt x="11407" y="589"/>
                  </a:lnTo>
                  <a:close/>
                  <a:moveTo>
                    <a:pt x="11654" y="690"/>
                  </a:moveTo>
                  <a:cubicBezTo>
                    <a:pt x="11634" y="682"/>
                    <a:pt x="11613" y="673"/>
                    <a:pt x="11593" y="664"/>
                  </a:cubicBezTo>
                  <a:cubicBezTo>
                    <a:pt x="11582" y="689"/>
                    <a:pt x="11582" y="689"/>
                    <a:pt x="11582" y="689"/>
                  </a:cubicBezTo>
                  <a:cubicBezTo>
                    <a:pt x="11603" y="698"/>
                    <a:pt x="11623" y="706"/>
                    <a:pt x="11643" y="715"/>
                  </a:cubicBezTo>
                  <a:lnTo>
                    <a:pt x="11654" y="690"/>
                  </a:lnTo>
                  <a:close/>
                  <a:moveTo>
                    <a:pt x="13907" y="15054"/>
                  </a:moveTo>
                  <a:cubicBezTo>
                    <a:pt x="13925" y="15074"/>
                    <a:pt x="13925" y="15074"/>
                    <a:pt x="13925" y="15074"/>
                  </a:cubicBezTo>
                  <a:cubicBezTo>
                    <a:pt x="13942" y="15059"/>
                    <a:pt x="13958" y="15044"/>
                    <a:pt x="13975" y="15030"/>
                  </a:cubicBezTo>
                  <a:cubicBezTo>
                    <a:pt x="13957" y="15010"/>
                    <a:pt x="13957" y="15010"/>
                    <a:pt x="13957" y="15010"/>
                  </a:cubicBezTo>
                  <a:cubicBezTo>
                    <a:pt x="13941" y="15024"/>
                    <a:pt x="13924" y="15039"/>
                    <a:pt x="13907" y="15054"/>
                  </a:cubicBezTo>
                  <a:close/>
                  <a:moveTo>
                    <a:pt x="11157" y="496"/>
                  </a:moveTo>
                  <a:cubicBezTo>
                    <a:pt x="11136" y="488"/>
                    <a:pt x="11115" y="481"/>
                    <a:pt x="11094" y="473"/>
                  </a:cubicBezTo>
                  <a:cubicBezTo>
                    <a:pt x="11085" y="499"/>
                    <a:pt x="11085" y="499"/>
                    <a:pt x="11085" y="499"/>
                  </a:cubicBezTo>
                  <a:cubicBezTo>
                    <a:pt x="11106" y="506"/>
                    <a:pt x="11127" y="513"/>
                    <a:pt x="11148" y="521"/>
                  </a:cubicBezTo>
                  <a:lnTo>
                    <a:pt x="11157" y="496"/>
                  </a:lnTo>
                  <a:close/>
                  <a:moveTo>
                    <a:pt x="11282" y="541"/>
                  </a:moveTo>
                  <a:cubicBezTo>
                    <a:pt x="11261" y="534"/>
                    <a:pt x="11241" y="526"/>
                    <a:pt x="11220" y="518"/>
                  </a:cubicBezTo>
                  <a:cubicBezTo>
                    <a:pt x="11210" y="543"/>
                    <a:pt x="11210" y="543"/>
                    <a:pt x="11210" y="543"/>
                  </a:cubicBezTo>
                  <a:cubicBezTo>
                    <a:pt x="11231" y="551"/>
                    <a:pt x="11252" y="559"/>
                    <a:pt x="11273" y="566"/>
                  </a:cubicBezTo>
                  <a:lnTo>
                    <a:pt x="11282" y="541"/>
                  </a:lnTo>
                  <a:close/>
                  <a:moveTo>
                    <a:pt x="11531" y="639"/>
                  </a:moveTo>
                  <a:cubicBezTo>
                    <a:pt x="11511" y="630"/>
                    <a:pt x="11490" y="622"/>
                    <a:pt x="11469" y="614"/>
                  </a:cubicBezTo>
                  <a:cubicBezTo>
                    <a:pt x="11459" y="639"/>
                    <a:pt x="11459" y="639"/>
                    <a:pt x="11459" y="639"/>
                  </a:cubicBezTo>
                  <a:cubicBezTo>
                    <a:pt x="11480" y="647"/>
                    <a:pt x="11501" y="655"/>
                    <a:pt x="11521" y="664"/>
                  </a:cubicBezTo>
                  <a:lnTo>
                    <a:pt x="11531" y="639"/>
                  </a:lnTo>
                  <a:close/>
                  <a:moveTo>
                    <a:pt x="14298" y="14691"/>
                  </a:moveTo>
                  <a:cubicBezTo>
                    <a:pt x="14317" y="14710"/>
                    <a:pt x="14317" y="14710"/>
                    <a:pt x="14317" y="14710"/>
                  </a:cubicBezTo>
                  <a:cubicBezTo>
                    <a:pt x="14332" y="14694"/>
                    <a:pt x="14348" y="14678"/>
                    <a:pt x="14364" y="14663"/>
                  </a:cubicBezTo>
                  <a:cubicBezTo>
                    <a:pt x="14345" y="14644"/>
                    <a:pt x="14345" y="14644"/>
                    <a:pt x="14345" y="14644"/>
                  </a:cubicBezTo>
                  <a:cubicBezTo>
                    <a:pt x="14329" y="14659"/>
                    <a:pt x="14314" y="14675"/>
                    <a:pt x="14298" y="14691"/>
                  </a:cubicBezTo>
                  <a:close/>
                  <a:moveTo>
                    <a:pt x="7608" y="52"/>
                  </a:moveTo>
                  <a:cubicBezTo>
                    <a:pt x="7606" y="26"/>
                    <a:pt x="7606" y="26"/>
                    <a:pt x="7606" y="26"/>
                  </a:cubicBezTo>
                  <a:cubicBezTo>
                    <a:pt x="7584" y="27"/>
                    <a:pt x="7561" y="29"/>
                    <a:pt x="7539" y="31"/>
                  </a:cubicBezTo>
                  <a:cubicBezTo>
                    <a:pt x="7541" y="58"/>
                    <a:pt x="7541" y="58"/>
                    <a:pt x="7541" y="58"/>
                  </a:cubicBezTo>
                  <a:cubicBezTo>
                    <a:pt x="7564" y="56"/>
                    <a:pt x="7586" y="54"/>
                    <a:pt x="7608" y="52"/>
                  </a:cubicBezTo>
                  <a:close/>
                  <a:moveTo>
                    <a:pt x="8940" y="25"/>
                  </a:moveTo>
                  <a:cubicBezTo>
                    <a:pt x="8918" y="24"/>
                    <a:pt x="8896" y="22"/>
                    <a:pt x="8874" y="21"/>
                  </a:cubicBezTo>
                  <a:cubicBezTo>
                    <a:pt x="8872" y="47"/>
                    <a:pt x="8872" y="47"/>
                    <a:pt x="8872" y="47"/>
                  </a:cubicBezTo>
                  <a:cubicBezTo>
                    <a:pt x="8894" y="49"/>
                    <a:pt x="8916" y="50"/>
                    <a:pt x="8938" y="52"/>
                  </a:cubicBezTo>
                  <a:lnTo>
                    <a:pt x="8940" y="25"/>
                  </a:lnTo>
                  <a:close/>
                  <a:moveTo>
                    <a:pt x="8807" y="16"/>
                  </a:moveTo>
                  <a:cubicBezTo>
                    <a:pt x="8785" y="15"/>
                    <a:pt x="8763" y="14"/>
                    <a:pt x="8740" y="12"/>
                  </a:cubicBezTo>
                  <a:cubicBezTo>
                    <a:pt x="8739" y="39"/>
                    <a:pt x="8739" y="39"/>
                    <a:pt x="8739" y="39"/>
                  </a:cubicBezTo>
                  <a:cubicBezTo>
                    <a:pt x="8761" y="40"/>
                    <a:pt x="8783" y="42"/>
                    <a:pt x="8806" y="43"/>
                  </a:cubicBezTo>
                  <a:lnTo>
                    <a:pt x="8807" y="16"/>
                  </a:lnTo>
                  <a:close/>
                  <a:moveTo>
                    <a:pt x="14007" y="14965"/>
                  </a:moveTo>
                  <a:cubicBezTo>
                    <a:pt x="14025" y="14985"/>
                    <a:pt x="14025" y="14985"/>
                    <a:pt x="14025" y="14985"/>
                  </a:cubicBezTo>
                  <a:cubicBezTo>
                    <a:pt x="14042" y="14970"/>
                    <a:pt x="14058" y="14955"/>
                    <a:pt x="14074" y="14940"/>
                  </a:cubicBezTo>
                  <a:cubicBezTo>
                    <a:pt x="14056" y="14920"/>
                    <a:pt x="14056" y="14920"/>
                    <a:pt x="14056" y="14920"/>
                  </a:cubicBezTo>
                  <a:cubicBezTo>
                    <a:pt x="14040" y="14935"/>
                    <a:pt x="14024" y="14950"/>
                    <a:pt x="14007" y="14965"/>
                  </a:cubicBezTo>
                  <a:close/>
                  <a:moveTo>
                    <a:pt x="14202" y="14784"/>
                  </a:moveTo>
                  <a:cubicBezTo>
                    <a:pt x="14221" y="14803"/>
                    <a:pt x="14221" y="14803"/>
                    <a:pt x="14221" y="14803"/>
                  </a:cubicBezTo>
                  <a:cubicBezTo>
                    <a:pt x="14237" y="14788"/>
                    <a:pt x="14253" y="14772"/>
                    <a:pt x="14269" y="14757"/>
                  </a:cubicBezTo>
                  <a:cubicBezTo>
                    <a:pt x="14250" y="14737"/>
                    <a:pt x="14250" y="14737"/>
                    <a:pt x="14250" y="14737"/>
                  </a:cubicBezTo>
                  <a:cubicBezTo>
                    <a:pt x="14234" y="14753"/>
                    <a:pt x="14218" y="14768"/>
                    <a:pt x="14202" y="14784"/>
                  </a:cubicBezTo>
                  <a:close/>
                  <a:moveTo>
                    <a:pt x="14105" y="14875"/>
                  </a:moveTo>
                  <a:cubicBezTo>
                    <a:pt x="14124" y="14895"/>
                    <a:pt x="14124" y="14895"/>
                    <a:pt x="14124" y="14895"/>
                  </a:cubicBezTo>
                  <a:cubicBezTo>
                    <a:pt x="14140" y="14880"/>
                    <a:pt x="14156" y="14864"/>
                    <a:pt x="14172" y="14849"/>
                  </a:cubicBezTo>
                  <a:cubicBezTo>
                    <a:pt x="14154" y="14830"/>
                    <a:pt x="14154" y="14830"/>
                    <a:pt x="14154" y="14830"/>
                  </a:cubicBezTo>
                  <a:cubicBezTo>
                    <a:pt x="14138" y="14845"/>
                    <a:pt x="14122" y="14860"/>
                    <a:pt x="14105" y="14875"/>
                  </a:cubicBezTo>
                  <a:close/>
                  <a:moveTo>
                    <a:pt x="9339" y="65"/>
                  </a:moveTo>
                  <a:cubicBezTo>
                    <a:pt x="9317" y="63"/>
                    <a:pt x="9295" y="60"/>
                    <a:pt x="9273" y="58"/>
                  </a:cubicBezTo>
                  <a:cubicBezTo>
                    <a:pt x="9270" y="84"/>
                    <a:pt x="9270" y="84"/>
                    <a:pt x="9270" y="84"/>
                  </a:cubicBezTo>
                  <a:cubicBezTo>
                    <a:pt x="9292" y="87"/>
                    <a:pt x="9314" y="89"/>
                    <a:pt x="9336" y="92"/>
                  </a:cubicBezTo>
                  <a:lnTo>
                    <a:pt x="9339" y="65"/>
                  </a:lnTo>
                  <a:close/>
                  <a:moveTo>
                    <a:pt x="9604" y="102"/>
                  </a:moveTo>
                  <a:cubicBezTo>
                    <a:pt x="9582" y="99"/>
                    <a:pt x="9560" y="96"/>
                    <a:pt x="9538" y="92"/>
                  </a:cubicBezTo>
                  <a:cubicBezTo>
                    <a:pt x="9534" y="119"/>
                    <a:pt x="9534" y="119"/>
                    <a:pt x="9534" y="119"/>
                  </a:cubicBezTo>
                  <a:cubicBezTo>
                    <a:pt x="9556" y="122"/>
                    <a:pt x="9578" y="125"/>
                    <a:pt x="9600" y="129"/>
                  </a:cubicBezTo>
                  <a:lnTo>
                    <a:pt x="9604" y="102"/>
                  </a:lnTo>
                  <a:close/>
                  <a:moveTo>
                    <a:pt x="9074" y="37"/>
                  </a:moveTo>
                  <a:cubicBezTo>
                    <a:pt x="9052" y="35"/>
                    <a:pt x="9029" y="33"/>
                    <a:pt x="9007" y="31"/>
                  </a:cubicBezTo>
                  <a:cubicBezTo>
                    <a:pt x="9005" y="57"/>
                    <a:pt x="9005" y="57"/>
                    <a:pt x="9005" y="57"/>
                  </a:cubicBezTo>
                  <a:cubicBezTo>
                    <a:pt x="9027" y="59"/>
                    <a:pt x="9049" y="61"/>
                    <a:pt x="9071" y="63"/>
                  </a:cubicBezTo>
                  <a:lnTo>
                    <a:pt x="9074" y="37"/>
                  </a:lnTo>
                  <a:close/>
                  <a:moveTo>
                    <a:pt x="9472" y="83"/>
                  </a:moveTo>
                  <a:cubicBezTo>
                    <a:pt x="9450" y="80"/>
                    <a:pt x="9428" y="77"/>
                    <a:pt x="9406" y="74"/>
                  </a:cubicBezTo>
                  <a:cubicBezTo>
                    <a:pt x="9402" y="100"/>
                    <a:pt x="9402" y="100"/>
                    <a:pt x="9402" y="100"/>
                  </a:cubicBezTo>
                  <a:cubicBezTo>
                    <a:pt x="9424" y="103"/>
                    <a:pt x="9446" y="106"/>
                    <a:pt x="9468" y="109"/>
                  </a:cubicBezTo>
                  <a:lnTo>
                    <a:pt x="9472" y="83"/>
                  </a:lnTo>
                  <a:close/>
                  <a:moveTo>
                    <a:pt x="9736" y="124"/>
                  </a:moveTo>
                  <a:cubicBezTo>
                    <a:pt x="9714" y="120"/>
                    <a:pt x="9692" y="117"/>
                    <a:pt x="9670" y="113"/>
                  </a:cubicBezTo>
                  <a:cubicBezTo>
                    <a:pt x="9666" y="139"/>
                    <a:pt x="9666" y="139"/>
                    <a:pt x="9666" y="139"/>
                  </a:cubicBezTo>
                  <a:cubicBezTo>
                    <a:pt x="9688" y="143"/>
                    <a:pt x="9710" y="147"/>
                    <a:pt x="9732" y="150"/>
                  </a:cubicBezTo>
                  <a:lnTo>
                    <a:pt x="9736" y="124"/>
                  </a:lnTo>
                  <a:close/>
                  <a:moveTo>
                    <a:pt x="9868" y="148"/>
                  </a:moveTo>
                  <a:cubicBezTo>
                    <a:pt x="9846" y="143"/>
                    <a:pt x="9824" y="139"/>
                    <a:pt x="9802" y="136"/>
                  </a:cubicBezTo>
                  <a:cubicBezTo>
                    <a:pt x="9797" y="162"/>
                    <a:pt x="9797" y="162"/>
                    <a:pt x="9797" y="162"/>
                  </a:cubicBezTo>
                  <a:cubicBezTo>
                    <a:pt x="9819" y="166"/>
                    <a:pt x="9841" y="170"/>
                    <a:pt x="9863" y="174"/>
                  </a:cubicBezTo>
                  <a:lnTo>
                    <a:pt x="9868" y="148"/>
                  </a:lnTo>
                  <a:close/>
                  <a:moveTo>
                    <a:pt x="9207" y="50"/>
                  </a:moveTo>
                  <a:cubicBezTo>
                    <a:pt x="9185" y="48"/>
                    <a:pt x="9162" y="45"/>
                    <a:pt x="9140" y="43"/>
                  </a:cubicBezTo>
                  <a:cubicBezTo>
                    <a:pt x="9138" y="70"/>
                    <a:pt x="9138" y="70"/>
                    <a:pt x="9138" y="70"/>
                  </a:cubicBezTo>
                  <a:cubicBezTo>
                    <a:pt x="9160" y="72"/>
                    <a:pt x="9182" y="74"/>
                    <a:pt x="9204" y="77"/>
                  </a:cubicBezTo>
                  <a:lnTo>
                    <a:pt x="9207" y="50"/>
                  </a:lnTo>
                  <a:close/>
                  <a:moveTo>
                    <a:pt x="10648" y="332"/>
                  </a:moveTo>
                  <a:cubicBezTo>
                    <a:pt x="10626" y="326"/>
                    <a:pt x="10605" y="320"/>
                    <a:pt x="10583" y="314"/>
                  </a:cubicBezTo>
                  <a:cubicBezTo>
                    <a:pt x="10576" y="340"/>
                    <a:pt x="10576" y="340"/>
                    <a:pt x="10576" y="340"/>
                  </a:cubicBezTo>
                  <a:cubicBezTo>
                    <a:pt x="10598" y="346"/>
                    <a:pt x="10619" y="352"/>
                    <a:pt x="10640" y="358"/>
                  </a:cubicBezTo>
                  <a:lnTo>
                    <a:pt x="10648" y="332"/>
                  </a:lnTo>
                  <a:close/>
                  <a:moveTo>
                    <a:pt x="2547" y="2221"/>
                  </a:moveTo>
                  <a:cubicBezTo>
                    <a:pt x="2529" y="2201"/>
                    <a:pt x="2529" y="2201"/>
                    <a:pt x="2529" y="2201"/>
                  </a:cubicBezTo>
                  <a:cubicBezTo>
                    <a:pt x="2513" y="2216"/>
                    <a:pt x="2496" y="2231"/>
                    <a:pt x="2480" y="2246"/>
                  </a:cubicBezTo>
                  <a:cubicBezTo>
                    <a:pt x="2498" y="2265"/>
                    <a:pt x="2498" y="2265"/>
                    <a:pt x="2498" y="2265"/>
                  </a:cubicBezTo>
                  <a:cubicBezTo>
                    <a:pt x="2514" y="2250"/>
                    <a:pt x="2530" y="2235"/>
                    <a:pt x="2547" y="2221"/>
                  </a:cubicBezTo>
                  <a:close/>
                  <a:moveTo>
                    <a:pt x="2647" y="2132"/>
                  </a:moveTo>
                  <a:cubicBezTo>
                    <a:pt x="2629" y="2112"/>
                    <a:pt x="2629" y="2112"/>
                    <a:pt x="2629" y="2112"/>
                  </a:cubicBezTo>
                  <a:cubicBezTo>
                    <a:pt x="2612" y="2127"/>
                    <a:pt x="2596" y="2141"/>
                    <a:pt x="2579" y="2156"/>
                  </a:cubicBezTo>
                  <a:cubicBezTo>
                    <a:pt x="2597" y="2176"/>
                    <a:pt x="2597" y="2176"/>
                    <a:pt x="2597" y="2176"/>
                  </a:cubicBezTo>
                  <a:cubicBezTo>
                    <a:pt x="2613" y="2161"/>
                    <a:pt x="2630" y="2147"/>
                    <a:pt x="2647" y="2132"/>
                  </a:cubicBezTo>
                  <a:close/>
                  <a:moveTo>
                    <a:pt x="2748" y="2045"/>
                  </a:moveTo>
                  <a:cubicBezTo>
                    <a:pt x="2731" y="2025"/>
                    <a:pt x="2731" y="2025"/>
                    <a:pt x="2731" y="2025"/>
                  </a:cubicBezTo>
                  <a:cubicBezTo>
                    <a:pt x="2714" y="2039"/>
                    <a:pt x="2697" y="2054"/>
                    <a:pt x="2680" y="2068"/>
                  </a:cubicBezTo>
                  <a:cubicBezTo>
                    <a:pt x="2697" y="2089"/>
                    <a:pt x="2697" y="2089"/>
                    <a:pt x="2697" y="2089"/>
                  </a:cubicBezTo>
                  <a:cubicBezTo>
                    <a:pt x="2714" y="2074"/>
                    <a:pt x="2731" y="2060"/>
                    <a:pt x="2748" y="2045"/>
                  </a:cubicBezTo>
                  <a:close/>
                  <a:moveTo>
                    <a:pt x="7475" y="63"/>
                  </a:moveTo>
                  <a:cubicBezTo>
                    <a:pt x="7473" y="37"/>
                    <a:pt x="7473" y="37"/>
                    <a:pt x="7473" y="37"/>
                  </a:cubicBezTo>
                  <a:cubicBezTo>
                    <a:pt x="7450" y="39"/>
                    <a:pt x="7428" y="41"/>
                    <a:pt x="7406" y="43"/>
                  </a:cubicBezTo>
                  <a:cubicBezTo>
                    <a:pt x="7409" y="70"/>
                    <a:pt x="7409" y="70"/>
                    <a:pt x="7409" y="70"/>
                  </a:cubicBezTo>
                  <a:cubicBezTo>
                    <a:pt x="7431" y="68"/>
                    <a:pt x="7453" y="65"/>
                    <a:pt x="7475" y="63"/>
                  </a:cubicBezTo>
                  <a:close/>
                  <a:moveTo>
                    <a:pt x="2256" y="2495"/>
                  </a:moveTo>
                  <a:cubicBezTo>
                    <a:pt x="2237" y="2476"/>
                    <a:pt x="2237" y="2476"/>
                    <a:pt x="2237" y="2476"/>
                  </a:cubicBezTo>
                  <a:cubicBezTo>
                    <a:pt x="2221" y="2491"/>
                    <a:pt x="2205" y="2507"/>
                    <a:pt x="2190" y="2523"/>
                  </a:cubicBezTo>
                  <a:cubicBezTo>
                    <a:pt x="2209" y="2542"/>
                    <a:pt x="2209" y="2542"/>
                    <a:pt x="2209" y="2542"/>
                  </a:cubicBezTo>
                  <a:cubicBezTo>
                    <a:pt x="2224" y="2526"/>
                    <a:pt x="2240" y="2510"/>
                    <a:pt x="2256" y="2495"/>
                  </a:cubicBezTo>
                  <a:close/>
                  <a:moveTo>
                    <a:pt x="2850" y="1960"/>
                  </a:moveTo>
                  <a:cubicBezTo>
                    <a:pt x="2834" y="1940"/>
                    <a:pt x="2834" y="1940"/>
                    <a:pt x="2834" y="1940"/>
                  </a:cubicBezTo>
                  <a:cubicBezTo>
                    <a:pt x="2816" y="1954"/>
                    <a:pt x="2799" y="1968"/>
                    <a:pt x="2782" y="1982"/>
                  </a:cubicBezTo>
                  <a:cubicBezTo>
                    <a:pt x="2799" y="2003"/>
                    <a:pt x="2799" y="2003"/>
                    <a:pt x="2799" y="2003"/>
                  </a:cubicBezTo>
                  <a:cubicBezTo>
                    <a:pt x="2816" y="1988"/>
                    <a:pt x="2833" y="1974"/>
                    <a:pt x="2850" y="1960"/>
                  </a:cubicBezTo>
                  <a:close/>
                  <a:moveTo>
                    <a:pt x="2449" y="2310"/>
                  </a:moveTo>
                  <a:cubicBezTo>
                    <a:pt x="2430" y="2291"/>
                    <a:pt x="2430" y="2291"/>
                    <a:pt x="2430" y="2291"/>
                  </a:cubicBezTo>
                  <a:cubicBezTo>
                    <a:pt x="2414" y="2306"/>
                    <a:pt x="2398" y="2321"/>
                    <a:pt x="2382" y="2336"/>
                  </a:cubicBezTo>
                  <a:cubicBezTo>
                    <a:pt x="2400" y="2356"/>
                    <a:pt x="2400" y="2356"/>
                    <a:pt x="2400" y="2356"/>
                  </a:cubicBezTo>
                  <a:cubicBezTo>
                    <a:pt x="2416" y="2341"/>
                    <a:pt x="2432" y="2326"/>
                    <a:pt x="2449" y="2310"/>
                  </a:cubicBezTo>
                  <a:close/>
                  <a:moveTo>
                    <a:pt x="3166" y="1714"/>
                  </a:moveTo>
                  <a:cubicBezTo>
                    <a:pt x="3150" y="1693"/>
                    <a:pt x="3150" y="1693"/>
                    <a:pt x="3150" y="1693"/>
                  </a:cubicBezTo>
                  <a:cubicBezTo>
                    <a:pt x="3132" y="1706"/>
                    <a:pt x="3114" y="1720"/>
                    <a:pt x="3096" y="1733"/>
                  </a:cubicBezTo>
                  <a:cubicBezTo>
                    <a:pt x="3112" y="1754"/>
                    <a:pt x="3112" y="1754"/>
                    <a:pt x="3112" y="1754"/>
                  </a:cubicBezTo>
                  <a:cubicBezTo>
                    <a:pt x="3130" y="1741"/>
                    <a:pt x="3148" y="1728"/>
                    <a:pt x="3166" y="1714"/>
                  </a:cubicBezTo>
                  <a:close/>
                  <a:moveTo>
                    <a:pt x="3492" y="1483"/>
                  </a:moveTo>
                  <a:cubicBezTo>
                    <a:pt x="3477" y="1461"/>
                    <a:pt x="3477" y="1461"/>
                    <a:pt x="3477" y="1461"/>
                  </a:cubicBezTo>
                  <a:cubicBezTo>
                    <a:pt x="3459" y="1473"/>
                    <a:pt x="3440" y="1486"/>
                    <a:pt x="3422" y="1499"/>
                  </a:cubicBezTo>
                  <a:cubicBezTo>
                    <a:pt x="3437" y="1521"/>
                    <a:pt x="3437" y="1521"/>
                    <a:pt x="3437" y="1521"/>
                  </a:cubicBezTo>
                  <a:cubicBezTo>
                    <a:pt x="3455" y="1508"/>
                    <a:pt x="3474" y="1496"/>
                    <a:pt x="3492" y="1483"/>
                  </a:cubicBezTo>
                  <a:close/>
                  <a:moveTo>
                    <a:pt x="3382" y="1559"/>
                  </a:moveTo>
                  <a:cubicBezTo>
                    <a:pt x="3367" y="1537"/>
                    <a:pt x="3367" y="1537"/>
                    <a:pt x="3367" y="1537"/>
                  </a:cubicBezTo>
                  <a:cubicBezTo>
                    <a:pt x="3349" y="1549"/>
                    <a:pt x="3330" y="1562"/>
                    <a:pt x="3312" y="1575"/>
                  </a:cubicBezTo>
                  <a:cubicBezTo>
                    <a:pt x="3328" y="1597"/>
                    <a:pt x="3328" y="1597"/>
                    <a:pt x="3328" y="1597"/>
                  </a:cubicBezTo>
                  <a:cubicBezTo>
                    <a:pt x="3346" y="1584"/>
                    <a:pt x="3364" y="1571"/>
                    <a:pt x="3382" y="1559"/>
                  </a:cubicBezTo>
                  <a:close/>
                  <a:moveTo>
                    <a:pt x="3603" y="1410"/>
                  </a:moveTo>
                  <a:cubicBezTo>
                    <a:pt x="3589" y="1387"/>
                    <a:pt x="3589" y="1387"/>
                    <a:pt x="3589" y="1387"/>
                  </a:cubicBezTo>
                  <a:cubicBezTo>
                    <a:pt x="3570" y="1399"/>
                    <a:pt x="3552" y="1412"/>
                    <a:pt x="3533" y="1424"/>
                  </a:cubicBezTo>
                  <a:cubicBezTo>
                    <a:pt x="3548" y="1446"/>
                    <a:pt x="3548" y="1446"/>
                    <a:pt x="3548" y="1446"/>
                  </a:cubicBezTo>
                  <a:cubicBezTo>
                    <a:pt x="3566" y="1434"/>
                    <a:pt x="3585" y="1422"/>
                    <a:pt x="3603" y="1410"/>
                  </a:cubicBezTo>
                  <a:close/>
                  <a:moveTo>
                    <a:pt x="2162" y="2589"/>
                  </a:moveTo>
                  <a:cubicBezTo>
                    <a:pt x="2143" y="2570"/>
                    <a:pt x="2143" y="2570"/>
                    <a:pt x="2143" y="2570"/>
                  </a:cubicBezTo>
                  <a:cubicBezTo>
                    <a:pt x="2127" y="2586"/>
                    <a:pt x="2112" y="2602"/>
                    <a:pt x="2096" y="2618"/>
                  </a:cubicBezTo>
                  <a:cubicBezTo>
                    <a:pt x="2115" y="2637"/>
                    <a:pt x="2115" y="2637"/>
                    <a:pt x="2115" y="2637"/>
                  </a:cubicBezTo>
                  <a:cubicBezTo>
                    <a:pt x="2131" y="2621"/>
                    <a:pt x="2146" y="2605"/>
                    <a:pt x="2162" y="2589"/>
                  </a:cubicBezTo>
                  <a:close/>
                  <a:moveTo>
                    <a:pt x="3059" y="1795"/>
                  </a:moveTo>
                  <a:cubicBezTo>
                    <a:pt x="3043" y="1773"/>
                    <a:pt x="3043" y="1773"/>
                    <a:pt x="3043" y="1773"/>
                  </a:cubicBezTo>
                  <a:cubicBezTo>
                    <a:pt x="3025" y="1787"/>
                    <a:pt x="3008" y="1801"/>
                    <a:pt x="2990" y="1814"/>
                  </a:cubicBezTo>
                  <a:cubicBezTo>
                    <a:pt x="3007" y="1835"/>
                    <a:pt x="3007" y="1835"/>
                    <a:pt x="3007" y="1835"/>
                  </a:cubicBezTo>
                  <a:cubicBezTo>
                    <a:pt x="3024" y="1822"/>
                    <a:pt x="3042" y="1808"/>
                    <a:pt x="3059" y="1795"/>
                  </a:cubicBezTo>
                  <a:close/>
                  <a:moveTo>
                    <a:pt x="2954" y="1877"/>
                  </a:moveTo>
                  <a:cubicBezTo>
                    <a:pt x="2938" y="1856"/>
                    <a:pt x="2938" y="1856"/>
                    <a:pt x="2938" y="1856"/>
                  </a:cubicBezTo>
                  <a:cubicBezTo>
                    <a:pt x="2920" y="1870"/>
                    <a:pt x="2903" y="1883"/>
                    <a:pt x="2885" y="1897"/>
                  </a:cubicBezTo>
                  <a:cubicBezTo>
                    <a:pt x="2902" y="1918"/>
                    <a:pt x="2902" y="1918"/>
                    <a:pt x="2902" y="1918"/>
                  </a:cubicBezTo>
                  <a:cubicBezTo>
                    <a:pt x="2919" y="1904"/>
                    <a:pt x="2937" y="1890"/>
                    <a:pt x="2954" y="1877"/>
                  </a:cubicBezTo>
                  <a:close/>
                  <a:moveTo>
                    <a:pt x="3273" y="1636"/>
                  </a:moveTo>
                  <a:cubicBezTo>
                    <a:pt x="3258" y="1614"/>
                    <a:pt x="3258" y="1614"/>
                    <a:pt x="3258" y="1614"/>
                  </a:cubicBezTo>
                  <a:cubicBezTo>
                    <a:pt x="3240" y="1627"/>
                    <a:pt x="3222" y="1640"/>
                    <a:pt x="3204" y="1653"/>
                  </a:cubicBezTo>
                  <a:cubicBezTo>
                    <a:pt x="3219" y="1675"/>
                    <a:pt x="3219" y="1675"/>
                    <a:pt x="3219" y="1675"/>
                  </a:cubicBezTo>
                  <a:cubicBezTo>
                    <a:pt x="3237" y="1662"/>
                    <a:pt x="3255" y="1649"/>
                    <a:pt x="3273" y="1636"/>
                  </a:cubicBezTo>
                  <a:close/>
                  <a:moveTo>
                    <a:pt x="1888" y="2880"/>
                  </a:moveTo>
                  <a:cubicBezTo>
                    <a:pt x="1868" y="2862"/>
                    <a:pt x="1868" y="2862"/>
                    <a:pt x="1868" y="2862"/>
                  </a:cubicBezTo>
                  <a:cubicBezTo>
                    <a:pt x="1854" y="2879"/>
                    <a:pt x="1839" y="2896"/>
                    <a:pt x="1824" y="2912"/>
                  </a:cubicBezTo>
                  <a:cubicBezTo>
                    <a:pt x="1844" y="2930"/>
                    <a:pt x="1844" y="2930"/>
                    <a:pt x="1844" y="2930"/>
                  </a:cubicBezTo>
                  <a:cubicBezTo>
                    <a:pt x="1859" y="2913"/>
                    <a:pt x="1874" y="2897"/>
                    <a:pt x="1888" y="2880"/>
                  </a:cubicBezTo>
                  <a:close/>
                  <a:moveTo>
                    <a:pt x="1228" y="3715"/>
                  </a:moveTo>
                  <a:cubicBezTo>
                    <a:pt x="1206" y="3700"/>
                    <a:pt x="1206" y="3700"/>
                    <a:pt x="1206" y="3700"/>
                  </a:cubicBezTo>
                  <a:cubicBezTo>
                    <a:pt x="1194" y="3719"/>
                    <a:pt x="1181" y="3737"/>
                    <a:pt x="1169" y="3755"/>
                  </a:cubicBezTo>
                  <a:cubicBezTo>
                    <a:pt x="1191" y="3770"/>
                    <a:pt x="1191" y="3770"/>
                    <a:pt x="1191" y="3770"/>
                  </a:cubicBezTo>
                  <a:cubicBezTo>
                    <a:pt x="1203" y="3752"/>
                    <a:pt x="1216" y="3734"/>
                    <a:pt x="1228" y="3715"/>
                  </a:cubicBezTo>
                  <a:close/>
                  <a:moveTo>
                    <a:pt x="1305" y="3607"/>
                  </a:moveTo>
                  <a:cubicBezTo>
                    <a:pt x="1283" y="3591"/>
                    <a:pt x="1283" y="3591"/>
                    <a:pt x="1283" y="3591"/>
                  </a:cubicBezTo>
                  <a:cubicBezTo>
                    <a:pt x="1270" y="3609"/>
                    <a:pt x="1258" y="3627"/>
                    <a:pt x="1245" y="3646"/>
                  </a:cubicBezTo>
                  <a:cubicBezTo>
                    <a:pt x="1267" y="3661"/>
                    <a:pt x="1267" y="3661"/>
                    <a:pt x="1267" y="3661"/>
                  </a:cubicBezTo>
                  <a:cubicBezTo>
                    <a:pt x="1279" y="3643"/>
                    <a:pt x="1292" y="3625"/>
                    <a:pt x="1305" y="3607"/>
                  </a:cubicBezTo>
                  <a:close/>
                  <a:moveTo>
                    <a:pt x="1384" y="3499"/>
                  </a:moveTo>
                  <a:cubicBezTo>
                    <a:pt x="1362" y="3483"/>
                    <a:pt x="1362" y="3483"/>
                    <a:pt x="1362" y="3483"/>
                  </a:cubicBezTo>
                  <a:cubicBezTo>
                    <a:pt x="1349" y="3501"/>
                    <a:pt x="1336" y="3519"/>
                    <a:pt x="1323" y="3537"/>
                  </a:cubicBezTo>
                  <a:cubicBezTo>
                    <a:pt x="1344" y="3553"/>
                    <a:pt x="1344" y="3553"/>
                    <a:pt x="1344" y="3553"/>
                  </a:cubicBezTo>
                  <a:cubicBezTo>
                    <a:pt x="1357" y="3535"/>
                    <a:pt x="1370" y="3517"/>
                    <a:pt x="1384" y="3499"/>
                  </a:cubicBezTo>
                  <a:close/>
                  <a:moveTo>
                    <a:pt x="1008" y="4049"/>
                  </a:moveTo>
                  <a:cubicBezTo>
                    <a:pt x="986" y="4035"/>
                    <a:pt x="986" y="4035"/>
                    <a:pt x="986" y="4035"/>
                  </a:cubicBezTo>
                  <a:cubicBezTo>
                    <a:pt x="974" y="4054"/>
                    <a:pt x="962" y="4072"/>
                    <a:pt x="950" y="4091"/>
                  </a:cubicBezTo>
                  <a:cubicBezTo>
                    <a:pt x="973" y="4105"/>
                    <a:pt x="973" y="4105"/>
                    <a:pt x="973" y="4105"/>
                  </a:cubicBezTo>
                  <a:cubicBezTo>
                    <a:pt x="985" y="4087"/>
                    <a:pt x="996" y="4068"/>
                    <a:pt x="1008" y="4049"/>
                  </a:cubicBezTo>
                  <a:close/>
                  <a:moveTo>
                    <a:pt x="1153" y="3825"/>
                  </a:moveTo>
                  <a:cubicBezTo>
                    <a:pt x="1131" y="3811"/>
                    <a:pt x="1131" y="3811"/>
                    <a:pt x="1131" y="3811"/>
                  </a:cubicBezTo>
                  <a:cubicBezTo>
                    <a:pt x="1119" y="3829"/>
                    <a:pt x="1106" y="3848"/>
                    <a:pt x="1094" y="3866"/>
                  </a:cubicBezTo>
                  <a:cubicBezTo>
                    <a:pt x="1116" y="3881"/>
                    <a:pt x="1116" y="3881"/>
                    <a:pt x="1116" y="3881"/>
                  </a:cubicBezTo>
                  <a:cubicBezTo>
                    <a:pt x="1129" y="3862"/>
                    <a:pt x="1141" y="3844"/>
                    <a:pt x="1153" y="3825"/>
                  </a:cubicBezTo>
                  <a:close/>
                  <a:moveTo>
                    <a:pt x="1464" y="3393"/>
                  </a:moveTo>
                  <a:cubicBezTo>
                    <a:pt x="1442" y="3377"/>
                    <a:pt x="1442" y="3377"/>
                    <a:pt x="1442" y="3377"/>
                  </a:cubicBezTo>
                  <a:cubicBezTo>
                    <a:pt x="1429" y="3394"/>
                    <a:pt x="1415" y="3412"/>
                    <a:pt x="1402" y="3430"/>
                  </a:cubicBezTo>
                  <a:cubicBezTo>
                    <a:pt x="1423" y="3446"/>
                    <a:pt x="1423" y="3446"/>
                    <a:pt x="1423" y="3446"/>
                  </a:cubicBezTo>
                  <a:cubicBezTo>
                    <a:pt x="1437" y="3428"/>
                    <a:pt x="1450" y="3410"/>
                    <a:pt x="1464" y="3393"/>
                  </a:cubicBezTo>
                  <a:close/>
                  <a:moveTo>
                    <a:pt x="2069" y="2685"/>
                  </a:moveTo>
                  <a:cubicBezTo>
                    <a:pt x="2050" y="2666"/>
                    <a:pt x="2050" y="2666"/>
                    <a:pt x="2050" y="2666"/>
                  </a:cubicBezTo>
                  <a:cubicBezTo>
                    <a:pt x="2034" y="2682"/>
                    <a:pt x="2019" y="2698"/>
                    <a:pt x="2004" y="2715"/>
                  </a:cubicBezTo>
                  <a:cubicBezTo>
                    <a:pt x="2023" y="2733"/>
                    <a:pt x="2023" y="2733"/>
                    <a:pt x="2023" y="2733"/>
                  </a:cubicBezTo>
                  <a:cubicBezTo>
                    <a:pt x="2039" y="2717"/>
                    <a:pt x="2054" y="2701"/>
                    <a:pt x="2069" y="2685"/>
                  </a:cubicBezTo>
                  <a:close/>
                  <a:moveTo>
                    <a:pt x="1080" y="3937"/>
                  </a:moveTo>
                  <a:cubicBezTo>
                    <a:pt x="1058" y="3922"/>
                    <a:pt x="1058" y="3922"/>
                    <a:pt x="1058" y="3922"/>
                  </a:cubicBezTo>
                  <a:cubicBezTo>
                    <a:pt x="1045" y="3941"/>
                    <a:pt x="1033" y="3959"/>
                    <a:pt x="1021" y="3978"/>
                  </a:cubicBezTo>
                  <a:cubicBezTo>
                    <a:pt x="1044" y="3993"/>
                    <a:pt x="1044" y="3993"/>
                    <a:pt x="1044" y="3993"/>
                  </a:cubicBezTo>
                  <a:cubicBezTo>
                    <a:pt x="1056" y="3974"/>
                    <a:pt x="1068" y="3955"/>
                    <a:pt x="1080" y="3937"/>
                  </a:cubicBezTo>
                  <a:close/>
                  <a:moveTo>
                    <a:pt x="3716" y="1338"/>
                  </a:moveTo>
                  <a:cubicBezTo>
                    <a:pt x="3702" y="1315"/>
                    <a:pt x="3702" y="1315"/>
                    <a:pt x="3702" y="1315"/>
                  </a:cubicBezTo>
                  <a:cubicBezTo>
                    <a:pt x="3683" y="1327"/>
                    <a:pt x="3664" y="1339"/>
                    <a:pt x="3645" y="1351"/>
                  </a:cubicBezTo>
                  <a:cubicBezTo>
                    <a:pt x="3660" y="1373"/>
                    <a:pt x="3660" y="1373"/>
                    <a:pt x="3660" y="1373"/>
                  </a:cubicBezTo>
                  <a:cubicBezTo>
                    <a:pt x="3678" y="1361"/>
                    <a:pt x="3697" y="1349"/>
                    <a:pt x="3716" y="1338"/>
                  </a:cubicBezTo>
                  <a:close/>
                  <a:moveTo>
                    <a:pt x="1800" y="2980"/>
                  </a:moveTo>
                  <a:cubicBezTo>
                    <a:pt x="1780" y="2963"/>
                    <a:pt x="1780" y="2963"/>
                    <a:pt x="1780" y="2963"/>
                  </a:cubicBezTo>
                  <a:cubicBezTo>
                    <a:pt x="1765" y="2979"/>
                    <a:pt x="1751" y="2996"/>
                    <a:pt x="1736" y="3013"/>
                  </a:cubicBezTo>
                  <a:cubicBezTo>
                    <a:pt x="1757" y="3031"/>
                    <a:pt x="1757" y="3031"/>
                    <a:pt x="1757" y="3031"/>
                  </a:cubicBezTo>
                  <a:cubicBezTo>
                    <a:pt x="1771" y="3014"/>
                    <a:pt x="1786" y="2997"/>
                    <a:pt x="1800" y="2980"/>
                  </a:cubicBezTo>
                  <a:close/>
                  <a:moveTo>
                    <a:pt x="1978" y="2782"/>
                  </a:moveTo>
                  <a:cubicBezTo>
                    <a:pt x="1958" y="2764"/>
                    <a:pt x="1958" y="2764"/>
                    <a:pt x="1958" y="2764"/>
                  </a:cubicBezTo>
                  <a:cubicBezTo>
                    <a:pt x="1943" y="2780"/>
                    <a:pt x="1928" y="2796"/>
                    <a:pt x="1913" y="2813"/>
                  </a:cubicBezTo>
                  <a:cubicBezTo>
                    <a:pt x="1933" y="2831"/>
                    <a:pt x="1933" y="2831"/>
                    <a:pt x="1933" y="2831"/>
                  </a:cubicBezTo>
                  <a:cubicBezTo>
                    <a:pt x="1948" y="2814"/>
                    <a:pt x="1963" y="2798"/>
                    <a:pt x="1978" y="2782"/>
                  </a:cubicBezTo>
                  <a:close/>
                  <a:moveTo>
                    <a:pt x="1629" y="3184"/>
                  </a:moveTo>
                  <a:cubicBezTo>
                    <a:pt x="1608" y="3167"/>
                    <a:pt x="1608" y="3167"/>
                    <a:pt x="1608" y="3167"/>
                  </a:cubicBezTo>
                  <a:cubicBezTo>
                    <a:pt x="1594" y="3184"/>
                    <a:pt x="1580" y="3202"/>
                    <a:pt x="1566" y="3219"/>
                  </a:cubicBezTo>
                  <a:cubicBezTo>
                    <a:pt x="1587" y="3236"/>
                    <a:pt x="1587" y="3236"/>
                    <a:pt x="1587" y="3236"/>
                  </a:cubicBezTo>
                  <a:cubicBezTo>
                    <a:pt x="1601" y="3218"/>
                    <a:pt x="1615" y="3201"/>
                    <a:pt x="1629" y="3184"/>
                  </a:cubicBezTo>
                  <a:close/>
                  <a:moveTo>
                    <a:pt x="1545" y="3288"/>
                  </a:moveTo>
                  <a:cubicBezTo>
                    <a:pt x="1524" y="3271"/>
                    <a:pt x="1524" y="3271"/>
                    <a:pt x="1524" y="3271"/>
                  </a:cubicBezTo>
                  <a:cubicBezTo>
                    <a:pt x="1511" y="3289"/>
                    <a:pt x="1497" y="3306"/>
                    <a:pt x="1483" y="3324"/>
                  </a:cubicBezTo>
                  <a:cubicBezTo>
                    <a:pt x="1504" y="3340"/>
                    <a:pt x="1504" y="3340"/>
                    <a:pt x="1504" y="3340"/>
                  </a:cubicBezTo>
                  <a:cubicBezTo>
                    <a:pt x="1518" y="3323"/>
                    <a:pt x="1532" y="3305"/>
                    <a:pt x="1545" y="3288"/>
                  </a:cubicBezTo>
                  <a:close/>
                  <a:moveTo>
                    <a:pt x="1714" y="3081"/>
                  </a:moveTo>
                  <a:cubicBezTo>
                    <a:pt x="1693" y="3064"/>
                    <a:pt x="1693" y="3064"/>
                    <a:pt x="1693" y="3064"/>
                  </a:cubicBezTo>
                  <a:cubicBezTo>
                    <a:pt x="1679" y="3081"/>
                    <a:pt x="1665" y="3098"/>
                    <a:pt x="1650" y="3115"/>
                  </a:cubicBezTo>
                  <a:cubicBezTo>
                    <a:pt x="1671" y="3132"/>
                    <a:pt x="1671" y="3132"/>
                    <a:pt x="1671" y="3132"/>
                  </a:cubicBezTo>
                  <a:cubicBezTo>
                    <a:pt x="1685" y="3115"/>
                    <a:pt x="1699" y="3098"/>
                    <a:pt x="1714" y="3081"/>
                  </a:cubicBezTo>
                  <a:close/>
                  <a:moveTo>
                    <a:pt x="2352" y="2402"/>
                  </a:moveTo>
                  <a:cubicBezTo>
                    <a:pt x="2333" y="2382"/>
                    <a:pt x="2333" y="2382"/>
                    <a:pt x="2333" y="2382"/>
                  </a:cubicBezTo>
                  <a:cubicBezTo>
                    <a:pt x="2317" y="2398"/>
                    <a:pt x="2301" y="2413"/>
                    <a:pt x="2285" y="2429"/>
                  </a:cubicBezTo>
                  <a:cubicBezTo>
                    <a:pt x="2304" y="2448"/>
                    <a:pt x="2304" y="2448"/>
                    <a:pt x="2304" y="2448"/>
                  </a:cubicBezTo>
                  <a:cubicBezTo>
                    <a:pt x="2319" y="2433"/>
                    <a:pt x="2335" y="2417"/>
                    <a:pt x="2352" y="2402"/>
                  </a:cubicBezTo>
                  <a:close/>
                  <a:moveTo>
                    <a:pt x="6290" y="257"/>
                  </a:moveTo>
                  <a:cubicBezTo>
                    <a:pt x="6284" y="231"/>
                    <a:pt x="6284" y="231"/>
                    <a:pt x="6284" y="231"/>
                  </a:cubicBezTo>
                  <a:cubicBezTo>
                    <a:pt x="6262" y="236"/>
                    <a:pt x="6240" y="242"/>
                    <a:pt x="6219" y="247"/>
                  </a:cubicBezTo>
                  <a:cubicBezTo>
                    <a:pt x="6225" y="273"/>
                    <a:pt x="6225" y="273"/>
                    <a:pt x="6225" y="273"/>
                  </a:cubicBezTo>
                  <a:cubicBezTo>
                    <a:pt x="6247" y="268"/>
                    <a:pt x="6268" y="262"/>
                    <a:pt x="6290" y="257"/>
                  </a:cubicBezTo>
                  <a:close/>
                  <a:moveTo>
                    <a:pt x="6160" y="289"/>
                  </a:moveTo>
                  <a:cubicBezTo>
                    <a:pt x="6154" y="263"/>
                    <a:pt x="6154" y="263"/>
                    <a:pt x="6154" y="263"/>
                  </a:cubicBezTo>
                  <a:cubicBezTo>
                    <a:pt x="6132" y="269"/>
                    <a:pt x="6110" y="274"/>
                    <a:pt x="6089" y="280"/>
                  </a:cubicBezTo>
                  <a:cubicBezTo>
                    <a:pt x="6096" y="306"/>
                    <a:pt x="6096" y="306"/>
                    <a:pt x="6096" y="306"/>
                  </a:cubicBezTo>
                  <a:cubicBezTo>
                    <a:pt x="6117" y="300"/>
                    <a:pt x="6139" y="295"/>
                    <a:pt x="6160" y="289"/>
                  </a:cubicBezTo>
                  <a:close/>
                  <a:moveTo>
                    <a:pt x="6421" y="227"/>
                  </a:moveTo>
                  <a:cubicBezTo>
                    <a:pt x="6415" y="201"/>
                    <a:pt x="6415" y="201"/>
                    <a:pt x="6415" y="201"/>
                  </a:cubicBezTo>
                  <a:cubicBezTo>
                    <a:pt x="6393" y="206"/>
                    <a:pt x="6371" y="211"/>
                    <a:pt x="6349" y="216"/>
                  </a:cubicBezTo>
                  <a:cubicBezTo>
                    <a:pt x="6355" y="242"/>
                    <a:pt x="6355" y="242"/>
                    <a:pt x="6355" y="242"/>
                  </a:cubicBezTo>
                  <a:cubicBezTo>
                    <a:pt x="6377" y="237"/>
                    <a:pt x="6399" y="232"/>
                    <a:pt x="6421" y="227"/>
                  </a:cubicBezTo>
                  <a:close/>
                  <a:moveTo>
                    <a:pt x="5902" y="359"/>
                  </a:moveTo>
                  <a:cubicBezTo>
                    <a:pt x="5895" y="333"/>
                    <a:pt x="5895" y="333"/>
                    <a:pt x="5895" y="333"/>
                  </a:cubicBezTo>
                  <a:cubicBezTo>
                    <a:pt x="5873" y="339"/>
                    <a:pt x="5852" y="346"/>
                    <a:pt x="5830" y="352"/>
                  </a:cubicBezTo>
                  <a:cubicBezTo>
                    <a:pt x="5838" y="378"/>
                    <a:pt x="5838" y="378"/>
                    <a:pt x="5838" y="378"/>
                  </a:cubicBezTo>
                  <a:cubicBezTo>
                    <a:pt x="5859" y="371"/>
                    <a:pt x="5881" y="365"/>
                    <a:pt x="5902" y="359"/>
                  </a:cubicBezTo>
                  <a:close/>
                  <a:moveTo>
                    <a:pt x="6031" y="323"/>
                  </a:moveTo>
                  <a:cubicBezTo>
                    <a:pt x="6024" y="297"/>
                    <a:pt x="6024" y="297"/>
                    <a:pt x="6024" y="297"/>
                  </a:cubicBezTo>
                  <a:cubicBezTo>
                    <a:pt x="6002" y="303"/>
                    <a:pt x="5981" y="309"/>
                    <a:pt x="5959" y="315"/>
                  </a:cubicBezTo>
                  <a:cubicBezTo>
                    <a:pt x="5966" y="341"/>
                    <a:pt x="5966" y="341"/>
                    <a:pt x="5966" y="341"/>
                  </a:cubicBezTo>
                  <a:cubicBezTo>
                    <a:pt x="5988" y="335"/>
                    <a:pt x="6009" y="329"/>
                    <a:pt x="6031" y="323"/>
                  </a:cubicBezTo>
                  <a:close/>
                  <a:moveTo>
                    <a:pt x="5646" y="437"/>
                  </a:moveTo>
                  <a:cubicBezTo>
                    <a:pt x="5638" y="411"/>
                    <a:pt x="5638" y="411"/>
                    <a:pt x="5638" y="411"/>
                  </a:cubicBezTo>
                  <a:cubicBezTo>
                    <a:pt x="5617" y="418"/>
                    <a:pt x="5596" y="425"/>
                    <a:pt x="5575" y="432"/>
                  </a:cubicBezTo>
                  <a:cubicBezTo>
                    <a:pt x="5583" y="457"/>
                    <a:pt x="5583" y="457"/>
                    <a:pt x="5583" y="457"/>
                  </a:cubicBezTo>
                  <a:cubicBezTo>
                    <a:pt x="5604" y="450"/>
                    <a:pt x="5625" y="444"/>
                    <a:pt x="5646" y="437"/>
                  </a:cubicBezTo>
                  <a:close/>
                  <a:moveTo>
                    <a:pt x="3829" y="1267"/>
                  </a:moveTo>
                  <a:cubicBezTo>
                    <a:pt x="3815" y="1245"/>
                    <a:pt x="3815" y="1245"/>
                    <a:pt x="3815" y="1245"/>
                  </a:cubicBezTo>
                  <a:cubicBezTo>
                    <a:pt x="3796" y="1256"/>
                    <a:pt x="3777" y="1268"/>
                    <a:pt x="3758" y="1280"/>
                  </a:cubicBezTo>
                  <a:cubicBezTo>
                    <a:pt x="3772" y="1302"/>
                    <a:pt x="3772" y="1302"/>
                    <a:pt x="3772" y="1302"/>
                  </a:cubicBezTo>
                  <a:cubicBezTo>
                    <a:pt x="3791" y="1291"/>
                    <a:pt x="3810" y="1279"/>
                    <a:pt x="3829" y="1267"/>
                  </a:cubicBezTo>
                  <a:close/>
                  <a:moveTo>
                    <a:pt x="5774" y="397"/>
                  </a:moveTo>
                  <a:cubicBezTo>
                    <a:pt x="5766" y="371"/>
                    <a:pt x="5766" y="371"/>
                    <a:pt x="5766" y="371"/>
                  </a:cubicBezTo>
                  <a:cubicBezTo>
                    <a:pt x="5745" y="378"/>
                    <a:pt x="5723" y="384"/>
                    <a:pt x="5702" y="391"/>
                  </a:cubicBezTo>
                  <a:cubicBezTo>
                    <a:pt x="5710" y="417"/>
                    <a:pt x="5710" y="417"/>
                    <a:pt x="5710" y="417"/>
                  </a:cubicBezTo>
                  <a:cubicBezTo>
                    <a:pt x="5731" y="410"/>
                    <a:pt x="5753" y="403"/>
                    <a:pt x="5774" y="397"/>
                  </a:cubicBezTo>
                  <a:close/>
                  <a:moveTo>
                    <a:pt x="7078" y="109"/>
                  </a:moveTo>
                  <a:cubicBezTo>
                    <a:pt x="7074" y="83"/>
                    <a:pt x="7074" y="83"/>
                    <a:pt x="7074" y="83"/>
                  </a:cubicBezTo>
                  <a:cubicBezTo>
                    <a:pt x="7052" y="86"/>
                    <a:pt x="7030" y="89"/>
                    <a:pt x="7008" y="92"/>
                  </a:cubicBezTo>
                  <a:cubicBezTo>
                    <a:pt x="7012" y="119"/>
                    <a:pt x="7012" y="119"/>
                    <a:pt x="7012" y="119"/>
                  </a:cubicBezTo>
                  <a:cubicBezTo>
                    <a:pt x="7034" y="116"/>
                    <a:pt x="7056" y="112"/>
                    <a:pt x="7078" y="109"/>
                  </a:cubicBezTo>
                  <a:close/>
                  <a:moveTo>
                    <a:pt x="6683" y="174"/>
                  </a:moveTo>
                  <a:cubicBezTo>
                    <a:pt x="6678" y="148"/>
                    <a:pt x="6678" y="148"/>
                    <a:pt x="6678" y="148"/>
                  </a:cubicBezTo>
                  <a:cubicBezTo>
                    <a:pt x="6656" y="152"/>
                    <a:pt x="6634" y="156"/>
                    <a:pt x="6612" y="160"/>
                  </a:cubicBezTo>
                  <a:cubicBezTo>
                    <a:pt x="6617" y="187"/>
                    <a:pt x="6617" y="187"/>
                    <a:pt x="6617" y="187"/>
                  </a:cubicBezTo>
                  <a:cubicBezTo>
                    <a:pt x="6639" y="182"/>
                    <a:pt x="6661" y="178"/>
                    <a:pt x="6683" y="174"/>
                  </a:cubicBezTo>
                  <a:close/>
                  <a:moveTo>
                    <a:pt x="7342" y="77"/>
                  </a:moveTo>
                  <a:cubicBezTo>
                    <a:pt x="7340" y="50"/>
                    <a:pt x="7340" y="50"/>
                    <a:pt x="7340" y="50"/>
                  </a:cubicBezTo>
                  <a:cubicBezTo>
                    <a:pt x="7317" y="52"/>
                    <a:pt x="7295" y="55"/>
                    <a:pt x="7273" y="58"/>
                  </a:cubicBezTo>
                  <a:cubicBezTo>
                    <a:pt x="7276" y="84"/>
                    <a:pt x="7276" y="84"/>
                    <a:pt x="7276" y="84"/>
                  </a:cubicBezTo>
                  <a:cubicBezTo>
                    <a:pt x="7298" y="82"/>
                    <a:pt x="7320" y="79"/>
                    <a:pt x="7342" y="77"/>
                  </a:cubicBezTo>
                  <a:close/>
                  <a:moveTo>
                    <a:pt x="7210" y="92"/>
                  </a:moveTo>
                  <a:cubicBezTo>
                    <a:pt x="7207" y="65"/>
                    <a:pt x="7207" y="65"/>
                    <a:pt x="7207" y="65"/>
                  </a:cubicBezTo>
                  <a:cubicBezTo>
                    <a:pt x="7185" y="68"/>
                    <a:pt x="7163" y="71"/>
                    <a:pt x="7141" y="74"/>
                  </a:cubicBezTo>
                  <a:cubicBezTo>
                    <a:pt x="7144" y="100"/>
                    <a:pt x="7144" y="100"/>
                    <a:pt x="7144" y="100"/>
                  </a:cubicBezTo>
                  <a:cubicBezTo>
                    <a:pt x="7166" y="98"/>
                    <a:pt x="7188" y="95"/>
                    <a:pt x="7210" y="92"/>
                  </a:cubicBezTo>
                  <a:close/>
                  <a:moveTo>
                    <a:pt x="6946" y="129"/>
                  </a:moveTo>
                  <a:cubicBezTo>
                    <a:pt x="6942" y="102"/>
                    <a:pt x="6942" y="102"/>
                    <a:pt x="6942" y="102"/>
                  </a:cubicBezTo>
                  <a:cubicBezTo>
                    <a:pt x="6920" y="106"/>
                    <a:pt x="6898" y="109"/>
                    <a:pt x="6876" y="113"/>
                  </a:cubicBezTo>
                  <a:cubicBezTo>
                    <a:pt x="6880" y="139"/>
                    <a:pt x="6880" y="139"/>
                    <a:pt x="6880" y="139"/>
                  </a:cubicBezTo>
                  <a:cubicBezTo>
                    <a:pt x="6902" y="136"/>
                    <a:pt x="6924" y="132"/>
                    <a:pt x="6946" y="129"/>
                  </a:cubicBezTo>
                  <a:close/>
                  <a:moveTo>
                    <a:pt x="6814" y="150"/>
                  </a:moveTo>
                  <a:cubicBezTo>
                    <a:pt x="6810" y="124"/>
                    <a:pt x="6810" y="124"/>
                    <a:pt x="6810" y="124"/>
                  </a:cubicBezTo>
                  <a:cubicBezTo>
                    <a:pt x="6788" y="128"/>
                    <a:pt x="6766" y="132"/>
                    <a:pt x="6744" y="136"/>
                  </a:cubicBezTo>
                  <a:cubicBezTo>
                    <a:pt x="6748" y="162"/>
                    <a:pt x="6748" y="162"/>
                    <a:pt x="6748" y="162"/>
                  </a:cubicBezTo>
                  <a:cubicBezTo>
                    <a:pt x="6770" y="158"/>
                    <a:pt x="6792" y="154"/>
                    <a:pt x="6814" y="150"/>
                  </a:cubicBezTo>
                  <a:close/>
                  <a:moveTo>
                    <a:pt x="6551" y="200"/>
                  </a:moveTo>
                  <a:cubicBezTo>
                    <a:pt x="6546" y="174"/>
                    <a:pt x="6546" y="174"/>
                    <a:pt x="6546" y="174"/>
                  </a:cubicBezTo>
                  <a:cubicBezTo>
                    <a:pt x="6524" y="178"/>
                    <a:pt x="6502" y="183"/>
                    <a:pt x="6480" y="187"/>
                  </a:cubicBezTo>
                  <a:cubicBezTo>
                    <a:pt x="6486" y="213"/>
                    <a:pt x="6486" y="213"/>
                    <a:pt x="6486" y="213"/>
                  </a:cubicBezTo>
                  <a:cubicBezTo>
                    <a:pt x="6508" y="209"/>
                    <a:pt x="6530" y="204"/>
                    <a:pt x="6551" y="200"/>
                  </a:cubicBezTo>
                  <a:close/>
                  <a:moveTo>
                    <a:pt x="4412" y="944"/>
                  </a:moveTo>
                  <a:cubicBezTo>
                    <a:pt x="4400" y="920"/>
                    <a:pt x="4400" y="920"/>
                    <a:pt x="4400" y="920"/>
                  </a:cubicBezTo>
                  <a:cubicBezTo>
                    <a:pt x="4380" y="930"/>
                    <a:pt x="4361" y="940"/>
                    <a:pt x="4341" y="950"/>
                  </a:cubicBezTo>
                  <a:cubicBezTo>
                    <a:pt x="4353" y="974"/>
                    <a:pt x="4353" y="974"/>
                    <a:pt x="4353" y="974"/>
                  </a:cubicBezTo>
                  <a:cubicBezTo>
                    <a:pt x="4373" y="964"/>
                    <a:pt x="4392" y="954"/>
                    <a:pt x="4412" y="944"/>
                  </a:cubicBezTo>
                  <a:close/>
                  <a:moveTo>
                    <a:pt x="4652" y="827"/>
                  </a:moveTo>
                  <a:cubicBezTo>
                    <a:pt x="4641" y="803"/>
                    <a:pt x="4641" y="803"/>
                    <a:pt x="4641" y="803"/>
                  </a:cubicBezTo>
                  <a:cubicBezTo>
                    <a:pt x="4621" y="812"/>
                    <a:pt x="4601" y="822"/>
                    <a:pt x="4581" y="831"/>
                  </a:cubicBezTo>
                  <a:cubicBezTo>
                    <a:pt x="4592" y="855"/>
                    <a:pt x="4592" y="855"/>
                    <a:pt x="4592" y="855"/>
                  </a:cubicBezTo>
                  <a:cubicBezTo>
                    <a:pt x="4612" y="846"/>
                    <a:pt x="4632" y="836"/>
                    <a:pt x="4652" y="827"/>
                  </a:cubicBezTo>
                  <a:close/>
                  <a:moveTo>
                    <a:pt x="4294" y="1005"/>
                  </a:moveTo>
                  <a:cubicBezTo>
                    <a:pt x="4281" y="981"/>
                    <a:pt x="4281" y="981"/>
                    <a:pt x="4281" y="981"/>
                  </a:cubicBezTo>
                  <a:cubicBezTo>
                    <a:pt x="4262" y="991"/>
                    <a:pt x="4242" y="1002"/>
                    <a:pt x="4222" y="1012"/>
                  </a:cubicBezTo>
                  <a:cubicBezTo>
                    <a:pt x="4235" y="1036"/>
                    <a:pt x="4235" y="1036"/>
                    <a:pt x="4235" y="1036"/>
                  </a:cubicBezTo>
                  <a:cubicBezTo>
                    <a:pt x="4254" y="1025"/>
                    <a:pt x="4274" y="1015"/>
                    <a:pt x="4294" y="1005"/>
                  </a:cubicBezTo>
                  <a:close/>
                  <a:moveTo>
                    <a:pt x="4532" y="884"/>
                  </a:moveTo>
                  <a:cubicBezTo>
                    <a:pt x="4520" y="860"/>
                    <a:pt x="4520" y="860"/>
                    <a:pt x="4520" y="860"/>
                  </a:cubicBezTo>
                  <a:cubicBezTo>
                    <a:pt x="4500" y="870"/>
                    <a:pt x="4480" y="880"/>
                    <a:pt x="4460" y="890"/>
                  </a:cubicBezTo>
                  <a:cubicBezTo>
                    <a:pt x="4472" y="914"/>
                    <a:pt x="4472" y="914"/>
                    <a:pt x="4472" y="914"/>
                  </a:cubicBezTo>
                  <a:cubicBezTo>
                    <a:pt x="4492" y="904"/>
                    <a:pt x="4512" y="894"/>
                    <a:pt x="4532" y="884"/>
                  </a:cubicBezTo>
                  <a:close/>
                  <a:moveTo>
                    <a:pt x="4176" y="1068"/>
                  </a:moveTo>
                  <a:cubicBezTo>
                    <a:pt x="4163" y="1044"/>
                    <a:pt x="4163" y="1044"/>
                    <a:pt x="4163" y="1044"/>
                  </a:cubicBezTo>
                  <a:cubicBezTo>
                    <a:pt x="4144" y="1055"/>
                    <a:pt x="4124" y="1066"/>
                    <a:pt x="4105" y="1077"/>
                  </a:cubicBezTo>
                  <a:cubicBezTo>
                    <a:pt x="4118" y="1100"/>
                    <a:pt x="4118" y="1100"/>
                    <a:pt x="4118" y="1100"/>
                  </a:cubicBezTo>
                  <a:cubicBezTo>
                    <a:pt x="4137" y="1089"/>
                    <a:pt x="4157" y="1078"/>
                    <a:pt x="4176" y="1068"/>
                  </a:cubicBezTo>
                  <a:close/>
                  <a:moveTo>
                    <a:pt x="3944" y="1199"/>
                  </a:moveTo>
                  <a:cubicBezTo>
                    <a:pt x="3930" y="1176"/>
                    <a:pt x="3930" y="1176"/>
                    <a:pt x="3930" y="1176"/>
                  </a:cubicBezTo>
                  <a:cubicBezTo>
                    <a:pt x="3911" y="1187"/>
                    <a:pt x="3892" y="1199"/>
                    <a:pt x="3873" y="1210"/>
                  </a:cubicBezTo>
                  <a:cubicBezTo>
                    <a:pt x="3886" y="1233"/>
                    <a:pt x="3886" y="1233"/>
                    <a:pt x="3886" y="1233"/>
                  </a:cubicBezTo>
                  <a:cubicBezTo>
                    <a:pt x="3905" y="1222"/>
                    <a:pt x="3925" y="1210"/>
                    <a:pt x="3944" y="1199"/>
                  </a:cubicBezTo>
                  <a:close/>
                  <a:moveTo>
                    <a:pt x="4059" y="1132"/>
                  </a:moveTo>
                  <a:cubicBezTo>
                    <a:pt x="4046" y="1109"/>
                    <a:pt x="4046" y="1109"/>
                    <a:pt x="4046" y="1109"/>
                  </a:cubicBezTo>
                  <a:cubicBezTo>
                    <a:pt x="4027" y="1120"/>
                    <a:pt x="4007" y="1131"/>
                    <a:pt x="3988" y="1142"/>
                  </a:cubicBezTo>
                  <a:cubicBezTo>
                    <a:pt x="4001" y="1166"/>
                    <a:pt x="4001" y="1166"/>
                    <a:pt x="4001" y="1166"/>
                  </a:cubicBezTo>
                  <a:cubicBezTo>
                    <a:pt x="4021" y="1154"/>
                    <a:pt x="4040" y="1143"/>
                    <a:pt x="4059" y="1132"/>
                  </a:cubicBezTo>
                  <a:close/>
                  <a:moveTo>
                    <a:pt x="5143" y="616"/>
                  </a:moveTo>
                  <a:cubicBezTo>
                    <a:pt x="5133" y="591"/>
                    <a:pt x="5133" y="591"/>
                    <a:pt x="5133" y="591"/>
                  </a:cubicBezTo>
                  <a:cubicBezTo>
                    <a:pt x="5113" y="600"/>
                    <a:pt x="5092" y="608"/>
                    <a:pt x="5071" y="616"/>
                  </a:cubicBezTo>
                  <a:cubicBezTo>
                    <a:pt x="5081" y="641"/>
                    <a:pt x="5081" y="641"/>
                    <a:pt x="5081" y="641"/>
                  </a:cubicBezTo>
                  <a:cubicBezTo>
                    <a:pt x="5102" y="633"/>
                    <a:pt x="5122" y="624"/>
                    <a:pt x="5143" y="616"/>
                  </a:cubicBezTo>
                  <a:close/>
                  <a:moveTo>
                    <a:pt x="4774" y="771"/>
                  </a:moveTo>
                  <a:cubicBezTo>
                    <a:pt x="4763" y="747"/>
                    <a:pt x="4763" y="747"/>
                    <a:pt x="4763" y="747"/>
                  </a:cubicBezTo>
                  <a:cubicBezTo>
                    <a:pt x="4743" y="756"/>
                    <a:pt x="4722" y="765"/>
                    <a:pt x="4702" y="775"/>
                  </a:cubicBezTo>
                  <a:cubicBezTo>
                    <a:pt x="4713" y="799"/>
                    <a:pt x="4713" y="799"/>
                    <a:pt x="4713" y="799"/>
                  </a:cubicBezTo>
                  <a:cubicBezTo>
                    <a:pt x="4733" y="790"/>
                    <a:pt x="4754" y="780"/>
                    <a:pt x="4774" y="771"/>
                  </a:cubicBezTo>
                  <a:close/>
                  <a:moveTo>
                    <a:pt x="5520" y="479"/>
                  </a:moveTo>
                  <a:cubicBezTo>
                    <a:pt x="5511" y="453"/>
                    <a:pt x="5511" y="453"/>
                    <a:pt x="5511" y="453"/>
                  </a:cubicBezTo>
                  <a:cubicBezTo>
                    <a:pt x="5490" y="461"/>
                    <a:pt x="5469" y="468"/>
                    <a:pt x="5448" y="475"/>
                  </a:cubicBezTo>
                  <a:cubicBezTo>
                    <a:pt x="5456" y="500"/>
                    <a:pt x="5456" y="500"/>
                    <a:pt x="5456" y="500"/>
                  </a:cubicBezTo>
                  <a:cubicBezTo>
                    <a:pt x="5477" y="493"/>
                    <a:pt x="5498" y="486"/>
                    <a:pt x="5520" y="479"/>
                  </a:cubicBezTo>
                  <a:close/>
                  <a:moveTo>
                    <a:pt x="5393" y="523"/>
                  </a:moveTo>
                  <a:cubicBezTo>
                    <a:pt x="5384" y="497"/>
                    <a:pt x="5384" y="497"/>
                    <a:pt x="5384" y="497"/>
                  </a:cubicBezTo>
                  <a:cubicBezTo>
                    <a:pt x="5363" y="505"/>
                    <a:pt x="5342" y="512"/>
                    <a:pt x="5321" y="520"/>
                  </a:cubicBezTo>
                  <a:cubicBezTo>
                    <a:pt x="5331" y="545"/>
                    <a:pt x="5331" y="545"/>
                    <a:pt x="5331" y="545"/>
                  </a:cubicBezTo>
                  <a:cubicBezTo>
                    <a:pt x="5351" y="538"/>
                    <a:pt x="5372" y="530"/>
                    <a:pt x="5393" y="523"/>
                  </a:cubicBezTo>
                  <a:close/>
                  <a:moveTo>
                    <a:pt x="5268" y="568"/>
                  </a:moveTo>
                  <a:cubicBezTo>
                    <a:pt x="5259" y="543"/>
                    <a:pt x="5259" y="543"/>
                    <a:pt x="5259" y="543"/>
                  </a:cubicBezTo>
                  <a:cubicBezTo>
                    <a:pt x="5238" y="551"/>
                    <a:pt x="5217" y="559"/>
                    <a:pt x="5196" y="567"/>
                  </a:cubicBezTo>
                  <a:cubicBezTo>
                    <a:pt x="5205" y="592"/>
                    <a:pt x="5205" y="592"/>
                    <a:pt x="5205" y="592"/>
                  </a:cubicBezTo>
                  <a:cubicBezTo>
                    <a:pt x="5226" y="584"/>
                    <a:pt x="5247" y="576"/>
                    <a:pt x="5268" y="568"/>
                  </a:cubicBezTo>
                  <a:close/>
                  <a:moveTo>
                    <a:pt x="5019" y="666"/>
                  </a:moveTo>
                  <a:cubicBezTo>
                    <a:pt x="5009" y="641"/>
                    <a:pt x="5009" y="641"/>
                    <a:pt x="5009" y="641"/>
                  </a:cubicBezTo>
                  <a:cubicBezTo>
                    <a:pt x="4988" y="650"/>
                    <a:pt x="4968" y="658"/>
                    <a:pt x="4947" y="667"/>
                  </a:cubicBezTo>
                  <a:cubicBezTo>
                    <a:pt x="4958" y="692"/>
                    <a:pt x="4958" y="692"/>
                    <a:pt x="4958" y="692"/>
                  </a:cubicBezTo>
                  <a:cubicBezTo>
                    <a:pt x="4978" y="683"/>
                    <a:pt x="4999" y="674"/>
                    <a:pt x="5019" y="666"/>
                  </a:cubicBezTo>
                  <a:close/>
                  <a:moveTo>
                    <a:pt x="4896" y="718"/>
                  </a:moveTo>
                  <a:cubicBezTo>
                    <a:pt x="4886" y="693"/>
                    <a:pt x="4886" y="693"/>
                    <a:pt x="4886" y="693"/>
                  </a:cubicBezTo>
                  <a:cubicBezTo>
                    <a:pt x="4865" y="702"/>
                    <a:pt x="4845" y="711"/>
                    <a:pt x="4824" y="720"/>
                  </a:cubicBezTo>
                  <a:cubicBezTo>
                    <a:pt x="4835" y="744"/>
                    <a:pt x="4835" y="744"/>
                    <a:pt x="4835" y="744"/>
                  </a:cubicBezTo>
                  <a:cubicBezTo>
                    <a:pt x="4855" y="735"/>
                    <a:pt x="4876" y="727"/>
                    <a:pt x="4896" y="718"/>
                  </a:cubicBezTo>
                  <a:close/>
                  <a:moveTo>
                    <a:pt x="13490" y="1764"/>
                  </a:moveTo>
                  <a:cubicBezTo>
                    <a:pt x="13473" y="1750"/>
                    <a:pt x="13455" y="1737"/>
                    <a:pt x="13437" y="1723"/>
                  </a:cubicBezTo>
                  <a:cubicBezTo>
                    <a:pt x="13421" y="1745"/>
                    <a:pt x="13421" y="1745"/>
                    <a:pt x="13421" y="1745"/>
                  </a:cubicBezTo>
                  <a:cubicBezTo>
                    <a:pt x="13439" y="1758"/>
                    <a:pt x="13457" y="1771"/>
                    <a:pt x="13474" y="1785"/>
                  </a:cubicBezTo>
                  <a:lnTo>
                    <a:pt x="13490" y="1764"/>
                  </a:lnTo>
                  <a:close/>
                  <a:moveTo>
                    <a:pt x="15169" y="13685"/>
                  </a:moveTo>
                  <a:cubicBezTo>
                    <a:pt x="15190" y="13701"/>
                    <a:pt x="15190" y="13701"/>
                    <a:pt x="15190" y="13701"/>
                  </a:cubicBezTo>
                  <a:cubicBezTo>
                    <a:pt x="15204" y="13683"/>
                    <a:pt x="15217" y="13665"/>
                    <a:pt x="15230" y="13647"/>
                  </a:cubicBezTo>
                  <a:cubicBezTo>
                    <a:pt x="15208" y="13632"/>
                    <a:pt x="15208" y="13632"/>
                    <a:pt x="15208" y="13632"/>
                  </a:cubicBezTo>
                  <a:cubicBezTo>
                    <a:pt x="15195" y="13650"/>
                    <a:pt x="15182" y="13667"/>
                    <a:pt x="15169" y="13685"/>
                  </a:cubicBezTo>
                  <a:close/>
                  <a:moveTo>
                    <a:pt x="15874" y="12559"/>
                  </a:moveTo>
                  <a:cubicBezTo>
                    <a:pt x="15897" y="12571"/>
                    <a:pt x="15897" y="12571"/>
                    <a:pt x="15897" y="12571"/>
                  </a:cubicBezTo>
                  <a:cubicBezTo>
                    <a:pt x="15908" y="12551"/>
                    <a:pt x="15918" y="12532"/>
                    <a:pt x="15928" y="12512"/>
                  </a:cubicBezTo>
                  <a:cubicBezTo>
                    <a:pt x="15904" y="12500"/>
                    <a:pt x="15904" y="12500"/>
                    <a:pt x="15904" y="12500"/>
                  </a:cubicBezTo>
                  <a:cubicBezTo>
                    <a:pt x="15894" y="12519"/>
                    <a:pt x="15884" y="12539"/>
                    <a:pt x="15874" y="12559"/>
                  </a:cubicBezTo>
                  <a:close/>
                  <a:moveTo>
                    <a:pt x="15089" y="13792"/>
                  </a:moveTo>
                  <a:cubicBezTo>
                    <a:pt x="15110" y="13808"/>
                    <a:pt x="15110" y="13808"/>
                    <a:pt x="15110" y="13808"/>
                  </a:cubicBezTo>
                  <a:cubicBezTo>
                    <a:pt x="15124" y="13790"/>
                    <a:pt x="15137" y="13772"/>
                    <a:pt x="15150" y="13755"/>
                  </a:cubicBezTo>
                  <a:cubicBezTo>
                    <a:pt x="15129" y="13739"/>
                    <a:pt x="15129" y="13739"/>
                    <a:pt x="15129" y="13739"/>
                  </a:cubicBezTo>
                  <a:cubicBezTo>
                    <a:pt x="15116" y="13756"/>
                    <a:pt x="15102" y="13774"/>
                    <a:pt x="15089" y="13792"/>
                  </a:cubicBezTo>
                  <a:close/>
                  <a:moveTo>
                    <a:pt x="15247" y="13578"/>
                  </a:moveTo>
                  <a:cubicBezTo>
                    <a:pt x="15269" y="13593"/>
                    <a:pt x="15269" y="13593"/>
                    <a:pt x="15269" y="13593"/>
                  </a:cubicBezTo>
                  <a:cubicBezTo>
                    <a:pt x="15282" y="13575"/>
                    <a:pt x="15295" y="13557"/>
                    <a:pt x="15308" y="13539"/>
                  </a:cubicBezTo>
                  <a:cubicBezTo>
                    <a:pt x="15286" y="13523"/>
                    <a:pt x="15286" y="13523"/>
                    <a:pt x="15286" y="13523"/>
                  </a:cubicBezTo>
                  <a:cubicBezTo>
                    <a:pt x="15273" y="13542"/>
                    <a:pt x="15260" y="13560"/>
                    <a:pt x="15247" y="13578"/>
                  </a:cubicBezTo>
                  <a:close/>
                  <a:moveTo>
                    <a:pt x="14839" y="14103"/>
                  </a:moveTo>
                  <a:cubicBezTo>
                    <a:pt x="14860" y="14121"/>
                    <a:pt x="14860" y="14121"/>
                    <a:pt x="14860" y="14121"/>
                  </a:cubicBezTo>
                  <a:cubicBezTo>
                    <a:pt x="14874" y="14104"/>
                    <a:pt x="14888" y="14086"/>
                    <a:pt x="14903" y="14069"/>
                  </a:cubicBezTo>
                  <a:cubicBezTo>
                    <a:pt x="14882" y="14052"/>
                    <a:pt x="14882" y="14052"/>
                    <a:pt x="14882" y="14052"/>
                  </a:cubicBezTo>
                  <a:cubicBezTo>
                    <a:pt x="14868" y="14069"/>
                    <a:pt x="14854" y="14086"/>
                    <a:pt x="14839" y="14103"/>
                  </a:cubicBezTo>
                  <a:close/>
                  <a:moveTo>
                    <a:pt x="15007" y="13897"/>
                  </a:moveTo>
                  <a:cubicBezTo>
                    <a:pt x="15028" y="13913"/>
                    <a:pt x="15028" y="13913"/>
                    <a:pt x="15028" y="13913"/>
                  </a:cubicBezTo>
                  <a:cubicBezTo>
                    <a:pt x="15042" y="13896"/>
                    <a:pt x="15056" y="13878"/>
                    <a:pt x="15069" y="13861"/>
                  </a:cubicBezTo>
                  <a:cubicBezTo>
                    <a:pt x="15048" y="13844"/>
                    <a:pt x="15048" y="13844"/>
                    <a:pt x="15048" y="13844"/>
                  </a:cubicBezTo>
                  <a:cubicBezTo>
                    <a:pt x="15035" y="13862"/>
                    <a:pt x="15021" y="13879"/>
                    <a:pt x="15007" y="13897"/>
                  </a:cubicBezTo>
                  <a:close/>
                  <a:moveTo>
                    <a:pt x="14924" y="14001"/>
                  </a:moveTo>
                  <a:cubicBezTo>
                    <a:pt x="14945" y="14018"/>
                    <a:pt x="14945" y="14018"/>
                    <a:pt x="14945" y="14018"/>
                  </a:cubicBezTo>
                  <a:cubicBezTo>
                    <a:pt x="14959" y="14000"/>
                    <a:pt x="14973" y="13983"/>
                    <a:pt x="14987" y="13966"/>
                  </a:cubicBezTo>
                  <a:cubicBezTo>
                    <a:pt x="14966" y="13949"/>
                    <a:pt x="14966" y="13949"/>
                    <a:pt x="14966" y="13949"/>
                  </a:cubicBezTo>
                  <a:cubicBezTo>
                    <a:pt x="14952" y="13966"/>
                    <a:pt x="14938" y="13984"/>
                    <a:pt x="14924" y="14001"/>
                  </a:cubicBezTo>
                  <a:close/>
                  <a:moveTo>
                    <a:pt x="14753" y="14205"/>
                  </a:moveTo>
                  <a:cubicBezTo>
                    <a:pt x="14773" y="14222"/>
                    <a:pt x="14773" y="14222"/>
                    <a:pt x="14773" y="14222"/>
                  </a:cubicBezTo>
                  <a:cubicBezTo>
                    <a:pt x="14788" y="14205"/>
                    <a:pt x="14802" y="14189"/>
                    <a:pt x="14817" y="14172"/>
                  </a:cubicBezTo>
                  <a:cubicBezTo>
                    <a:pt x="14796" y="14154"/>
                    <a:pt x="14796" y="14154"/>
                    <a:pt x="14796" y="14154"/>
                  </a:cubicBezTo>
                  <a:cubicBezTo>
                    <a:pt x="14782" y="14171"/>
                    <a:pt x="14767" y="14188"/>
                    <a:pt x="14753" y="14205"/>
                  </a:cubicBezTo>
                  <a:close/>
                  <a:moveTo>
                    <a:pt x="15681" y="12908"/>
                  </a:moveTo>
                  <a:cubicBezTo>
                    <a:pt x="15704" y="12921"/>
                    <a:pt x="15704" y="12921"/>
                    <a:pt x="15704" y="12921"/>
                  </a:cubicBezTo>
                  <a:cubicBezTo>
                    <a:pt x="15715" y="12902"/>
                    <a:pt x="15726" y="12883"/>
                    <a:pt x="15737" y="12864"/>
                  </a:cubicBezTo>
                  <a:cubicBezTo>
                    <a:pt x="15714" y="12850"/>
                    <a:pt x="15714" y="12850"/>
                    <a:pt x="15714" y="12850"/>
                  </a:cubicBezTo>
                  <a:cubicBezTo>
                    <a:pt x="15703" y="12869"/>
                    <a:pt x="15692" y="12889"/>
                    <a:pt x="15681" y="12908"/>
                  </a:cubicBezTo>
                  <a:close/>
                  <a:moveTo>
                    <a:pt x="15747" y="12792"/>
                  </a:moveTo>
                  <a:cubicBezTo>
                    <a:pt x="15770" y="12806"/>
                    <a:pt x="15770" y="12806"/>
                    <a:pt x="15770" y="12806"/>
                  </a:cubicBezTo>
                  <a:cubicBezTo>
                    <a:pt x="15781" y="12786"/>
                    <a:pt x="15792" y="12767"/>
                    <a:pt x="15803" y="12747"/>
                  </a:cubicBezTo>
                  <a:cubicBezTo>
                    <a:pt x="15779" y="12734"/>
                    <a:pt x="15779" y="12734"/>
                    <a:pt x="15779" y="12734"/>
                  </a:cubicBezTo>
                  <a:cubicBezTo>
                    <a:pt x="15769" y="12754"/>
                    <a:pt x="15758" y="12773"/>
                    <a:pt x="15747" y="12792"/>
                  </a:cubicBezTo>
                  <a:close/>
                  <a:moveTo>
                    <a:pt x="15811" y="12676"/>
                  </a:moveTo>
                  <a:cubicBezTo>
                    <a:pt x="15835" y="12689"/>
                    <a:pt x="15835" y="12689"/>
                    <a:pt x="15835" y="12689"/>
                  </a:cubicBezTo>
                  <a:cubicBezTo>
                    <a:pt x="15845" y="12669"/>
                    <a:pt x="15856" y="12650"/>
                    <a:pt x="15866" y="12630"/>
                  </a:cubicBezTo>
                  <a:cubicBezTo>
                    <a:pt x="15843" y="12617"/>
                    <a:pt x="15843" y="12617"/>
                    <a:pt x="15843" y="12617"/>
                  </a:cubicBezTo>
                  <a:cubicBezTo>
                    <a:pt x="15832" y="12637"/>
                    <a:pt x="15822" y="12657"/>
                    <a:pt x="15811" y="12676"/>
                  </a:cubicBezTo>
                  <a:close/>
                  <a:moveTo>
                    <a:pt x="15472" y="13248"/>
                  </a:moveTo>
                  <a:cubicBezTo>
                    <a:pt x="15494" y="13262"/>
                    <a:pt x="15494" y="13262"/>
                    <a:pt x="15494" y="13262"/>
                  </a:cubicBezTo>
                  <a:cubicBezTo>
                    <a:pt x="15506" y="13244"/>
                    <a:pt x="15518" y="13225"/>
                    <a:pt x="15530" y="13206"/>
                  </a:cubicBezTo>
                  <a:cubicBezTo>
                    <a:pt x="15508" y="13192"/>
                    <a:pt x="15508" y="13192"/>
                    <a:pt x="15508" y="13192"/>
                  </a:cubicBezTo>
                  <a:cubicBezTo>
                    <a:pt x="15496" y="13210"/>
                    <a:pt x="15484" y="13229"/>
                    <a:pt x="15472" y="13248"/>
                  </a:cubicBezTo>
                  <a:close/>
                  <a:moveTo>
                    <a:pt x="15399" y="13359"/>
                  </a:moveTo>
                  <a:cubicBezTo>
                    <a:pt x="15421" y="13374"/>
                    <a:pt x="15421" y="13374"/>
                    <a:pt x="15421" y="13374"/>
                  </a:cubicBezTo>
                  <a:cubicBezTo>
                    <a:pt x="15433" y="13355"/>
                    <a:pt x="15446" y="13337"/>
                    <a:pt x="15458" y="13318"/>
                  </a:cubicBezTo>
                  <a:cubicBezTo>
                    <a:pt x="15435" y="13303"/>
                    <a:pt x="15435" y="13303"/>
                    <a:pt x="15435" y="13303"/>
                  </a:cubicBezTo>
                  <a:cubicBezTo>
                    <a:pt x="15423" y="13322"/>
                    <a:pt x="15411" y="13340"/>
                    <a:pt x="15399" y="13359"/>
                  </a:cubicBezTo>
                  <a:close/>
                  <a:moveTo>
                    <a:pt x="15543" y="13135"/>
                  </a:moveTo>
                  <a:cubicBezTo>
                    <a:pt x="15566" y="13150"/>
                    <a:pt x="15566" y="13150"/>
                    <a:pt x="15566" y="13150"/>
                  </a:cubicBezTo>
                  <a:cubicBezTo>
                    <a:pt x="15578" y="13131"/>
                    <a:pt x="15589" y="13112"/>
                    <a:pt x="15601" y="13093"/>
                  </a:cubicBezTo>
                  <a:cubicBezTo>
                    <a:pt x="15578" y="13079"/>
                    <a:pt x="15578" y="13079"/>
                    <a:pt x="15578" y="13079"/>
                  </a:cubicBezTo>
                  <a:cubicBezTo>
                    <a:pt x="15567" y="13098"/>
                    <a:pt x="15555" y="13117"/>
                    <a:pt x="15543" y="13135"/>
                  </a:cubicBezTo>
                  <a:close/>
                  <a:moveTo>
                    <a:pt x="15613" y="13022"/>
                  </a:moveTo>
                  <a:cubicBezTo>
                    <a:pt x="15636" y="13036"/>
                    <a:pt x="15636" y="13036"/>
                    <a:pt x="15636" y="13036"/>
                  </a:cubicBezTo>
                  <a:cubicBezTo>
                    <a:pt x="15647" y="13017"/>
                    <a:pt x="15659" y="12998"/>
                    <a:pt x="15670" y="12979"/>
                  </a:cubicBezTo>
                  <a:cubicBezTo>
                    <a:pt x="15647" y="12965"/>
                    <a:pt x="15647" y="12965"/>
                    <a:pt x="15647" y="12965"/>
                  </a:cubicBezTo>
                  <a:cubicBezTo>
                    <a:pt x="15636" y="12984"/>
                    <a:pt x="15624" y="13003"/>
                    <a:pt x="15613" y="13022"/>
                  </a:cubicBezTo>
                  <a:close/>
                  <a:moveTo>
                    <a:pt x="16695" y="7001"/>
                  </a:moveTo>
                  <a:cubicBezTo>
                    <a:pt x="16721" y="6996"/>
                    <a:pt x="16721" y="6996"/>
                    <a:pt x="16721" y="6996"/>
                  </a:cubicBezTo>
                  <a:cubicBezTo>
                    <a:pt x="16717" y="6974"/>
                    <a:pt x="16713" y="6953"/>
                    <a:pt x="16708" y="6931"/>
                  </a:cubicBezTo>
                  <a:cubicBezTo>
                    <a:pt x="16682" y="6936"/>
                    <a:pt x="16682" y="6936"/>
                    <a:pt x="16682" y="6936"/>
                  </a:cubicBezTo>
                  <a:cubicBezTo>
                    <a:pt x="16686" y="6958"/>
                    <a:pt x="16690" y="6979"/>
                    <a:pt x="16695" y="7001"/>
                  </a:cubicBezTo>
                  <a:close/>
                  <a:moveTo>
                    <a:pt x="16777" y="7528"/>
                  </a:moveTo>
                  <a:cubicBezTo>
                    <a:pt x="16803" y="7524"/>
                    <a:pt x="16803" y="7524"/>
                    <a:pt x="16803" y="7524"/>
                  </a:cubicBezTo>
                  <a:cubicBezTo>
                    <a:pt x="16801" y="7502"/>
                    <a:pt x="16798" y="7480"/>
                    <a:pt x="16795" y="7458"/>
                  </a:cubicBezTo>
                  <a:cubicBezTo>
                    <a:pt x="16768" y="7462"/>
                    <a:pt x="16768" y="7462"/>
                    <a:pt x="16768" y="7462"/>
                  </a:cubicBezTo>
                  <a:cubicBezTo>
                    <a:pt x="16771" y="7484"/>
                    <a:pt x="16774" y="7506"/>
                    <a:pt x="16777" y="7528"/>
                  </a:cubicBezTo>
                  <a:close/>
                  <a:moveTo>
                    <a:pt x="11897" y="799"/>
                  </a:moveTo>
                  <a:cubicBezTo>
                    <a:pt x="11877" y="789"/>
                    <a:pt x="11857" y="780"/>
                    <a:pt x="11837" y="771"/>
                  </a:cubicBezTo>
                  <a:cubicBezTo>
                    <a:pt x="11825" y="795"/>
                    <a:pt x="11825" y="795"/>
                    <a:pt x="11825" y="795"/>
                  </a:cubicBezTo>
                  <a:cubicBezTo>
                    <a:pt x="11846" y="804"/>
                    <a:pt x="11866" y="814"/>
                    <a:pt x="11886" y="823"/>
                  </a:cubicBezTo>
                  <a:lnTo>
                    <a:pt x="11897" y="799"/>
                  </a:lnTo>
                  <a:close/>
                  <a:moveTo>
                    <a:pt x="16806" y="7793"/>
                  </a:moveTo>
                  <a:cubicBezTo>
                    <a:pt x="16832" y="7790"/>
                    <a:pt x="16832" y="7790"/>
                    <a:pt x="16832" y="7790"/>
                  </a:cubicBezTo>
                  <a:cubicBezTo>
                    <a:pt x="16830" y="7768"/>
                    <a:pt x="16828" y="7746"/>
                    <a:pt x="16826" y="7724"/>
                  </a:cubicBezTo>
                  <a:cubicBezTo>
                    <a:pt x="16799" y="7726"/>
                    <a:pt x="16799" y="7726"/>
                    <a:pt x="16799" y="7726"/>
                  </a:cubicBezTo>
                  <a:cubicBezTo>
                    <a:pt x="16801" y="7748"/>
                    <a:pt x="16804" y="7771"/>
                    <a:pt x="16806" y="7793"/>
                  </a:cubicBezTo>
                  <a:close/>
                  <a:moveTo>
                    <a:pt x="16817" y="7925"/>
                  </a:moveTo>
                  <a:cubicBezTo>
                    <a:pt x="16844" y="7923"/>
                    <a:pt x="16844" y="7923"/>
                    <a:pt x="16844" y="7923"/>
                  </a:cubicBezTo>
                  <a:cubicBezTo>
                    <a:pt x="16842" y="7901"/>
                    <a:pt x="16840" y="7879"/>
                    <a:pt x="16838" y="7857"/>
                  </a:cubicBezTo>
                  <a:cubicBezTo>
                    <a:pt x="16812" y="7859"/>
                    <a:pt x="16812" y="7859"/>
                    <a:pt x="16812" y="7859"/>
                  </a:cubicBezTo>
                  <a:cubicBezTo>
                    <a:pt x="16813" y="7881"/>
                    <a:pt x="16815" y="7903"/>
                    <a:pt x="16817" y="7925"/>
                  </a:cubicBezTo>
                  <a:close/>
                  <a:moveTo>
                    <a:pt x="16718" y="7132"/>
                  </a:moveTo>
                  <a:cubicBezTo>
                    <a:pt x="16745" y="7128"/>
                    <a:pt x="16745" y="7128"/>
                    <a:pt x="16745" y="7128"/>
                  </a:cubicBezTo>
                  <a:cubicBezTo>
                    <a:pt x="16741" y="7106"/>
                    <a:pt x="16737" y="7084"/>
                    <a:pt x="16733" y="7062"/>
                  </a:cubicBezTo>
                  <a:cubicBezTo>
                    <a:pt x="16707" y="7067"/>
                    <a:pt x="16707" y="7067"/>
                    <a:pt x="16707" y="7067"/>
                  </a:cubicBezTo>
                  <a:cubicBezTo>
                    <a:pt x="16711" y="7089"/>
                    <a:pt x="16714" y="7110"/>
                    <a:pt x="16718" y="7132"/>
                  </a:cubicBezTo>
                  <a:close/>
                  <a:moveTo>
                    <a:pt x="16759" y="7396"/>
                  </a:moveTo>
                  <a:cubicBezTo>
                    <a:pt x="16786" y="7392"/>
                    <a:pt x="16786" y="7392"/>
                    <a:pt x="16786" y="7392"/>
                  </a:cubicBezTo>
                  <a:cubicBezTo>
                    <a:pt x="16783" y="7370"/>
                    <a:pt x="16780" y="7348"/>
                    <a:pt x="16776" y="7326"/>
                  </a:cubicBezTo>
                  <a:cubicBezTo>
                    <a:pt x="16750" y="7330"/>
                    <a:pt x="16750" y="7330"/>
                    <a:pt x="16750" y="7330"/>
                  </a:cubicBezTo>
                  <a:cubicBezTo>
                    <a:pt x="16753" y="7352"/>
                    <a:pt x="16756" y="7374"/>
                    <a:pt x="16759" y="7396"/>
                  </a:cubicBezTo>
                  <a:close/>
                  <a:moveTo>
                    <a:pt x="16740" y="7264"/>
                  </a:moveTo>
                  <a:cubicBezTo>
                    <a:pt x="16766" y="7260"/>
                    <a:pt x="16766" y="7260"/>
                    <a:pt x="16766" y="7260"/>
                  </a:cubicBezTo>
                  <a:cubicBezTo>
                    <a:pt x="16763" y="7238"/>
                    <a:pt x="16759" y="7216"/>
                    <a:pt x="16756" y="7194"/>
                  </a:cubicBezTo>
                  <a:cubicBezTo>
                    <a:pt x="16729" y="7198"/>
                    <a:pt x="16729" y="7198"/>
                    <a:pt x="16729" y="7198"/>
                  </a:cubicBezTo>
                  <a:cubicBezTo>
                    <a:pt x="16733" y="7220"/>
                    <a:pt x="16736" y="7242"/>
                    <a:pt x="16740" y="7264"/>
                  </a:cubicBezTo>
                  <a:close/>
                  <a:moveTo>
                    <a:pt x="16826" y="8058"/>
                  </a:moveTo>
                  <a:cubicBezTo>
                    <a:pt x="16853" y="8057"/>
                    <a:pt x="16853" y="8057"/>
                    <a:pt x="16853" y="8057"/>
                  </a:cubicBezTo>
                  <a:cubicBezTo>
                    <a:pt x="16851" y="8034"/>
                    <a:pt x="16850" y="8012"/>
                    <a:pt x="16848" y="7990"/>
                  </a:cubicBezTo>
                  <a:cubicBezTo>
                    <a:pt x="16822" y="7992"/>
                    <a:pt x="16822" y="7992"/>
                    <a:pt x="16822" y="7992"/>
                  </a:cubicBezTo>
                  <a:cubicBezTo>
                    <a:pt x="16823" y="8014"/>
                    <a:pt x="16825" y="8036"/>
                    <a:pt x="16826" y="8058"/>
                  </a:cubicBezTo>
                  <a:close/>
                  <a:moveTo>
                    <a:pt x="14484" y="14501"/>
                  </a:moveTo>
                  <a:cubicBezTo>
                    <a:pt x="14504" y="14519"/>
                    <a:pt x="14504" y="14519"/>
                    <a:pt x="14504" y="14519"/>
                  </a:cubicBezTo>
                  <a:cubicBezTo>
                    <a:pt x="14519" y="14503"/>
                    <a:pt x="14534" y="14487"/>
                    <a:pt x="14550" y="14470"/>
                  </a:cubicBezTo>
                  <a:cubicBezTo>
                    <a:pt x="14530" y="14452"/>
                    <a:pt x="14530" y="14452"/>
                    <a:pt x="14530" y="14452"/>
                  </a:cubicBezTo>
                  <a:cubicBezTo>
                    <a:pt x="14515" y="14468"/>
                    <a:pt x="14500" y="14484"/>
                    <a:pt x="14484" y="14501"/>
                  </a:cubicBezTo>
                  <a:close/>
                  <a:moveTo>
                    <a:pt x="16843" y="8591"/>
                  </a:moveTo>
                  <a:cubicBezTo>
                    <a:pt x="16869" y="8591"/>
                    <a:pt x="16869" y="8591"/>
                    <a:pt x="16869" y="8591"/>
                  </a:cubicBezTo>
                  <a:cubicBezTo>
                    <a:pt x="16869" y="8569"/>
                    <a:pt x="16869" y="8546"/>
                    <a:pt x="16869" y="8524"/>
                  </a:cubicBezTo>
                  <a:cubicBezTo>
                    <a:pt x="16842" y="8524"/>
                    <a:pt x="16842" y="8524"/>
                    <a:pt x="16842" y="8524"/>
                  </a:cubicBezTo>
                  <a:cubicBezTo>
                    <a:pt x="16843" y="8547"/>
                    <a:pt x="16843" y="8569"/>
                    <a:pt x="16843" y="8591"/>
                  </a:cubicBezTo>
                  <a:close/>
                  <a:moveTo>
                    <a:pt x="14665" y="14305"/>
                  </a:moveTo>
                  <a:cubicBezTo>
                    <a:pt x="14685" y="14323"/>
                    <a:pt x="14685" y="14323"/>
                    <a:pt x="14685" y="14323"/>
                  </a:cubicBezTo>
                  <a:cubicBezTo>
                    <a:pt x="14700" y="14306"/>
                    <a:pt x="14714" y="14289"/>
                    <a:pt x="14729" y="14273"/>
                  </a:cubicBezTo>
                  <a:cubicBezTo>
                    <a:pt x="14709" y="14255"/>
                    <a:pt x="14709" y="14255"/>
                    <a:pt x="14709" y="14255"/>
                  </a:cubicBezTo>
                  <a:cubicBezTo>
                    <a:pt x="14694" y="14272"/>
                    <a:pt x="14680" y="14288"/>
                    <a:pt x="14665" y="14305"/>
                  </a:cubicBezTo>
                  <a:close/>
                  <a:moveTo>
                    <a:pt x="14575" y="14403"/>
                  </a:moveTo>
                  <a:cubicBezTo>
                    <a:pt x="14595" y="14421"/>
                    <a:pt x="14595" y="14421"/>
                    <a:pt x="14595" y="14421"/>
                  </a:cubicBezTo>
                  <a:cubicBezTo>
                    <a:pt x="14610" y="14405"/>
                    <a:pt x="14625" y="14389"/>
                    <a:pt x="14640" y="14372"/>
                  </a:cubicBezTo>
                  <a:cubicBezTo>
                    <a:pt x="14620" y="14354"/>
                    <a:pt x="14620" y="14354"/>
                    <a:pt x="14620" y="14354"/>
                  </a:cubicBezTo>
                  <a:cubicBezTo>
                    <a:pt x="14605" y="14371"/>
                    <a:pt x="14590" y="14387"/>
                    <a:pt x="14575" y="14403"/>
                  </a:cubicBezTo>
                  <a:close/>
                  <a:moveTo>
                    <a:pt x="16842" y="8458"/>
                  </a:moveTo>
                  <a:cubicBezTo>
                    <a:pt x="16868" y="8457"/>
                    <a:pt x="16868" y="8457"/>
                    <a:pt x="16868" y="8457"/>
                  </a:cubicBezTo>
                  <a:cubicBezTo>
                    <a:pt x="16868" y="8435"/>
                    <a:pt x="16868" y="8413"/>
                    <a:pt x="16867" y="8391"/>
                  </a:cubicBezTo>
                  <a:cubicBezTo>
                    <a:pt x="16840" y="8391"/>
                    <a:pt x="16840" y="8391"/>
                    <a:pt x="16840" y="8391"/>
                  </a:cubicBezTo>
                  <a:cubicBezTo>
                    <a:pt x="16841" y="8413"/>
                    <a:pt x="16841" y="8436"/>
                    <a:pt x="16842" y="8458"/>
                  </a:cubicBezTo>
                  <a:close/>
                  <a:moveTo>
                    <a:pt x="16833" y="8191"/>
                  </a:moveTo>
                  <a:cubicBezTo>
                    <a:pt x="16860" y="8190"/>
                    <a:pt x="16860" y="8190"/>
                    <a:pt x="16860" y="8190"/>
                  </a:cubicBezTo>
                  <a:cubicBezTo>
                    <a:pt x="16859" y="8168"/>
                    <a:pt x="16858" y="8146"/>
                    <a:pt x="16857" y="8123"/>
                  </a:cubicBezTo>
                  <a:cubicBezTo>
                    <a:pt x="16830" y="8125"/>
                    <a:pt x="16830" y="8125"/>
                    <a:pt x="16830" y="8125"/>
                  </a:cubicBezTo>
                  <a:cubicBezTo>
                    <a:pt x="16831" y="8147"/>
                    <a:pt x="16832" y="8169"/>
                    <a:pt x="16833" y="8191"/>
                  </a:cubicBezTo>
                  <a:close/>
                  <a:moveTo>
                    <a:pt x="16839" y="8325"/>
                  </a:moveTo>
                  <a:cubicBezTo>
                    <a:pt x="16865" y="8324"/>
                    <a:pt x="16865" y="8324"/>
                    <a:pt x="16865" y="8324"/>
                  </a:cubicBezTo>
                  <a:cubicBezTo>
                    <a:pt x="16865" y="8301"/>
                    <a:pt x="16864" y="8279"/>
                    <a:pt x="16863" y="8257"/>
                  </a:cubicBezTo>
                  <a:cubicBezTo>
                    <a:pt x="16836" y="8258"/>
                    <a:pt x="16836" y="8258"/>
                    <a:pt x="16836" y="8258"/>
                  </a:cubicBezTo>
                  <a:cubicBezTo>
                    <a:pt x="16837" y="8280"/>
                    <a:pt x="16838" y="8302"/>
                    <a:pt x="16839" y="8325"/>
                  </a:cubicBezTo>
                  <a:close/>
                  <a:moveTo>
                    <a:pt x="15324" y="13469"/>
                  </a:moveTo>
                  <a:cubicBezTo>
                    <a:pt x="15346" y="13484"/>
                    <a:pt x="15346" y="13484"/>
                    <a:pt x="15346" y="13484"/>
                  </a:cubicBezTo>
                  <a:cubicBezTo>
                    <a:pt x="15358" y="13466"/>
                    <a:pt x="15371" y="13447"/>
                    <a:pt x="15383" y="13429"/>
                  </a:cubicBezTo>
                  <a:cubicBezTo>
                    <a:pt x="15361" y="13414"/>
                    <a:pt x="15361" y="13414"/>
                    <a:pt x="15361" y="13414"/>
                  </a:cubicBezTo>
                  <a:cubicBezTo>
                    <a:pt x="15349" y="13432"/>
                    <a:pt x="15336" y="13451"/>
                    <a:pt x="15324" y="13469"/>
                  </a:cubicBezTo>
                  <a:close/>
                  <a:moveTo>
                    <a:pt x="16778" y="9654"/>
                  </a:moveTo>
                  <a:cubicBezTo>
                    <a:pt x="16805" y="9657"/>
                    <a:pt x="16805" y="9657"/>
                    <a:pt x="16805" y="9657"/>
                  </a:cubicBezTo>
                  <a:cubicBezTo>
                    <a:pt x="16807" y="9635"/>
                    <a:pt x="16810" y="9613"/>
                    <a:pt x="16813" y="9591"/>
                  </a:cubicBezTo>
                  <a:cubicBezTo>
                    <a:pt x="16786" y="9588"/>
                    <a:pt x="16786" y="9588"/>
                    <a:pt x="16786" y="9588"/>
                  </a:cubicBezTo>
                  <a:cubicBezTo>
                    <a:pt x="16784" y="9610"/>
                    <a:pt x="16781" y="9632"/>
                    <a:pt x="16778" y="9654"/>
                  </a:cubicBezTo>
                  <a:close/>
                  <a:moveTo>
                    <a:pt x="16761" y="9786"/>
                  </a:moveTo>
                  <a:cubicBezTo>
                    <a:pt x="16787" y="9790"/>
                    <a:pt x="16787" y="9790"/>
                    <a:pt x="16787" y="9790"/>
                  </a:cubicBezTo>
                  <a:cubicBezTo>
                    <a:pt x="16790" y="9768"/>
                    <a:pt x="16793" y="9745"/>
                    <a:pt x="16796" y="9723"/>
                  </a:cubicBezTo>
                  <a:cubicBezTo>
                    <a:pt x="16770" y="9720"/>
                    <a:pt x="16770" y="9720"/>
                    <a:pt x="16770" y="9720"/>
                  </a:cubicBezTo>
                  <a:cubicBezTo>
                    <a:pt x="16767" y="9742"/>
                    <a:pt x="16764" y="9764"/>
                    <a:pt x="16761" y="9786"/>
                  </a:cubicBezTo>
                  <a:close/>
                  <a:moveTo>
                    <a:pt x="16720" y="10049"/>
                  </a:moveTo>
                  <a:cubicBezTo>
                    <a:pt x="16746" y="10054"/>
                    <a:pt x="16746" y="10054"/>
                    <a:pt x="16746" y="10054"/>
                  </a:cubicBezTo>
                  <a:cubicBezTo>
                    <a:pt x="16750" y="10032"/>
                    <a:pt x="16754" y="10010"/>
                    <a:pt x="16757" y="9988"/>
                  </a:cubicBezTo>
                  <a:cubicBezTo>
                    <a:pt x="16731" y="9984"/>
                    <a:pt x="16731" y="9984"/>
                    <a:pt x="16731" y="9984"/>
                  </a:cubicBezTo>
                  <a:cubicBezTo>
                    <a:pt x="16728" y="10006"/>
                    <a:pt x="16724" y="10027"/>
                    <a:pt x="16720" y="10049"/>
                  </a:cubicBezTo>
                  <a:close/>
                  <a:moveTo>
                    <a:pt x="16742" y="9918"/>
                  </a:moveTo>
                  <a:cubicBezTo>
                    <a:pt x="16768" y="9922"/>
                    <a:pt x="16768" y="9922"/>
                    <a:pt x="16768" y="9922"/>
                  </a:cubicBezTo>
                  <a:cubicBezTo>
                    <a:pt x="16771" y="9900"/>
                    <a:pt x="16775" y="9878"/>
                    <a:pt x="16778" y="9856"/>
                  </a:cubicBezTo>
                  <a:cubicBezTo>
                    <a:pt x="16751" y="9852"/>
                    <a:pt x="16751" y="9852"/>
                    <a:pt x="16751" y="9852"/>
                  </a:cubicBezTo>
                  <a:cubicBezTo>
                    <a:pt x="16748" y="9874"/>
                    <a:pt x="16745" y="9896"/>
                    <a:pt x="16742" y="9918"/>
                  </a:cubicBezTo>
                  <a:close/>
                  <a:moveTo>
                    <a:pt x="16644" y="10442"/>
                  </a:moveTo>
                  <a:cubicBezTo>
                    <a:pt x="16670" y="10447"/>
                    <a:pt x="16670" y="10447"/>
                    <a:pt x="16670" y="10447"/>
                  </a:cubicBezTo>
                  <a:cubicBezTo>
                    <a:pt x="16674" y="10426"/>
                    <a:pt x="16679" y="10404"/>
                    <a:pt x="16684" y="10382"/>
                  </a:cubicBezTo>
                  <a:cubicBezTo>
                    <a:pt x="16658" y="10376"/>
                    <a:pt x="16658" y="10376"/>
                    <a:pt x="16658" y="10376"/>
                  </a:cubicBezTo>
                  <a:cubicBezTo>
                    <a:pt x="16653" y="10398"/>
                    <a:pt x="16648" y="10420"/>
                    <a:pt x="16644" y="10442"/>
                  </a:cubicBezTo>
                  <a:close/>
                  <a:moveTo>
                    <a:pt x="16671" y="10311"/>
                  </a:moveTo>
                  <a:cubicBezTo>
                    <a:pt x="16697" y="10317"/>
                    <a:pt x="16697" y="10317"/>
                    <a:pt x="16697" y="10317"/>
                  </a:cubicBezTo>
                  <a:cubicBezTo>
                    <a:pt x="16702" y="10295"/>
                    <a:pt x="16706" y="10273"/>
                    <a:pt x="16710" y="10251"/>
                  </a:cubicBezTo>
                  <a:cubicBezTo>
                    <a:pt x="16684" y="10246"/>
                    <a:pt x="16684" y="10246"/>
                    <a:pt x="16684" y="10246"/>
                  </a:cubicBezTo>
                  <a:cubicBezTo>
                    <a:pt x="16680" y="10268"/>
                    <a:pt x="16676" y="10289"/>
                    <a:pt x="16671" y="10311"/>
                  </a:cubicBezTo>
                  <a:close/>
                  <a:moveTo>
                    <a:pt x="16697" y="10180"/>
                  </a:moveTo>
                  <a:cubicBezTo>
                    <a:pt x="16723" y="10185"/>
                    <a:pt x="16723" y="10185"/>
                    <a:pt x="16723" y="10185"/>
                  </a:cubicBezTo>
                  <a:cubicBezTo>
                    <a:pt x="16727" y="10163"/>
                    <a:pt x="16731" y="10142"/>
                    <a:pt x="16735" y="10120"/>
                  </a:cubicBezTo>
                  <a:cubicBezTo>
                    <a:pt x="16709" y="10115"/>
                    <a:pt x="16709" y="10115"/>
                    <a:pt x="16709" y="10115"/>
                  </a:cubicBezTo>
                  <a:cubicBezTo>
                    <a:pt x="16705" y="10137"/>
                    <a:pt x="16701" y="10159"/>
                    <a:pt x="16697" y="10180"/>
                  </a:cubicBezTo>
                  <a:close/>
                  <a:moveTo>
                    <a:pt x="16834" y="8990"/>
                  </a:moveTo>
                  <a:cubicBezTo>
                    <a:pt x="16861" y="8991"/>
                    <a:pt x="16861" y="8991"/>
                    <a:pt x="16861" y="8991"/>
                  </a:cubicBezTo>
                  <a:cubicBezTo>
                    <a:pt x="16862" y="8969"/>
                    <a:pt x="16863" y="8947"/>
                    <a:pt x="16863" y="8925"/>
                  </a:cubicBezTo>
                  <a:cubicBezTo>
                    <a:pt x="16837" y="8924"/>
                    <a:pt x="16837" y="8924"/>
                    <a:pt x="16837" y="8924"/>
                  </a:cubicBezTo>
                  <a:cubicBezTo>
                    <a:pt x="16836" y="8946"/>
                    <a:pt x="16835" y="8968"/>
                    <a:pt x="16834" y="8990"/>
                  </a:cubicBezTo>
                  <a:close/>
                  <a:moveTo>
                    <a:pt x="16839" y="8857"/>
                  </a:moveTo>
                  <a:cubicBezTo>
                    <a:pt x="16866" y="8858"/>
                    <a:pt x="16866" y="8858"/>
                    <a:pt x="16866" y="8858"/>
                  </a:cubicBezTo>
                  <a:cubicBezTo>
                    <a:pt x="16866" y="8836"/>
                    <a:pt x="16867" y="8814"/>
                    <a:pt x="16867" y="8791"/>
                  </a:cubicBezTo>
                  <a:cubicBezTo>
                    <a:pt x="16841" y="8791"/>
                    <a:pt x="16841" y="8791"/>
                    <a:pt x="16841" y="8791"/>
                  </a:cubicBezTo>
                  <a:cubicBezTo>
                    <a:pt x="16840" y="8813"/>
                    <a:pt x="16840" y="8835"/>
                    <a:pt x="16839" y="8857"/>
                  </a:cubicBezTo>
                  <a:close/>
                  <a:moveTo>
                    <a:pt x="16842" y="8724"/>
                  </a:moveTo>
                  <a:cubicBezTo>
                    <a:pt x="16869" y="8725"/>
                    <a:pt x="16869" y="8725"/>
                    <a:pt x="16869" y="8725"/>
                  </a:cubicBezTo>
                  <a:cubicBezTo>
                    <a:pt x="16869" y="8702"/>
                    <a:pt x="16869" y="8680"/>
                    <a:pt x="16869" y="8658"/>
                  </a:cubicBezTo>
                  <a:cubicBezTo>
                    <a:pt x="16843" y="8658"/>
                    <a:pt x="16843" y="8658"/>
                    <a:pt x="16843" y="8658"/>
                  </a:cubicBezTo>
                  <a:cubicBezTo>
                    <a:pt x="16842" y="8680"/>
                    <a:pt x="16842" y="8702"/>
                    <a:pt x="16842" y="8724"/>
                  </a:cubicBezTo>
                  <a:close/>
                  <a:moveTo>
                    <a:pt x="15934" y="12440"/>
                  </a:moveTo>
                  <a:cubicBezTo>
                    <a:pt x="15958" y="12452"/>
                    <a:pt x="15958" y="12452"/>
                    <a:pt x="15958" y="12452"/>
                  </a:cubicBezTo>
                  <a:cubicBezTo>
                    <a:pt x="15968" y="12433"/>
                    <a:pt x="15978" y="12413"/>
                    <a:pt x="15988" y="12393"/>
                  </a:cubicBezTo>
                  <a:cubicBezTo>
                    <a:pt x="15964" y="12381"/>
                    <a:pt x="15964" y="12381"/>
                    <a:pt x="15964" y="12381"/>
                  </a:cubicBezTo>
                  <a:cubicBezTo>
                    <a:pt x="15954" y="12401"/>
                    <a:pt x="15944" y="12421"/>
                    <a:pt x="15934" y="12440"/>
                  </a:cubicBezTo>
                  <a:close/>
                  <a:moveTo>
                    <a:pt x="16818" y="9256"/>
                  </a:moveTo>
                  <a:cubicBezTo>
                    <a:pt x="16844" y="9258"/>
                    <a:pt x="16844" y="9258"/>
                    <a:pt x="16844" y="9258"/>
                  </a:cubicBezTo>
                  <a:cubicBezTo>
                    <a:pt x="16846" y="9236"/>
                    <a:pt x="16848" y="9214"/>
                    <a:pt x="16849" y="9191"/>
                  </a:cubicBezTo>
                  <a:cubicBezTo>
                    <a:pt x="16823" y="9190"/>
                    <a:pt x="16823" y="9190"/>
                    <a:pt x="16823" y="9190"/>
                  </a:cubicBezTo>
                  <a:cubicBezTo>
                    <a:pt x="16821" y="9212"/>
                    <a:pt x="16819" y="9234"/>
                    <a:pt x="16818" y="9256"/>
                  </a:cubicBezTo>
                  <a:close/>
                  <a:moveTo>
                    <a:pt x="16827" y="9123"/>
                  </a:moveTo>
                  <a:cubicBezTo>
                    <a:pt x="16854" y="9125"/>
                    <a:pt x="16854" y="9125"/>
                    <a:pt x="16854" y="9125"/>
                  </a:cubicBezTo>
                  <a:cubicBezTo>
                    <a:pt x="16855" y="9103"/>
                    <a:pt x="16856" y="9080"/>
                    <a:pt x="16857" y="9058"/>
                  </a:cubicBezTo>
                  <a:cubicBezTo>
                    <a:pt x="16831" y="9057"/>
                    <a:pt x="16831" y="9057"/>
                    <a:pt x="16831" y="9057"/>
                  </a:cubicBezTo>
                  <a:cubicBezTo>
                    <a:pt x="16829" y="9079"/>
                    <a:pt x="16828" y="9101"/>
                    <a:pt x="16827" y="9123"/>
                  </a:cubicBezTo>
                  <a:close/>
                  <a:moveTo>
                    <a:pt x="16807" y="9389"/>
                  </a:moveTo>
                  <a:cubicBezTo>
                    <a:pt x="16833" y="9391"/>
                    <a:pt x="16833" y="9391"/>
                    <a:pt x="16833" y="9391"/>
                  </a:cubicBezTo>
                  <a:cubicBezTo>
                    <a:pt x="16835" y="9369"/>
                    <a:pt x="16837" y="9347"/>
                    <a:pt x="16839" y="9325"/>
                  </a:cubicBezTo>
                  <a:cubicBezTo>
                    <a:pt x="16812" y="9323"/>
                    <a:pt x="16812" y="9323"/>
                    <a:pt x="16812" y="9323"/>
                  </a:cubicBezTo>
                  <a:cubicBezTo>
                    <a:pt x="16811" y="9345"/>
                    <a:pt x="16809" y="9367"/>
                    <a:pt x="16807" y="9389"/>
                  </a:cubicBezTo>
                  <a:close/>
                  <a:moveTo>
                    <a:pt x="16793" y="9521"/>
                  </a:moveTo>
                  <a:cubicBezTo>
                    <a:pt x="16820" y="9524"/>
                    <a:pt x="16820" y="9524"/>
                    <a:pt x="16820" y="9524"/>
                  </a:cubicBezTo>
                  <a:cubicBezTo>
                    <a:pt x="16822" y="9502"/>
                    <a:pt x="16825" y="9480"/>
                    <a:pt x="16827" y="9458"/>
                  </a:cubicBezTo>
                  <a:cubicBezTo>
                    <a:pt x="16800" y="9455"/>
                    <a:pt x="16800" y="9455"/>
                    <a:pt x="16800" y="9455"/>
                  </a:cubicBezTo>
                  <a:cubicBezTo>
                    <a:pt x="16798" y="9477"/>
                    <a:pt x="16796" y="9499"/>
                    <a:pt x="16793" y="9521"/>
                  </a:cubicBezTo>
                  <a:close/>
                  <a:moveTo>
                    <a:pt x="16614" y="10572"/>
                  </a:moveTo>
                  <a:cubicBezTo>
                    <a:pt x="16640" y="10578"/>
                    <a:pt x="16640" y="10578"/>
                    <a:pt x="16640" y="10578"/>
                  </a:cubicBezTo>
                  <a:cubicBezTo>
                    <a:pt x="16645" y="10556"/>
                    <a:pt x="16650" y="10534"/>
                    <a:pt x="16655" y="10513"/>
                  </a:cubicBezTo>
                  <a:cubicBezTo>
                    <a:pt x="16629" y="10507"/>
                    <a:pt x="16629" y="10507"/>
                    <a:pt x="16629" y="10507"/>
                  </a:cubicBezTo>
                  <a:cubicBezTo>
                    <a:pt x="16624" y="10528"/>
                    <a:pt x="16619" y="10550"/>
                    <a:pt x="16614" y="10572"/>
                  </a:cubicBezTo>
                  <a:close/>
                  <a:moveTo>
                    <a:pt x="16209" y="11836"/>
                  </a:moveTo>
                  <a:cubicBezTo>
                    <a:pt x="16234" y="11846"/>
                    <a:pt x="16234" y="11846"/>
                    <a:pt x="16234" y="11846"/>
                  </a:cubicBezTo>
                  <a:cubicBezTo>
                    <a:pt x="16242" y="11825"/>
                    <a:pt x="16251" y="11805"/>
                    <a:pt x="16259" y="11784"/>
                  </a:cubicBezTo>
                  <a:cubicBezTo>
                    <a:pt x="16234" y="11774"/>
                    <a:pt x="16234" y="11774"/>
                    <a:pt x="16234" y="11774"/>
                  </a:cubicBezTo>
                  <a:cubicBezTo>
                    <a:pt x="16226" y="11795"/>
                    <a:pt x="16218" y="11815"/>
                    <a:pt x="16209" y="11836"/>
                  </a:cubicBezTo>
                  <a:close/>
                  <a:moveTo>
                    <a:pt x="16259" y="11713"/>
                  </a:moveTo>
                  <a:cubicBezTo>
                    <a:pt x="16283" y="11722"/>
                    <a:pt x="16283" y="11722"/>
                    <a:pt x="16283" y="11722"/>
                  </a:cubicBezTo>
                  <a:cubicBezTo>
                    <a:pt x="16292" y="11702"/>
                    <a:pt x="16300" y="11681"/>
                    <a:pt x="16307" y="11660"/>
                  </a:cubicBezTo>
                  <a:cubicBezTo>
                    <a:pt x="16283" y="11651"/>
                    <a:pt x="16283" y="11651"/>
                    <a:pt x="16283" y="11651"/>
                  </a:cubicBezTo>
                  <a:cubicBezTo>
                    <a:pt x="16275" y="11671"/>
                    <a:pt x="16267" y="11692"/>
                    <a:pt x="16259" y="11713"/>
                  </a:cubicBezTo>
                  <a:close/>
                  <a:moveTo>
                    <a:pt x="16306" y="11588"/>
                  </a:moveTo>
                  <a:cubicBezTo>
                    <a:pt x="16331" y="11598"/>
                    <a:pt x="16331" y="11598"/>
                    <a:pt x="16331" y="11598"/>
                  </a:cubicBezTo>
                  <a:cubicBezTo>
                    <a:pt x="16339" y="11577"/>
                    <a:pt x="16346" y="11556"/>
                    <a:pt x="16354" y="11535"/>
                  </a:cubicBezTo>
                  <a:cubicBezTo>
                    <a:pt x="16329" y="11526"/>
                    <a:pt x="16329" y="11526"/>
                    <a:pt x="16329" y="11526"/>
                  </a:cubicBezTo>
                  <a:cubicBezTo>
                    <a:pt x="16321" y="11547"/>
                    <a:pt x="16314" y="11568"/>
                    <a:pt x="16306" y="11588"/>
                  </a:cubicBezTo>
                  <a:close/>
                  <a:moveTo>
                    <a:pt x="16158" y="11958"/>
                  </a:moveTo>
                  <a:cubicBezTo>
                    <a:pt x="16183" y="11969"/>
                    <a:pt x="16183" y="11969"/>
                    <a:pt x="16183" y="11969"/>
                  </a:cubicBezTo>
                  <a:cubicBezTo>
                    <a:pt x="16191" y="11948"/>
                    <a:pt x="16200" y="11928"/>
                    <a:pt x="16209" y="11908"/>
                  </a:cubicBezTo>
                  <a:cubicBezTo>
                    <a:pt x="16184" y="11897"/>
                    <a:pt x="16184" y="11897"/>
                    <a:pt x="16184" y="11897"/>
                  </a:cubicBezTo>
                  <a:cubicBezTo>
                    <a:pt x="16175" y="11918"/>
                    <a:pt x="16167" y="11938"/>
                    <a:pt x="16158" y="11958"/>
                  </a:cubicBezTo>
                  <a:close/>
                  <a:moveTo>
                    <a:pt x="16582" y="10701"/>
                  </a:moveTo>
                  <a:cubicBezTo>
                    <a:pt x="16608" y="10708"/>
                    <a:pt x="16608" y="10708"/>
                    <a:pt x="16608" y="10708"/>
                  </a:cubicBezTo>
                  <a:cubicBezTo>
                    <a:pt x="16614" y="10686"/>
                    <a:pt x="16619" y="10664"/>
                    <a:pt x="16624" y="10643"/>
                  </a:cubicBezTo>
                  <a:cubicBezTo>
                    <a:pt x="16598" y="10636"/>
                    <a:pt x="16598" y="10636"/>
                    <a:pt x="16598" y="10636"/>
                  </a:cubicBezTo>
                  <a:cubicBezTo>
                    <a:pt x="16593" y="10658"/>
                    <a:pt x="16588" y="10679"/>
                    <a:pt x="16582" y="10701"/>
                  </a:cubicBezTo>
                  <a:close/>
                  <a:moveTo>
                    <a:pt x="16050" y="12201"/>
                  </a:moveTo>
                  <a:cubicBezTo>
                    <a:pt x="16074" y="12212"/>
                    <a:pt x="16074" y="12212"/>
                    <a:pt x="16074" y="12212"/>
                  </a:cubicBezTo>
                  <a:cubicBezTo>
                    <a:pt x="16084" y="12192"/>
                    <a:pt x="16093" y="12172"/>
                    <a:pt x="16102" y="12152"/>
                  </a:cubicBezTo>
                  <a:cubicBezTo>
                    <a:pt x="16078" y="12141"/>
                    <a:pt x="16078" y="12141"/>
                    <a:pt x="16078" y="12141"/>
                  </a:cubicBezTo>
                  <a:cubicBezTo>
                    <a:pt x="16069" y="12161"/>
                    <a:pt x="16059" y="12181"/>
                    <a:pt x="16050" y="12201"/>
                  </a:cubicBezTo>
                  <a:close/>
                  <a:moveTo>
                    <a:pt x="16105" y="12080"/>
                  </a:moveTo>
                  <a:cubicBezTo>
                    <a:pt x="16129" y="12091"/>
                    <a:pt x="16129" y="12091"/>
                    <a:pt x="16129" y="12091"/>
                  </a:cubicBezTo>
                  <a:cubicBezTo>
                    <a:pt x="16138" y="12071"/>
                    <a:pt x="16147" y="12050"/>
                    <a:pt x="16156" y="12030"/>
                  </a:cubicBezTo>
                  <a:cubicBezTo>
                    <a:pt x="16132" y="12019"/>
                    <a:pt x="16132" y="12019"/>
                    <a:pt x="16132" y="12019"/>
                  </a:cubicBezTo>
                  <a:cubicBezTo>
                    <a:pt x="16123" y="12040"/>
                    <a:pt x="16114" y="12060"/>
                    <a:pt x="16105" y="12080"/>
                  </a:cubicBezTo>
                  <a:close/>
                  <a:moveTo>
                    <a:pt x="15993" y="12321"/>
                  </a:moveTo>
                  <a:cubicBezTo>
                    <a:pt x="16017" y="12333"/>
                    <a:pt x="16017" y="12333"/>
                    <a:pt x="16017" y="12333"/>
                  </a:cubicBezTo>
                  <a:cubicBezTo>
                    <a:pt x="16027" y="12313"/>
                    <a:pt x="16036" y="12293"/>
                    <a:pt x="16046" y="12273"/>
                  </a:cubicBezTo>
                  <a:cubicBezTo>
                    <a:pt x="16022" y="12261"/>
                    <a:pt x="16022" y="12261"/>
                    <a:pt x="16022" y="12261"/>
                  </a:cubicBezTo>
                  <a:cubicBezTo>
                    <a:pt x="16012" y="12281"/>
                    <a:pt x="16003" y="12301"/>
                    <a:pt x="15993" y="12321"/>
                  </a:cubicBezTo>
                  <a:close/>
                  <a:moveTo>
                    <a:pt x="16513" y="10958"/>
                  </a:moveTo>
                  <a:cubicBezTo>
                    <a:pt x="16539" y="10966"/>
                    <a:pt x="16539" y="10966"/>
                    <a:pt x="16539" y="10966"/>
                  </a:cubicBezTo>
                  <a:cubicBezTo>
                    <a:pt x="16545" y="10944"/>
                    <a:pt x="16551" y="10923"/>
                    <a:pt x="16557" y="10901"/>
                  </a:cubicBezTo>
                  <a:cubicBezTo>
                    <a:pt x="16531" y="10894"/>
                    <a:pt x="16531" y="10894"/>
                    <a:pt x="16531" y="10894"/>
                  </a:cubicBezTo>
                  <a:cubicBezTo>
                    <a:pt x="16525" y="10916"/>
                    <a:pt x="16519" y="10937"/>
                    <a:pt x="16513" y="10958"/>
                  </a:cubicBezTo>
                  <a:close/>
                  <a:moveTo>
                    <a:pt x="16476" y="11086"/>
                  </a:moveTo>
                  <a:cubicBezTo>
                    <a:pt x="16501" y="11093"/>
                    <a:pt x="16501" y="11093"/>
                    <a:pt x="16501" y="11093"/>
                  </a:cubicBezTo>
                  <a:cubicBezTo>
                    <a:pt x="16508" y="11072"/>
                    <a:pt x="16514" y="11051"/>
                    <a:pt x="16520" y="11030"/>
                  </a:cubicBezTo>
                  <a:cubicBezTo>
                    <a:pt x="16495" y="11022"/>
                    <a:pt x="16495" y="11022"/>
                    <a:pt x="16495" y="11022"/>
                  </a:cubicBezTo>
                  <a:cubicBezTo>
                    <a:pt x="16488" y="11043"/>
                    <a:pt x="16482" y="11064"/>
                    <a:pt x="16476" y="11086"/>
                  </a:cubicBezTo>
                  <a:close/>
                  <a:moveTo>
                    <a:pt x="16549" y="10830"/>
                  </a:moveTo>
                  <a:cubicBezTo>
                    <a:pt x="16575" y="10837"/>
                    <a:pt x="16575" y="10837"/>
                    <a:pt x="16575" y="10837"/>
                  </a:cubicBezTo>
                  <a:cubicBezTo>
                    <a:pt x="16580" y="10815"/>
                    <a:pt x="16586" y="10794"/>
                    <a:pt x="16592" y="10772"/>
                  </a:cubicBezTo>
                  <a:cubicBezTo>
                    <a:pt x="16566" y="10766"/>
                    <a:pt x="16566" y="10766"/>
                    <a:pt x="16566" y="10766"/>
                  </a:cubicBezTo>
                  <a:cubicBezTo>
                    <a:pt x="16560" y="10787"/>
                    <a:pt x="16555" y="10808"/>
                    <a:pt x="16549" y="10830"/>
                  </a:cubicBezTo>
                  <a:close/>
                  <a:moveTo>
                    <a:pt x="16351" y="11464"/>
                  </a:moveTo>
                  <a:cubicBezTo>
                    <a:pt x="16377" y="11473"/>
                    <a:pt x="16377" y="11473"/>
                    <a:pt x="16377" y="11473"/>
                  </a:cubicBezTo>
                  <a:cubicBezTo>
                    <a:pt x="16384" y="11452"/>
                    <a:pt x="16391" y="11431"/>
                    <a:pt x="16399" y="11410"/>
                  </a:cubicBezTo>
                  <a:cubicBezTo>
                    <a:pt x="16373" y="11401"/>
                    <a:pt x="16373" y="11401"/>
                    <a:pt x="16373" y="11401"/>
                  </a:cubicBezTo>
                  <a:cubicBezTo>
                    <a:pt x="16366" y="11422"/>
                    <a:pt x="16359" y="11443"/>
                    <a:pt x="16351" y="11464"/>
                  </a:cubicBezTo>
                  <a:close/>
                  <a:moveTo>
                    <a:pt x="16395" y="11338"/>
                  </a:moveTo>
                  <a:cubicBezTo>
                    <a:pt x="16420" y="11347"/>
                    <a:pt x="16420" y="11347"/>
                    <a:pt x="16420" y="11347"/>
                  </a:cubicBezTo>
                  <a:cubicBezTo>
                    <a:pt x="16427" y="11326"/>
                    <a:pt x="16434" y="11305"/>
                    <a:pt x="16441" y="11284"/>
                  </a:cubicBezTo>
                  <a:cubicBezTo>
                    <a:pt x="16416" y="11275"/>
                    <a:pt x="16416" y="11275"/>
                    <a:pt x="16416" y="11275"/>
                  </a:cubicBezTo>
                  <a:cubicBezTo>
                    <a:pt x="16409" y="11296"/>
                    <a:pt x="16402" y="11317"/>
                    <a:pt x="16395" y="11338"/>
                  </a:cubicBezTo>
                  <a:close/>
                  <a:moveTo>
                    <a:pt x="16436" y="11212"/>
                  </a:moveTo>
                  <a:cubicBezTo>
                    <a:pt x="16462" y="11220"/>
                    <a:pt x="16462" y="11220"/>
                    <a:pt x="16462" y="11220"/>
                  </a:cubicBezTo>
                  <a:cubicBezTo>
                    <a:pt x="16468" y="11199"/>
                    <a:pt x="16475" y="11178"/>
                    <a:pt x="16482" y="11157"/>
                  </a:cubicBezTo>
                  <a:cubicBezTo>
                    <a:pt x="16456" y="11149"/>
                    <a:pt x="16456" y="11149"/>
                    <a:pt x="16456" y="11149"/>
                  </a:cubicBezTo>
                  <a:cubicBezTo>
                    <a:pt x="16450" y="11170"/>
                    <a:pt x="16443" y="11191"/>
                    <a:pt x="16436" y="11212"/>
                  </a:cubicBezTo>
                  <a:close/>
                  <a:moveTo>
                    <a:pt x="16792" y="7660"/>
                  </a:moveTo>
                  <a:cubicBezTo>
                    <a:pt x="16819" y="7657"/>
                    <a:pt x="16819" y="7657"/>
                    <a:pt x="16819" y="7657"/>
                  </a:cubicBezTo>
                  <a:cubicBezTo>
                    <a:pt x="16816" y="7635"/>
                    <a:pt x="16814" y="7613"/>
                    <a:pt x="16811" y="7591"/>
                  </a:cubicBezTo>
                  <a:cubicBezTo>
                    <a:pt x="16785" y="7594"/>
                    <a:pt x="16785" y="7594"/>
                    <a:pt x="16785" y="7594"/>
                  </a:cubicBezTo>
                  <a:cubicBezTo>
                    <a:pt x="16787" y="7616"/>
                    <a:pt x="16790" y="7638"/>
                    <a:pt x="16792" y="7660"/>
                  </a:cubicBezTo>
                  <a:close/>
                  <a:moveTo>
                    <a:pt x="14103" y="2279"/>
                  </a:moveTo>
                  <a:cubicBezTo>
                    <a:pt x="14087" y="2264"/>
                    <a:pt x="14070" y="2249"/>
                    <a:pt x="14054" y="2234"/>
                  </a:cubicBezTo>
                  <a:cubicBezTo>
                    <a:pt x="14036" y="2254"/>
                    <a:pt x="14036" y="2254"/>
                    <a:pt x="14036" y="2254"/>
                  </a:cubicBezTo>
                  <a:cubicBezTo>
                    <a:pt x="14052" y="2269"/>
                    <a:pt x="14069" y="2284"/>
                    <a:pt x="14085" y="2299"/>
                  </a:cubicBezTo>
                  <a:lnTo>
                    <a:pt x="14103" y="2279"/>
                  </a:lnTo>
                  <a:close/>
                  <a:moveTo>
                    <a:pt x="14201" y="2370"/>
                  </a:moveTo>
                  <a:cubicBezTo>
                    <a:pt x="14185" y="2355"/>
                    <a:pt x="14168" y="2340"/>
                    <a:pt x="14152" y="2325"/>
                  </a:cubicBezTo>
                  <a:cubicBezTo>
                    <a:pt x="14134" y="2344"/>
                    <a:pt x="14134" y="2344"/>
                    <a:pt x="14134" y="2344"/>
                  </a:cubicBezTo>
                  <a:cubicBezTo>
                    <a:pt x="14150" y="2359"/>
                    <a:pt x="14166" y="2374"/>
                    <a:pt x="14182" y="2390"/>
                  </a:cubicBezTo>
                  <a:lnTo>
                    <a:pt x="14201" y="2370"/>
                  </a:lnTo>
                  <a:close/>
                  <a:moveTo>
                    <a:pt x="14297" y="2463"/>
                  </a:moveTo>
                  <a:cubicBezTo>
                    <a:pt x="14281" y="2448"/>
                    <a:pt x="14265" y="2432"/>
                    <a:pt x="14249" y="2417"/>
                  </a:cubicBezTo>
                  <a:cubicBezTo>
                    <a:pt x="14230" y="2436"/>
                    <a:pt x="14230" y="2436"/>
                    <a:pt x="14230" y="2436"/>
                  </a:cubicBezTo>
                  <a:cubicBezTo>
                    <a:pt x="14246" y="2451"/>
                    <a:pt x="14262" y="2467"/>
                    <a:pt x="14278" y="2482"/>
                  </a:cubicBezTo>
                  <a:lnTo>
                    <a:pt x="14297" y="2463"/>
                  </a:lnTo>
                  <a:close/>
                  <a:moveTo>
                    <a:pt x="14391" y="2558"/>
                  </a:moveTo>
                  <a:cubicBezTo>
                    <a:pt x="14376" y="2542"/>
                    <a:pt x="14360" y="2526"/>
                    <a:pt x="14344" y="2510"/>
                  </a:cubicBezTo>
                  <a:cubicBezTo>
                    <a:pt x="14325" y="2529"/>
                    <a:pt x="14325" y="2529"/>
                    <a:pt x="14325" y="2529"/>
                  </a:cubicBezTo>
                  <a:cubicBezTo>
                    <a:pt x="14341" y="2545"/>
                    <a:pt x="14357" y="2561"/>
                    <a:pt x="14372" y="2576"/>
                  </a:cubicBezTo>
                  <a:lnTo>
                    <a:pt x="14391" y="2558"/>
                  </a:lnTo>
                  <a:close/>
                  <a:moveTo>
                    <a:pt x="13803" y="2014"/>
                  </a:moveTo>
                  <a:cubicBezTo>
                    <a:pt x="13786" y="2000"/>
                    <a:pt x="13769" y="1986"/>
                    <a:pt x="13751" y="1971"/>
                  </a:cubicBezTo>
                  <a:cubicBezTo>
                    <a:pt x="13734" y="1992"/>
                    <a:pt x="13734" y="1992"/>
                    <a:pt x="13734" y="1992"/>
                  </a:cubicBezTo>
                  <a:cubicBezTo>
                    <a:pt x="13751" y="2006"/>
                    <a:pt x="13769" y="2020"/>
                    <a:pt x="13786" y="2035"/>
                  </a:cubicBezTo>
                  <a:lnTo>
                    <a:pt x="13803" y="2014"/>
                  </a:lnTo>
                  <a:close/>
                  <a:moveTo>
                    <a:pt x="13904" y="2101"/>
                  </a:moveTo>
                  <a:cubicBezTo>
                    <a:pt x="13887" y="2086"/>
                    <a:pt x="13871" y="2072"/>
                    <a:pt x="13854" y="2057"/>
                  </a:cubicBezTo>
                  <a:cubicBezTo>
                    <a:pt x="13836" y="2078"/>
                    <a:pt x="13836" y="2078"/>
                    <a:pt x="13836" y="2078"/>
                  </a:cubicBezTo>
                  <a:cubicBezTo>
                    <a:pt x="13853" y="2092"/>
                    <a:pt x="13870" y="2107"/>
                    <a:pt x="13887" y="2121"/>
                  </a:cubicBezTo>
                  <a:lnTo>
                    <a:pt x="13904" y="2101"/>
                  </a:lnTo>
                  <a:close/>
                  <a:moveTo>
                    <a:pt x="14004" y="2189"/>
                  </a:moveTo>
                  <a:cubicBezTo>
                    <a:pt x="13988" y="2174"/>
                    <a:pt x="13971" y="2160"/>
                    <a:pt x="13954" y="2145"/>
                  </a:cubicBezTo>
                  <a:cubicBezTo>
                    <a:pt x="13937" y="2165"/>
                    <a:pt x="13937" y="2165"/>
                    <a:pt x="13937" y="2165"/>
                  </a:cubicBezTo>
                  <a:cubicBezTo>
                    <a:pt x="13953" y="2180"/>
                    <a:pt x="13970" y="2194"/>
                    <a:pt x="13987" y="2209"/>
                  </a:cubicBezTo>
                  <a:lnTo>
                    <a:pt x="14004" y="2189"/>
                  </a:lnTo>
                  <a:close/>
                  <a:moveTo>
                    <a:pt x="14842" y="3051"/>
                  </a:moveTo>
                  <a:cubicBezTo>
                    <a:pt x="14828" y="3034"/>
                    <a:pt x="14813" y="3017"/>
                    <a:pt x="14799" y="3000"/>
                  </a:cubicBezTo>
                  <a:cubicBezTo>
                    <a:pt x="14778" y="3017"/>
                    <a:pt x="14778" y="3017"/>
                    <a:pt x="14778" y="3017"/>
                  </a:cubicBezTo>
                  <a:cubicBezTo>
                    <a:pt x="14793" y="3034"/>
                    <a:pt x="14807" y="3051"/>
                    <a:pt x="14822" y="3068"/>
                  </a:cubicBezTo>
                  <a:lnTo>
                    <a:pt x="14842" y="3051"/>
                  </a:lnTo>
                  <a:close/>
                  <a:moveTo>
                    <a:pt x="13700" y="1929"/>
                  </a:moveTo>
                  <a:cubicBezTo>
                    <a:pt x="13683" y="1915"/>
                    <a:pt x="13665" y="1901"/>
                    <a:pt x="13648" y="1887"/>
                  </a:cubicBezTo>
                  <a:cubicBezTo>
                    <a:pt x="13631" y="1908"/>
                    <a:pt x="13631" y="1908"/>
                    <a:pt x="13631" y="1908"/>
                  </a:cubicBezTo>
                  <a:cubicBezTo>
                    <a:pt x="13649" y="1922"/>
                    <a:pt x="13666" y="1936"/>
                    <a:pt x="13683" y="1950"/>
                  </a:cubicBezTo>
                  <a:lnTo>
                    <a:pt x="13700" y="1929"/>
                  </a:lnTo>
                  <a:close/>
                  <a:moveTo>
                    <a:pt x="14927" y="3154"/>
                  </a:moveTo>
                  <a:cubicBezTo>
                    <a:pt x="14913" y="3137"/>
                    <a:pt x="14899" y="3119"/>
                    <a:pt x="14885" y="3102"/>
                  </a:cubicBezTo>
                  <a:cubicBezTo>
                    <a:pt x="14864" y="3119"/>
                    <a:pt x="14864" y="3119"/>
                    <a:pt x="14864" y="3119"/>
                  </a:cubicBezTo>
                  <a:cubicBezTo>
                    <a:pt x="14879" y="3136"/>
                    <a:pt x="14893" y="3154"/>
                    <a:pt x="14907" y="3171"/>
                  </a:cubicBezTo>
                  <a:lnTo>
                    <a:pt x="14927" y="3154"/>
                  </a:lnTo>
                  <a:close/>
                  <a:moveTo>
                    <a:pt x="15011" y="3258"/>
                  </a:moveTo>
                  <a:cubicBezTo>
                    <a:pt x="14998" y="3240"/>
                    <a:pt x="14984" y="3223"/>
                    <a:pt x="14970" y="3206"/>
                  </a:cubicBezTo>
                  <a:cubicBezTo>
                    <a:pt x="14949" y="3222"/>
                    <a:pt x="14949" y="3222"/>
                    <a:pt x="14949" y="3222"/>
                  </a:cubicBezTo>
                  <a:cubicBezTo>
                    <a:pt x="14963" y="3240"/>
                    <a:pt x="14977" y="3257"/>
                    <a:pt x="14990" y="3274"/>
                  </a:cubicBezTo>
                  <a:lnTo>
                    <a:pt x="15011" y="3258"/>
                  </a:lnTo>
                  <a:close/>
                  <a:moveTo>
                    <a:pt x="14576" y="2751"/>
                  </a:moveTo>
                  <a:cubicBezTo>
                    <a:pt x="14561" y="2734"/>
                    <a:pt x="14546" y="2718"/>
                    <a:pt x="14530" y="2702"/>
                  </a:cubicBezTo>
                  <a:cubicBezTo>
                    <a:pt x="14511" y="2720"/>
                    <a:pt x="14511" y="2720"/>
                    <a:pt x="14511" y="2720"/>
                  </a:cubicBezTo>
                  <a:cubicBezTo>
                    <a:pt x="14526" y="2736"/>
                    <a:pt x="14541" y="2753"/>
                    <a:pt x="14557" y="2769"/>
                  </a:cubicBezTo>
                  <a:lnTo>
                    <a:pt x="14576" y="2751"/>
                  </a:lnTo>
                  <a:close/>
                  <a:moveTo>
                    <a:pt x="14484" y="2653"/>
                  </a:moveTo>
                  <a:cubicBezTo>
                    <a:pt x="14469" y="2637"/>
                    <a:pt x="14454" y="2621"/>
                    <a:pt x="14438" y="2605"/>
                  </a:cubicBezTo>
                  <a:cubicBezTo>
                    <a:pt x="14419" y="2624"/>
                    <a:pt x="14419" y="2624"/>
                    <a:pt x="14419" y="2624"/>
                  </a:cubicBezTo>
                  <a:cubicBezTo>
                    <a:pt x="14434" y="2640"/>
                    <a:pt x="14450" y="2656"/>
                    <a:pt x="14465" y="2672"/>
                  </a:cubicBezTo>
                  <a:lnTo>
                    <a:pt x="14484" y="2653"/>
                  </a:lnTo>
                  <a:close/>
                  <a:moveTo>
                    <a:pt x="14755" y="2950"/>
                  </a:moveTo>
                  <a:cubicBezTo>
                    <a:pt x="14740" y="2933"/>
                    <a:pt x="14726" y="2916"/>
                    <a:pt x="14711" y="2899"/>
                  </a:cubicBezTo>
                  <a:cubicBezTo>
                    <a:pt x="14691" y="2917"/>
                    <a:pt x="14691" y="2917"/>
                    <a:pt x="14691" y="2917"/>
                  </a:cubicBezTo>
                  <a:cubicBezTo>
                    <a:pt x="14705" y="2934"/>
                    <a:pt x="14720" y="2950"/>
                    <a:pt x="14735" y="2967"/>
                  </a:cubicBezTo>
                  <a:lnTo>
                    <a:pt x="14755" y="2950"/>
                  </a:lnTo>
                  <a:close/>
                  <a:moveTo>
                    <a:pt x="14666" y="2849"/>
                  </a:moveTo>
                  <a:cubicBezTo>
                    <a:pt x="14651" y="2833"/>
                    <a:pt x="14636" y="2816"/>
                    <a:pt x="14621" y="2800"/>
                  </a:cubicBezTo>
                  <a:cubicBezTo>
                    <a:pt x="14602" y="2818"/>
                    <a:pt x="14602" y="2818"/>
                    <a:pt x="14602" y="2818"/>
                  </a:cubicBezTo>
                  <a:cubicBezTo>
                    <a:pt x="14617" y="2834"/>
                    <a:pt x="14632" y="2851"/>
                    <a:pt x="14646" y="2867"/>
                  </a:cubicBezTo>
                  <a:lnTo>
                    <a:pt x="14666" y="2849"/>
                  </a:lnTo>
                  <a:close/>
                  <a:moveTo>
                    <a:pt x="12605" y="1169"/>
                  </a:moveTo>
                  <a:cubicBezTo>
                    <a:pt x="12586" y="1158"/>
                    <a:pt x="12566" y="1147"/>
                    <a:pt x="12547" y="1136"/>
                  </a:cubicBezTo>
                  <a:cubicBezTo>
                    <a:pt x="12534" y="1159"/>
                    <a:pt x="12534" y="1159"/>
                    <a:pt x="12534" y="1159"/>
                  </a:cubicBezTo>
                  <a:cubicBezTo>
                    <a:pt x="12553" y="1170"/>
                    <a:pt x="12572" y="1181"/>
                    <a:pt x="12591" y="1193"/>
                  </a:cubicBezTo>
                  <a:lnTo>
                    <a:pt x="12605" y="1169"/>
                  </a:lnTo>
                  <a:close/>
                  <a:moveTo>
                    <a:pt x="12373" y="1039"/>
                  </a:moveTo>
                  <a:cubicBezTo>
                    <a:pt x="12353" y="1028"/>
                    <a:pt x="12334" y="1017"/>
                    <a:pt x="12314" y="1007"/>
                  </a:cubicBezTo>
                  <a:cubicBezTo>
                    <a:pt x="12301" y="1031"/>
                    <a:pt x="12301" y="1031"/>
                    <a:pt x="12301" y="1031"/>
                  </a:cubicBezTo>
                  <a:cubicBezTo>
                    <a:pt x="12321" y="1041"/>
                    <a:pt x="12340" y="1051"/>
                    <a:pt x="12360" y="1062"/>
                  </a:cubicBezTo>
                  <a:lnTo>
                    <a:pt x="12373" y="1039"/>
                  </a:lnTo>
                  <a:close/>
                  <a:moveTo>
                    <a:pt x="12489" y="1103"/>
                  </a:moveTo>
                  <a:cubicBezTo>
                    <a:pt x="12470" y="1092"/>
                    <a:pt x="12451" y="1081"/>
                    <a:pt x="12431" y="1071"/>
                  </a:cubicBezTo>
                  <a:cubicBezTo>
                    <a:pt x="12418" y="1094"/>
                    <a:pt x="12418" y="1094"/>
                    <a:pt x="12418" y="1094"/>
                  </a:cubicBezTo>
                  <a:cubicBezTo>
                    <a:pt x="12438" y="1105"/>
                    <a:pt x="12457" y="1116"/>
                    <a:pt x="12476" y="1126"/>
                  </a:cubicBezTo>
                  <a:lnTo>
                    <a:pt x="12489" y="1103"/>
                  </a:lnTo>
                  <a:close/>
                  <a:moveTo>
                    <a:pt x="15094" y="3363"/>
                  </a:moveTo>
                  <a:cubicBezTo>
                    <a:pt x="15080" y="3346"/>
                    <a:pt x="15066" y="3328"/>
                    <a:pt x="15053" y="3310"/>
                  </a:cubicBezTo>
                  <a:cubicBezTo>
                    <a:pt x="15032" y="3327"/>
                    <a:pt x="15032" y="3327"/>
                    <a:pt x="15032" y="3327"/>
                  </a:cubicBezTo>
                  <a:cubicBezTo>
                    <a:pt x="15045" y="3344"/>
                    <a:pt x="15059" y="3362"/>
                    <a:pt x="15073" y="3380"/>
                  </a:cubicBezTo>
                  <a:lnTo>
                    <a:pt x="15094" y="3363"/>
                  </a:lnTo>
                  <a:close/>
                  <a:moveTo>
                    <a:pt x="12017" y="856"/>
                  </a:moveTo>
                  <a:cubicBezTo>
                    <a:pt x="11997" y="846"/>
                    <a:pt x="11977" y="837"/>
                    <a:pt x="11957" y="827"/>
                  </a:cubicBezTo>
                  <a:cubicBezTo>
                    <a:pt x="11946" y="851"/>
                    <a:pt x="11946" y="851"/>
                    <a:pt x="11946" y="851"/>
                  </a:cubicBezTo>
                  <a:cubicBezTo>
                    <a:pt x="11966" y="861"/>
                    <a:pt x="11986" y="870"/>
                    <a:pt x="12006" y="880"/>
                  </a:cubicBezTo>
                  <a:lnTo>
                    <a:pt x="12017" y="856"/>
                  </a:lnTo>
                  <a:close/>
                  <a:moveTo>
                    <a:pt x="12255" y="976"/>
                  </a:moveTo>
                  <a:cubicBezTo>
                    <a:pt x="12235" y="966"/>
                    <a:pt x="12216" y="955"/>
                    <a:pt x="12196" y="945"/>
                  </a:cubicBezTo>
                  <a:cubicBezTo>
                    <a:pt x="12184" y="969"/>
                    <a:pt x="12184" y="969"/>
                    <a:pt x="12184" y="969"/>
                  </a:cubicBezTo>
                  <a:cubicBezTo>
                    <a:pt x="12203" y="979"/>
                    <a:pt x="12223" y="989"/>
                    <a:pt x="12243" y="1000"/>
                  </a:cubicBezTo>
                  <a:lnTo>
                    <a:pt x="12255" y="976"/>
                  </a:lnTo>
                  <a:close/>
                  <a:moveTo>
                    <a:pt x="12719" y="1238"/>
                  </a:moveTo>
                  <a:cubicBezTo>
                    <a:pt x="12700" y="1226"/>
                    <a:pt x="12681" y="1215"/>
                    <a:pt x="12662" y="1203"/>
                  </a:cubicBezTo>
                  <a:cubicBezTo>
                    <a:pt x="12649" y="1226"/>
                    <a:pt x="12649" y="1226"/>
                    <a:pt x="12649" y="1226"/>
                  </a:cubicBezTo>
                  <a:cubicBezTo>
                    <a:pt x="12668" y="1238"/>
                    <a:pt x="12687" y="1249"/>
                    <a:pt x="12706" y="1261"/>
                  </a:cubicBezTo>
                  <a:lnTo>
                    <a:pt x="12719" y="1238"/>
                  </a:lnTo>
                  <a:close/>
                  <a:moveTo>
                    <a:pt x="12137" y="915"/>
                  </a:moveTo>
                  <a:cubicBezTo>
                    <a:pt x="12117" y="905"/>
                    <a:pt x="12097" y="895"/>
                    <a:pt x="12077" y="885"/>
                  </a:cubicBezTo>
                  <a:cubicBezTo>
                    <a:pt x="12065" y="909"/>
                    <a:pt x="12065" y="909"/>
                    <a:pt x="12065" y="909"/>
                  </a:cubicBezTo>
                  <a:cubicBezTo>
                    <a:pt x="12085" y="919"/>
                    <a:pt x="12105" y="929"/>
                    <a:pt x="12125" y="939"/>
                  </a:cubicBezTo>
                  <a:lnTo>
                    <a:pt x="12137" y="915"/>
                  </a:lnTo>
                  <a:close/>
                  <a:moveTo>
                    <a:pt x="13276" y="1605"/>
                  </a:moveTo>
                  <a:cubicBezTo>
                    <a:pt x="13258" y="1592"/>
                    <a:pt x="13240" y="1579"/>
                    <a:pt x="13222" y="1566"/>
                  </a:cubicBezTo>
                  <a:cubicBezTo>
                    <a:pt x="13206" y="1588"/>
                    <a:pt x="13206" y="1588"/>
                    <a:pt x="13206" y="1588"/>
                  </a:cubicBezTo>
                  <a:cubicBezTo>
                    <a:pt x="13224" y="1601"/>
                    <a:pt x="13242" y="1614"/>
                    <a:pt x="13260" y="1627"/>
                  </a:cubicBezTo>
                  <a:lnTo>
                    <a:pt x="13276" y="1605"/>
                  </a:lnTo>
                  <a:close/>
                  <a:moveTo>
                    <a:pt x="13596" y="1846"/>
                  </a:moveTo>
                  <a:cubicBezTo>
                    <a:pt x="13578" y="1832"/>
                    <a:pt x="13561" y="1818"/>
                    <a:pt x="13543" y="1804"/>
                  </a:cubicBezTo>
                  <a:cubicBezTo>
                    <a:pt x="13527" y="1825"/>
                    <a:pt x="13527" y="1825"/>
                    <a:pt x="13527" y="1825"/>
                  </a:cubicBezTo>
                  <a:cubicBezTo>
                    <a:pt x="13544" y="1839"/>
                    <a:pt x="13562" y="1853"/>
                    <a:pt x="13579" y="1866"/>
                  </a:cubicBezTo>
                  <a:lnTo>
                    <a:pt x="13596" y="1846"/>
                  </a:lnTo>
                  <a:close/>
                  <a:moveTo>
                    <a:pt x="13167" y="1528"/>
                  </a:moveTo>
                  <a:cubicBezTo>
                    <a:pt x="13149" y="1515"/>
                    <a:pt x="13130" y="1503"/>
                    <a:pt x="13112" y="1490"/>
                  </a:cubicBezTo>
                  <a:cubicBezTo>
                    <a:pt x="13097" y="1512"/>
                    <a:pt x="13097" y="1512"/>
                    <a:pt x="13097" y="1512"/>
                  </a:cubicBezTo>
                  <a:cubicBezTo>
                    <a:pt x="13115" y="1525"/>
                    <a:pt x="13133" y="1537"/>
                    <a:pt x="13152" y="1550"/>
                  </a:cubicBezTo>
                  <a:lnTo>
                    <a:pt x="13167" y="1528"/>
                  </a:lnTo>
                  <a:close/>
                  <a:moveTo>
                    <a:pt x="12833" y="1308"/>
                  </a:moveTo>
                  <a:cubicBezTo>
                    <a:pt x="12814" y="1296"/>
                    <a:pt x="12795" y="1284"/>
                    <a:pt x="12776" y="1272"/>
                  </a:cubicBezTo>
                  <a:cubicBezTo>
                    <a:pt x="12762" y="1295"/>
                    <a:pt x="12762" y="1295"/>
                    <a:pt x="12762" y="1295"/>
                  </a:cubicBezTo>
                  <a:cubicBezTo>
                    <a:pt x="12781" y="1307"/>
                    <a:pt x="12800" y="1318"/>
                    <a:pt x="12819" y="1330"/>
                  </a:cubicBezTo>
                  <a:lnTo>
                    <a:pt x="12833" y="1308"/>
                  </a:lnTo>
                  <a:close/>
                  <a:moveTo>
                    <a:pt x="13384" y="1683"/>
                  </a:moveTo>
                  <a:cubicBezTo>
                    <a:pt x="13366" y="1670"/>
                    <a:pt x="13348" y="1657"/>
                    <a:pt x="13330" y="1644"/>
                  </a:cubicBezTo>
                  <a:cubicBezTo>
                    <a:pt x="13314" y="1665"/>
                    <a:pt x="13314" y="1665"/>
                    <a:pt x="13314" y="1665"/>
                  </a:cubicBezTo>
                  <a:cubicBezTo>
                    <a:pt x="13332" y="1679"/>
                    <a:pt x="13350" y="1692"/>
                    <a:pt x="13368" y="1705"/>
                  </a:cubicBezTo>
                  <a:lnTo>
                    <a:pt x="13384" y="1683"/>
                  </a:lnTo>
                  <a:close/>
                  <a:moveTo>
                    <a:pt x="13057" y="1453"/>
                  </a:moveTo>
                  <a:cubicBezTo>
                    <a:pt x="13038" y="1440"/>
                    <a:pt x="13020" y="1428"/>
                    <a:pt x="13001" y="1416"/>
                  </a:cubicBezTo>
                  <a:cubicBezTo>
                    <a:pt x="12986" y="1438"/>
                    <a:pt x="12986" y="1438"/>
                    <a:pt x="12986" y="1438"/>
                  </a:cubicBezTo>
                  <a:cubicBezTo>
                    <a:pt x="13005" y="1450"/>
                    <a:pt x="13023" y="1463"/>
                    <a:pt x="13042" y="1475"/>
                  </a:cubicBezTo>
                  <a:lnTo>
                    <a:pt x="13057" y="1453"/>
                  </a:lnTo>
                  <a:close/>
                  <a:moveTo>
                    <a:pt x="12945" y="1379"/>
                  </a:moveTo>
                  <a:cubicBezTo>
                    <a:pt x="12927" y="1367"/>
                    <a:pt x="12908" y="1355"/>
                    <a:pt x="12889" y="1343"/>
                  </a:cubicBezTo>
                  <a:cubicBezTo>
                    <a:pt x="12875" y="1366"/>
                    <a:pt x="12875" y="1366"/>
                    <a:pt x="12875" y="1366"/>
                  </a:cubicBezTo>
                  <a:cubicBezTo>
                    <a:pt x="12894" y="1378"/>
                    <a:pt x="12912" y="1390"/>
                    <a:pt x="12931" y="1402"/>
                  </a:cubicBezTo>
                  <a:lnTo>
                    <a:pt x="12945" y="1379"/>
                  </a:lnTo>
                  <a:close/>
                  <a:moveTo>
                    <a:pt x="16008" y="4841"/>
                  </a:moveTo>
                  <a:cubicBezTo>
                    <a:pt x="15998" y="4821"/>
                    <a:pt x="15988" y="4801"/>
                    <a:pt x="15978" y="4781"/>
                  </a:cubicBezTo>
                  <a:cubicBezTo>
                    <a:pt x="15954" y="4793"/>
                    <a:pt x="15954" y="4793"/>
                    <a:pt x="15954" y="4793"/>
                  </a:cubicBezTo>
                  <a:cubicBezTo>
                    <a:pt x="15964" y="4813"/>
                    <a:pt x="15974" y="4832"/>
                    <a:pt x="15984" y="4853"/>
                  </a:cubicBezTo>
                  <a:lnTo>
                    <a:pt x="16008" y="4841"/>
                  </a:lnTo>
                  <a:close/>
                  <a:moveTo>
                    <a:pt x="16346" y="5715"/>
                  </a:moveTo>
                  <a:cubicBezTo>
                    <a:pt x="16371" y="5706"/>
                    <a:pt x="16371" y="5706"/>
                    <a:pt x="16371" y="5706"/>
                  </a:cubicBezTo>
                  <a:cubicBezTo>
                    <a:pt x="16364" y="5685"/>
                    <a:pt x="16356" y="5664"/>
                    <a:pt x="16349" y="5643"/>
                  </a:cubicBezTo>
                  <a:cubicBezTo>
                    <a:pt x="16324" y="5652"/>
                    <a:pt x="16324" y="5652"/>
                    <a:pt x="16324" y="5652"/>
                  </a:cubicBezTo>
                  <a:cubicBezTo>
                    <a:pt x="16331" y="5673"/>
                    <a:pt x="16339" y="5694"/>
                    <a:pt x="16346" y="5715"/>
                  </a:cubicBezTo>
                  <a:close/>
                  <a:moveTo>
                    <a:pt x="16300" y="5589"/>
                  </a:moveTo>
                  <a:cubicBezTo>
                    <a:pt x="16325" y="5580"/>
                    <a:pt x="16325" y="5580"/>
                    <a:pt x="16325" y="5580"/>
                  </a:cubicBezTo>
                  <a:cubicBezTo>
                    <a:pt x="16317" y="5559"/>
                    <a:pt x="16310" y="5538"/>
                    <a:pt x="16302" y="5517"/>
                  </a:cubicBezTo>
                  <a:cubicBezTo>
                    <a:pt x="16277" y="5527"/>
                    <a:pt x="16277" y="5527"/>
                    <a:pt x="16277" y="5527"/>
                  </a:cubicBezTo>
                  <a:cubicBezTo>
                    <a:pt x="16285" y="5547"/>
                    <a:pt x="16292" y="5568"/>
                    <a:pt x="16300" y="5589"/>
                  </a:cubicBezTo>
                  <a:close/>
                  <a:moveTo>
                    <a:pt x="16432" y="5968"/>
                  </a:moveTo>
                  <a:cubicBezTo>
                    <a:pt x="16458" y="5960"/>
                    <a:pt x="16458" y="5960"/>
                    <a:pt x="16458" y="5960"/>
                  </a:cubicBezTo>
                  <a:cubicBezTo>
                    <a:pt x="16451" y="5939"/>
                    <a:pt x="16444" y="5917"/>
                    <a:pt x="16437" y="5896"/>
                  </a:cubicBezTo>
                  <a:cubicBezTo>
                    <a:pt x="16412" y="5905"/>
                    <a:pt x="16412" y="5905"/>
                    <a:pt x="16412" y="5905"/>
                  </a:cubicBezTo>
                  <a:cubicBezTo>
                    <a:pt x="16419" y="5926"/>
                    <a:pt x="16425" y="5947"/>
                    <a:pt x="16432" y="5968"/>
                  </a:cubicBezTo>
                  <a:close/>
                  <a:moveTo>
                    <a:pt x="16390" y="5841"/>
                  </a:moveTo>
                  <a:cubicBezTo>
                    <a:pt x="16416" y="5833"/>
                    <a:pt x="16416" y="5833"/>
                    <a:pt x="16416" y="5833"/>
                  </a:cubicBezTo>
                  <a:cubicBezTo>
                    <a:pt x="16408" y="5811"/>
                    <a:pt x="16401" y="5790"/>
                    <a:pt x="16394" y="5769"/>
                  </a:cubicBezTo>
                  <a:cubicBezTo>
                    <a:pt x="16369" y="5778"/>
                    <a:pt x="16369" y="5778"/>
                    <a:pt x="16369" y="5778"/>
                  </a:cubicBezTo>
                  <a:cubicBezTo>
                    <a:pt x="16376" y="5799"/>
                    <a:pt x="16383" y="5820"/>
                    <a:pt x="16390" y="5841"/>
                  </a:cubicBezTo>
                  <a:close/>
                  <a:moveTo>
                    <a:pt x="16277" y="5455"/>
                  </a:moveTo>
                  <a:cubicBezTo>
                    <a:pt x="16269" y="5434"/>
                    <a:pt x="16261" y="5413"/>
                    <a:pt x="16253" y="5392"/>
                  </a:cubicBezTo>
                  <a:cubicBezTo>
                    <a:pt x="16228" y="5402"/>
                    <a:pt x="16228" y="5402"/>
                    <a:pt x="16228" y="5402"/>
                  </a:cubicBezTo>
                  <a:cubicBezTo>
                    <a:pt x="16236" y="5423"/>
                    <a:pt x="16244" y="5444"/>
                    <a:pt x="16252" y="5464"/>
                  </a:cubicBezTo>
                  <a:lnTo>
                    <a:pt x="16277" y="5455"/>
                  </a:lnTo>
                  <a:close/>
                  <a:moveTo>
                    <a:pt x="16175" y="5206"/>
                  </a:moveTo>
                  <a:cubicBezTo>
                    <a:pt x="16166" y="5186"/>
                    <a:pt x="16158" y="5165"/>
                    <a:pt x="16149" y="5145"/>
                  </a:cubicBezTo>
                  <a:cubicBezTo>
                    <a:pt x="16124" y="5156"/>
                    <a:pt x="16124" y="5156"/>
                    <a:pt x="16124" y="5156"/>
                  </a:cubicBezTo>
                  <a:cubicBezTo>
                    <a:pt x="16133" y="5176"/>
                    <a:pt x="16142" y="5197"/>
                    <a:pt x="16151" y="5217"/>
                  </a:cubicBezTo>
                  <a:lnTo>
                    <a:pt x="16175" y="5206"/>
                  </a:lnTo>
                  <a:close/>
                  <a:moveTo>
                    <a:pt x="16227" y="5330"/>
                  </a:moveTo>
                  <a:cubicBezTo>
                    <a:pt x="16219" y="5309"/>
                    <a:pt x="16210" y="5289"/>
                    <a:pt x="16202" y="5268"/>
                  </a:cubicBezTo>
                  <a:cubicBezTo>
                    <a:pt x="16177" y="5279"/>
                    <a:pt x="16177" y="5279"/>
                    <a:pt x="16177" y="5279"/>
                  </a:cubicBezTo>
                  <a:cubicBezTo>
                    <a:pt x="16186" y="5299"/>
                    <a:pt x="16194" y="5320"/>
                    <a:pt x="16203" y="5340"/>
                  </a:cubicBezTo>
                  <a:lnTo>
                    <a:pt x="16227" y="5330"/>
                  </a:lnTo>
                  <a:close/>
                  <a:moveTo>
                    <a:pt x="16472" y="6096"/>
                  </a:moveTo>
                  <a:cubicBezTo>
                    <a:pt x="16498" y="6088"/>
                    <a:pt x="16498" y="6088"/>
                    <a:pt x="16498" y="6088"/>
                  </a:cubicBezTo>
                  <a:cubicBezTo>
                    <a:pt x="16491" y="6067"/>
                    <a:pt x="16485" y="6045"/>
                    <a:pt x="16478" y="6024"/>
                  </a:cubicBezTo>
                  <a:cubicBezTo>
                    <a:pt x="16453" y="6032"/>
                    <a:pt x="16453" y="6032"/>
                    <a:pt x="16453" y="6032"/>
                  </a:cubicBezTo>
                  <a:cubicBezTo>
                    <a:pt x="16459" y="6053"/>
                    <a:pt x="16466" y="6075"/>
                    <a:pt x="16472" y="6096"/>
                  </a:cubicBezTo>
                  <a:close/>
                  <a:moveTo>
                    <a:pt x="16611" y="6610"/>
                  </a:moveTo>
                  <a:cubicBezTo>
                    <a:pt x="16637" y="6604"/>
                    <a:pt x="16637" y="6604"/>
                    <a:pt x="16637" y="6604"/>
                  </a:cubicBezTo>
                  <a:cubicBezTo>
                    <a:pt x="16632" y="6582"/>
                    <a:pt x="16627" y="6561"/>
                    <a:pt x="16622" y="6539"/>
                  </a:cubicBezTo>
                  <a:cubicBezTo>
                    <a:pt x="16596" y="6546"/>
                    <a:pt x="16596" y="6546"/>
                    <a:pt x="16596" y="6546"/>
                  </a:cubicBezTo>
                  <a:cubicBezTo>
                    <a:pt x="16601" y="6567"/>
                    <a:pt x="16606" y="6589"/>
                    <a:pt x="16611" y="6610"/>
                  </a:cubicBezTo>
                  <a:close/>
                  <a:moveTo>
                    <a:pt x="16641" y="6740"/>
                  </a:moveTo>
                  <a:cubicBezTo>
                    <a:pt x="16667" y="6734"/>
                    <a:pt x="16667" y="6734"/>
                    <a:pt x="16667" y="6734"/>
                  </a:cubicBezTo>
                  <a:cubicBezTo>
                    <a:pt x="16663" y="6713"/>
                    <a:pt x="16658" y="6691"/>
                    <a:pt x="16653" y="6669"/>
                  </a:cubicBezTo>
                  <a:cubicBezTo>
                    <a:pt x="16627" y="6675"/>
                    <a:pt x="16627" y="6675"/>
                    <a:pt x="16627" y="6675"/>
                  </a:cubicBezTo>
                  <a:cubicBezTo>
                    <a:pt x="16632" y="6697"/>
                    <a:pt x="16636" y="6718"/>
                    <a:pt x="16641" y="6740"/>
                  </a:cubicBezTo>
                  <a:close/>
                  <a:moveTo>
                    <a:pt x="16580" y="6481"/>
                  </a:moveTo>
                  <a:cubicBezTo>
                    <a:pt x="16606" y="6474"/>
                    <a:pt x="16606" y="6474"/>
                    <a:pt x="16606" y="6474"/>
                  </a:cubicBezTo>
                  <a:cubicBezTo>
                    <a:pt x="16600" y="6453"/>
                    <a:pt x="16595" y="6431"/>
                    <a:pt x="16589" y="6410"/>
                  </a:cubicBezTo>
                  <a:cubicBezTo>
                    <a:pt x="16563" y="6416"/>
                    <a:pt x="16563" y="6416"/>
                    <a:pt x="16563" y="6416"/>
                  </a:cubicBezTo>
                  <a:cubicBezTo>
                    <a:pt x="16569" y="6438"/>
                    <a:pt x="16574" y="6459"/>
                    <a:pt x="16580" y="6481"/>
                  </a:cubicBezTo>
                  <a:close/>
                  <a:moveTo>
                    <a:pt x="15174" y="3470"/>
                  </a:moveTo>
                  <a:cubicBezTo>
                    <a:pt x="15161" y="3452"/>
                    <a:pt x="15148" y="3434"/>
                    <a:pt x="15134" y="3416"/>
                  </a:cubicBezTo>
                  <a:cubicBezTo>
                    <a:pt x="15113" y="3433"/>
                    <a:pt x="15113" y="3433"/>
                    <a:pt x="15113" y="3433"/>
                  </a:cubicBezTo>
                  <a:cubicBezTo>
                    <a:pt x="15126" y="3450"/>
                    <a:pt x="15140" y="3468"/>
                    <a:pt x="15153" y="3486"/>
                  </a:cubicBezTo>
                  <a:lnTo>
                    <a:pt x="15174" y="3470"/>
                  </a:lnTo>
                  <a:close/>
                  <a:moveTo>
                    <a:pt x="16121" y="5084"/>
                  </a:moveTo>
                  <a:cubicBezTo>
                    <a:pt x="16112" y="5063"/>
                    <a:pt x="16103" y="5043"/>
                    <a:pt x="16094" y="5023"/>
                  </a:cubicBezTo>
                  <a:cubicBezTo>
                    <a:pt x="16069" y="5034"/>
                    <a:pt x="16069" y="5034"/>
                    <a:pt x="16069" y="5034"/>
                  </a:cubicBezTo>
                  <a:cubicBezTo>
                    <a:pt x="16079" y="5054"/>
                    <a:pt x="16088" y="5074"/>
                    <a:pt x="16097" y="5095"/>
                  </a:cubicBezTo>
                  <a:lnTo>
                    <a:pt x="16121" y="5084"/>
                  </a:lnTo>
                  <a:close/>
                  <a:moveTo>
                    <a:pt x="16546" y="6352"/>
                  </a:moveTo>
                  <a:cubicBezTo>
                    <a:pt x="16572" y="6345"/>
                    <a:pt x="16572" y="6345"/>
                    <a:pt x="16572" y="6345"/>
                  </a:cubicBezTo>
                  <a:cubicBezTo>
                    <a:pt x="16566" y="6324"/>
                    <a:pt x="16560" y="6302"/>
                    <a:pt x="16554" y="6281"/>
                  </a:cubicBezTo>
                  <a:cubicBezTo>
                    <a:pt x="16528" y="6288"/>
                    <a:pt x="16528" y="6288"/>
                    <a:pt x="16528" y="6288"/>
                  </a:cubicBezTo>
                  <a:cubicBezTo>
                    <a:pt x="16534" y="6309"/>
                    <a:pt x="16540" y="6331"/>
                    <a:pt x="16546" y="6352"/>
                  </a:cubicBezTo>
                  <a:close/>
                  <a:moveTo>
                    <a:pt x="16510" y="6224"/>
                  </a:moveTo>
                  <a:cubicBezTo>
                    <a:pt x="16536" y="6216"/>
                    <a:pt x="16536" y="6216"/>
                    <a:pt x="16536" y="6216"/>
                  </a:cubicBezTo>
                  <a:cubicBezTo>
                    <a:pt x="16530" y="6195"/>
                    <a:pt x="16523" y="6173"/>
                    <a:pt x="16517" y="6152"/>
                  </a:cubicBezTo>
                  <a:cubicBezTo>
                    <a:pt x="16491" y="6160"/>
                    <a:pt x="16491" y="6160"/>
                    <a:pt x="16491" y="6160"/>
                  </a:cubicBezTo>
                  <a:cubicBezTo>
                    <a:pt x="16498" y="6181"/>
                    <a:pt x="16504" y="6202"/>
                    <a:pt x="16510" y="6224"/>
                  </a:cubicBezTo>
                  <a:close/>
                  <a:moveTo>
                    <a:pt x="15553" y="4022"/>
                  </a:moveTo>
                  <a:cubicBezTo>
                    <a:pt x="15541" y="4003"/>
                    <a:pt x="15529" y="3984"/>
                    <a:pt x="15517" y="3965"/>
                  </a:cubicBezTo>
                  <a:cubicBezTo>
                    <a:pt x="15494" y="3980"/>
                    <a:pt x="15494" y="3980"/>
                    <a:pt x="15494" y="3980"/>
                  </a:cubicBezTo>
                  <a:cubicBezTo>
                    <a:pt x="15506" y="3998"/>
                    <a:pt x="15518" y="4017"/>
                    <a:pt x="15530" y="4036"/>
                  </a:cubicBezTo>
                  <a:lnTo>
                    <a:pt x="15553" y="4022"/>
                  </a:lnTo>
                  <a:close/>
                  <a:moveTo>
                    <a:pt x="15623" y="4136"/>
                  </a:moveTo>
                  <a:cubicBezTo>
                    <a:pt x="15611" y="4117"/>
                    <a:pt x="15600" y="4098"/>
                    <a:pt x="15588" y="4079"/>
                  </a:cubicBezTo>
                  <a:cubicBezTo>
                    <a:pt x="15565" y="4093"/>
                    <a:pt x="15565" y="4093"/>
                    <a:pt x="15565" y="4093"/>
                  </a:cubicBezTo>
                  <a:cubicBezTo>
                    <a:pt x="15577" y="4112"/>
                    <a:pt x="15589" y="4130"/>
                    <a:pt x="15600" y="4150"/>
                  </a:cubicBezTo>
                  <a:lnTo>
                    <a:pt x="15623" y="4136"/>
                  </a:lnTo>
                  <a:close/>
                  <a:moveTo>
                    <a:pt x="15406" y="3798"/>
                  </a:moveTo>
                  <a:cubicBezTo>
                    <a:pt x="15394" y="3779"/>
                    <a:pt x="15381" y="3761"/>
                    <a:pt x="15369" y="3742"/>
                  </a:cubicBezTo>
                  <a:cubicBezTo>
                    <a:pt x="15347" y="3757"/>
                    <a:pt x="15347" y="3757"/>
                    <a:pt x="15347" y="3757"/>
                  </a:cubicBezTo>
                  <a:cubicBezTo>
                    <a:pt x="15359" y="3776"/>
                    <a:pt x="15372" y="3794"/>
                    <a:pt x="15384" y="3812"/>
                  </a:cubicBezTo>
                  <a:lnTo>
                    <a:pt x="15406" y="3798"/>
                  </a:lnTo>
                  <a:close/>
                  <a:moveTo>
                    <a:pt x="15692" y="4251"/>
                  </a:moveTo>
                  <a:cubicBezTo>
                    <a:pt x="15680" y="4231"/>
                    <a:pt x="15669" y="4212"/>
                    <a:pt x="15658" y="4193"/>
                  </a:cubicBezTo>
                  <a:cubicBezTo>
                    <a:pt x="15635" y="4207"/>
                    <a:pt x="15635" y="4207"/>
                    <a:pt x="15635" y="4207"/>
                  </a:cubicBezTo>
                  <a:cubicBezTo>
                    <a:pt x="15646" y="4226"/>
                    <a:pt x="15657" y="4245"/>
                    <a:pt x="15669" y="4264"/>
                  </a:cubicBezTo>
                  <a:lnTo>
                    <a:pt x="15692" y="4251"/>
                  </a:lnTo>
                  <a:close/>
                  <a:moveTo>
                    <a:pt x="16066" y="4962"/>
                  </a:moveTo>
                  <a:cubicBezTo>
                    <a:pt x="16056" y="4942"/>
                    <a:pt x="16047" y="4921"/>
                    <a:pt x="16037" y="4901"/>
                  </a:cubicBezTo>
                  <a:cubicBezTo>
                    <a:pt x="16013" y="4913"/>
                    <a:pt x="16013" y="4913"/>
                    <a:pt x="16013" y="4913"/>
                  </a:cubicBezTo>
                  <a:cubicBezTo>
                    <a:pt x="16022" y="4933"/>
                    <a:pt x="16032" y="4953"/>
                    <a:pt x="16041" y="4973"/>
                  </a:cubicBezTo>
                  <a:lnTo>
                    <a:pt x="16066" y="4962"/>
                  </a:lnTo>
                  <a:close/>
                  <a:moveTo>
                    <a:pt x="15331" y="3687"/>
                  </a:moveTo>
                  <a:cubicBezTo>
                    <a:pt x="15318" y="3669"/>
                    <a:pt x="15305" y="3651"/>
                    <a:pt x="15292" y="3632"/>
                  </a:cubicBezTo>
                  <a:cubicBezTo>
                    <a:pt x="15271" y="3648"/>
                    <a:pt x="15271" y="3648"/>
                    <a:pt x="15271" y="3648"/>
                  </a:cubicBezTo>
                  <a:cubicBezTo>
                    <a:pt x="15283" y="3666"/>
                    <a:pt x="15296" y="3684"/>
                    <a:pt x="15309" y="3702"/>
                  </a:cubicBezTo>
                  <a:lnTo>
                    <a:pt x="15331" y="3687"/>
                  </a:lnTo>
                  <a:close/>
                  <a:moveTo>
                    <a:pt x="15253" y="3578"/>
                  </a:moveTo>
                  <a:cubicBezTo>
                    <a:pt x="15240" y="3560"/>
                    <a:pt x="15227" y="3542"/>
                    <a:pt x="15214" y="3524"/>
                  </a:cubicBezTo>
                  <a:cubicBezTo>
                    <a:pt x="15193" y="3540"/>
                    <a:pt x="15193" y="3540"/>
                    <a:pt x="15193" y="3540"/>
                  </a:cubicBezTo>
                  <a:cubicBezTo>
                    <a:pt x="15206" y="3558"/>
                    <a:pt x="15219" y="3576"/>
                    <a:pt x="15232" y="3594"/>
                  </a:cubicBezTo>
                  <a:lnTo>
                    <a:pt x="15253" y="3578"/>
                  </a:lnTo>
                  <a:close/>
                  <a:moveTo>
                    <a:pt x="15480" y="3909"/>
                  </a:moveTo>
                  <a:cubicBezTo>
                    <a:pt x="15468" y="3890"/>
                    <a:pt x="15456" y="3872"/>
                    <a:pt x="15444" y="3853"/>
                  </a:cubicBezTo>
                  <a:cubicBezTo>
                    <a:pt x="15421" y="3868"/>
                    <a:pt x="15421" y="3868"/>
                    <a:pt x="15421" y="3868"/>
                  </a:cubicBezTo>
                  <a:cubicBezTo>
                    <a:pt x="15434" y="3886"/>
                    <a:pt x="15446" y="3905"/>
                    <a:pt x="15458" y="3924"/>
                  </a:cubicBezTo>
                  <a:lnTo>
                    <a:pt x="15480" y="3909"/>
                  </a:lnTo>
                  <a:close/>
                  <a:moveTo>
                    <a:pt x="16669" y="6871"/>
                  </a:moveTo>
                  <a:cubicBezTo>
                    <a:pt x="16695" y="6865"/>
                    <a:pt x="16695" y="6865"/>
                    <a:pt x="16695" y="6865"/>
                  </a:cubicBezTo>
                  <a:cubicBezTo>
                    <a:pt x="16691" y="6843"/>
                    <a:pt x="16686" y="6822"/>
                    <a:pt x="16681" y="6800"/>
                  </a:cubicBezTo>
                  <a:cubicBezTo>
                    <a:pt x="16655" y="6805"/>
                    <a:pt x="16655" y="6805"/>
                    <a:pt x="16655" y="6805"/>
                  </a:cubicBezTo>
                  <a:cubicBezTo>
                    <a:pt x="16660" y="6827"/>
                    <a:pt x="16664" y="6849"/>
                    <a:pt x="16669" y="6871"/>
                  </a:cubicBezTo>
                  <a:close/>
                  <a:moveTo>
                    <a:pt x="15887" y="4602"/>
                  </a:moveTo>
                  <a:cubicBezTo>
                    <a:pt x="15877" y="4582"/>
                    <a:pt x="15866" y="4562"/>
                    <a:pt x="15856" y="4543"/>
                  </a:cubicBezTo>
                  <a:cubicBezTo>
                    <a:pt x="15832" y="4555"/>
                    <a:pt x="15832" y="4555"/>
                    <a:pt x="15832" y="4555"/>
                  </a:cubicBezTo>
                  <a:cubicBezTo>
                    <a:pt x="15843" y="4575"/>
                    <a:pt x="15853" y="4594"/>
                    <a:pt x="15863" y="4614"/>
                  </a:cubicBezTo>
                  <a:lnTo>
                    <a:pt x="15887" y="4602"/>
                  </a:lnTo>
                  <a:close/>
                  <a:moveTo>
                    <a:pt x="15824" y="4484"/>
                  </a:moveTo>
                  <a:cubicBezTo>
                    <a:pt x="15813" y="4464"/>
                    <a:pt x="15802" y="4444"/>
                    <a:pt x="15791" y="4425"/>
                  </a:cubicBezTo>
                  <a:cubicBezTo>
                    <a:pt x="15768" y="4438"/>
                    <a:pt x="15768" y="4438"/>
                    <a:pt x="15768" y="4438"/>
                  </a:cubicBezTo>
                  <a:cubicBezTo>
                    <a:pt x="15779" y="4457"/>
                    <a:pt x="15790" y="4477"/>
                    <a:pt x="15800" y="4496"/>
                  </a:cubicBezTo>
                  <a:lnTo>
                    <a:pt x="15824" y="4484"/>
                  </a:lnTo>
                  <a:close/>
                  <a:moveTo>
                    <a:pt x="15759" y="4367"/>
                  </a:moveTo>
                  <a:cubicBezTo>
                    <a:pt x="15748" y="4347"/>
                    <a:pt x="15737" y="4328"/>
                    <a:pt x="15725" y="4308"/>
                  </a:cubicBezTo>
                  <a:cubicBezTo>
                    <a:pt x="15702" y="4322"/>
                    <a:pt x="15702" y="4322"/>
                    <a:pt x="15702" y="4322"/>
                  </a:cubicBezTo>
                  <a:cubicBezTo>
                    <a:pt x="15713" y="4341"/>
                    <a:pt x="15724" y="4360"/>
                    <a:pt x="15735" y="4380"/>
                  </a:cubicBezTo>
                  <a:lnTo>
                    <a:pt x="15759" y="4367"/>
                  </a:lnTo>
                  <a:close/>
                  <a:moveTo>
                    <a:pt x="15948" y="4721"/>
                  </a:moveTo>
                  <a:cubicBezTo>
                    <a:pt x="15938" y="4701"/>
                    <a:pt x="15928" y="4681"/>
                    <a:pt x="15918" y="4661"/>
                  </a:cubicBezTo>
                  <a:cubicBezTo>
                    <a:pt x="15894" y="4673"/>
                    <a:pt x="15894" y="4673"/>
                    <a:pt x="15894" y="4673"/>
                  </a:cubicBezTo>
                  <a:cubicBezTo>
                    <a:pt x="15904" y="4693"/>
                    <a:pt x="15914" y="4713"/>
                    <a:pt x="15925" y="4733"/>
                  </a:cubicBezTo>
                  <a:lnTo>
                    <a:pt x="15948" y="4721"/>
                  </a:lnTo>
                  <a:close/>
                  <a:moveTo>
                    <a:pt x="938" y="4163"/>
                  </a:moveTo>
                  <a:cubicBezTo>
                    <a:pt x="915" y="4149"/>
                    <a:pt x="915" y="4149"/>
                    <a:pt x="915" y="4149"/>
                  </a:cubicBezTo>
                  <a:cubicBezTo>
                    <a:pt x="910" y="4158"/>
                    <a:pt x="904" y="4168"/>
                    <a:pt x="898" y="4177"/>
                  </a:cubicBezTo>
                  <a:cubicBezTo>
                    <a:pt x="921" y="4191"/>
                    <a:pt x="921" y="4191"/>
                    <a:pt x="921" y="4191"/>
                  </a:cubicBezTo>
                  <a:cubicBezTo>
                    <a:pt x="927" y="4182"/>
                    <a:pt x="932" y="4172"/>
                    <a:pt x="938" y="4163"/>
                  </a:cubicBezTo>
                  <a:close/>
                  <a:moveTo>
                    <a:pt x="11240" y="1810"/>
                  </a:moveTo>
                  <a:cubicBezTo>
                    <a:pt x="11249" y="1814"/>
                    <a:pt x="11258" y="1818"/>
                    <a:pt x="11267" y="1822"/>
                  </a:cubicBezTo>
                  <a:cubicBezTo>
                    <a:pt x="11277" y="1801"/>
                    <a:pt x="11277" y="1801"/>
                    <a:pt x="11277" y="1801"/>
                  </a:cubicBezTo>
                  <a:cubicBezTo>
                    <a:pt x="11268" y="1797"/>
                    <a:pt x="11259" y="1793"/>
                    <a:pt x="11250" y="1789"/>
                  </a:cubicBezTo>
                  <a:lnTo>
                    <a:pt x="11240" y="1810"/>
                  </a:lnTo>
                  <a:close/>
                  <a:moveTo>
                    <a:pt x="3461" y="2733"/>
                  </a:moveTo>
                  <a:cubicBezTo>
                    <a:pt x="3475" y="2752"/>
                    <a:pt x="3475" y="2752"/>
                    <a:pt x="3475" y="2752"/>
                  </a:cubicBezTo>
                  <a:cubicBezTo>
                    <a:pt x="3491" y="2739"/>
                    <a:pt x="3506" y="2727"/>
                    <a:pt x="3522" y="2715"/>
                  </a:cubicBezTo>
                  <a:cubicBezTo>
                    <a:pt x="3507" y="2697"/>
                    <a:pt x="3507" y="2697"/>
                    <a:pt x="3507" y="2697"/>
                  </a:cubicBezTo>
                  <a:cubicBezTo>
                    <a:pt x="3492" y="2709"/>
                    <a:pt x="3476" y="2721"/>
                    <a:pt x="3461" y="2733"/>
                  </a:cubicBezTo>
                  <a:close/>
                  <a:moveTo>
                    <a:pt x="3733" y="14875"/>
                  </a:moveTo>
                  <a:cubicBezTo>
                    <a:pt x="3749" y="14887"/>
                    <a:pt x="3765" y="14898"/>
                    <a:pt x="3781" y="14909"/>
                  </a:cubicBezTo>
                  <a:cubicBezTo>
                    <a:pt x="3794" y="14890"/>
                    <a:pt x="3794" y="14890"/>
                    <a:pt x="3794" y="14890"/>
                  </a:cubicBezTo>
                  <a:cubicBezTo>
                    <a:pt x="3778" y="14879"/>
                    <a:pt x="3762" y="14867"/>
                    <a:pt x="3746" y="14856"/>
                  </a:cubicBezTo>
                  <a:lnTo>
                    <a:pt x="3733" y="14875"/>
                  </a:lnTo>
                  <a:close/>
                  <a:moveTo>
                    <a:pt x="3829" y="14943"/>
                  </a:moveTo>
                  <a:cubicBezTo>
                    <a:pt x="3846" y="14954"/>
                    <a:pt x="3862" y="14966"/>
                    <a:pt x="3878" y="14977"/>
                  </a:cubicBezTo>
                  <a:cubicBezTo>
                    <a:pt x="3891" y="14957"/>
                    <a:pt x="3891" y="14957"/>
                    <a:pt x="3891" y="14957"/>
                  </a:cubicBezTo>
                  <a:cubicBezTo>
                    <a:pt x="3875" y="14946"/>
                    <a:pt x="3859" y="14935"/>
                    <a:pt x="3843" y="14924"/>
                  </a:cubicBezTo>
                  <a:lnTo>
                    <a:pt x="3829" y="14943"/>
                  </a:lnTo>
                  <a:close/>
                  <a:moveTo>
                    <a:pt x="3744" y="2521"/>
                  </a:moveTo>
                  <a:cubicBezTo>
                    <a:pt x="3758" y="2540"/>
                    <a:pt x="3758" y="2540"/>
                    <a:pt x="3758" y="2540"/>
                  </a:cubicBezTo>
                  <a:cubicBezTo>
                    <a:pt x="3774" y="2529"/>
                    <a:pt x="3790" y="2518"/>
                    <a:pt x="3806" y="2506"/>
                  </a:cubicBezTo>
                  <a:cubicBezTo>
                    <a:pt x="3792" y="2487"/>
                    <a:pt x="3792" y="2487"/>
                    <a:pt x="3792" y="2487"/>
                  </a:cubicBezTo>
                  <a:cubicBezTo>
                    <a:pt x="3776" y="2498"/>
                    <a:pt x="3760" y="2510"/>
                    <a:pt x="3744" y="2521"/>
                  </a:cubicBezTo>
                  <a:close/>
                  <a:moveTo>
                    <a:pt x="3542" y="14735"/>
                  </a:moveTo>
                  <a:cubicBezTo>
                    <a:pt x="3558" y="14746"/>
                    <a:pt x="3574" y="14758"/>
                    <a:pt x="3589" y="14770"/>
                  </a:cubicBezTo>
                  <a:cubicBezTo>
                    <a:pt x="3603" y="14751"/>
                    <a:pt x="3603" y="14751"/>
                    <a:pt x="3603" y="14751"/>
                  </a:cubicBezTo>
                  <a:cubicBezTo>
                    <a:pt x="3588" y="14740"/>
                    <a:pt x="3572" y="14728"/>
                    <a:pt x="3557" y="14716"/>
                  </a:cubicBezTo>
                  <a:lnTo>
                    <a:pt x="3542" y="14735"/>
                  </a:lnTo>
                  <a:close/>
                  <a:moveTo>
                    <a:pt x="3648" y="2590"/>
                  </a:moveTo>
                  <a:cubicBezTo>
                    <a:pt x="3662" y="2609"/>
                    <a:pt x="3662" y="2609"/>
                    <a:pt x="3662" y="2609"/>
                  </a:cubicBezTo>
                  <a:cubicBezTo>
                    <a:pt x="3678" y="2598"/>
                    <a:pt x="3694" y="2586"/>
                    <a:pt x="3710" y="2575"/>
                  </a:cubicBezTo>
                  <a:cubicBezTo>
                    <a:pt x="3696" y="2556"/>
                    <a:pt x="3696" y="2556"/>
                    <a:pt x="3696" y="2556"/>
                  </a:cubicBezTo>
                  <a:cubicBezTo>
                    <a:pt x="3680" y="2567"/>
                    <a:pt x="3664" y="2579"/>
                    <a:pt x="3648" y="2590"/>
                  </a:cubicBezTo>
                  <a:close/>
                  <a:moveTo>
                    <a:pt x="3841" y="2454"/>
                  </a:moveTo>
                  <a:cubicBezTo>
                    <a:pt x="3854" y="2473"/>
                    <a:pt x="3854" y="2473"/>
                    <a:pt x="3854" y="2473"/>
                  </a:cubicBezTo>
                  <a:cubicBezTo>
                    <a:pt x="3870" y="2462"/>
                    <a:pt x="3886" y="2451"/>
                    <a:pt x="3902" y="2440"/>
                  </a:cubicBezTo>
                  <a:cubicBezTo>
                    <a:pt x="3889" y="2420"/>
                    <a:pt x="3889" y="2420"/>
                    <a:pt x="3889" y="2420"/>
                  </a:cubicBezTo>
                  <a:cubicBezTo>
                    <a:pt x="3873" y="2431"/>
                    <a:pt x="3857" y="2442"/>
                    <a:pt x="3841" y="2454"/>
                  </a:cubicBezTo>
                  <a:close/>
                  <a:moveTo>
                    <a:pt x="3637" y="14805"/>
                  </a:moveTo>
                  <a:cubicBezTo>
                    <a:pt x="3653" y="14817"/>
                    <a:pt x="3669" y="14829"/>
                    <a:pt x="3685" y="14840"/>
                  </a:cubicBezTo>
                  <a:cubicBezTo>
                    <a:pt x="3698" y="14821"/>
                    <a:pt x="3698" y="14821"/>
                    <a:pt x="3698" y="14821"/>
                  </a:cubicBezTo>
                  <a:cubicBezTo>
                    <a:pt x="3682" y="14810"/>
                    <a:pt x="3667" y="14798"/>
                    <a:pt x="3651" y="14787"/>
                  </a:cubicBezTo>
                  <a:lnTo>
                    <a:pt x="3637" y="14805"/>
                  </a:lnTo>
                  <a:close/>
                  <a:moveTo>
                    <a:pt x="3554" y="2661"/>
                  </a:moveTo>
                  <a:cubicBezTo>
                    <a:pt x="3568" y="2680"/>
                    <a:pt x="3568" y="2680"/>
                    <a:pt x="3568" y="2680"/>
                  </a:cubicBezTo>
                  <a:cubicBezTo>
                    <a:pt x="3584" y="2668"/>
                    <a:pt x="3600" y="2656"/>
                    <a:pt x="3615" y="2644"/>
                  </a:cubicBezTo>
                  <a:cubicBezTo>
                    <a:pt x="3601" y="2625"/>
                    <a:pt x="3601" y="2625"/>
                    <a:pt x="3601" y="2625"/>
                  </a:cubicBezTo>
                  <a:cubicBezTo>
                    <a:pt x="3585" y="2637"/>
                    <a:pt x="3570" y="2649"/>
                    <a:pt x="3554" y="2661"/>
                  </a:cubicBezTo>
                  <a:close/>
                  <a:moveTo>
                    <a:pt x="3927" y="15010"/>
                  </a:moveTo>
                  <a:cubicBezTo>
                    <a:pt x="3944" y="15021"/>
                    <a:pt x="3960" y="15032"/>
                    <a:pt x="3977" y="15042"/>
                  </a:cubicBezTo>
                  <a:cubicBezTo>
                    <a:pt x="3989" y="15023"/>
                    <a:pt x="3989" y="15023"/>
                    <a:pt x="3989" y="15023"/>
                  </a:cubicBezTo>
                  <a:cubicBezTo>
                    <a:pt x="3973" y="15012"/>
                    <a:pt x="3957" y="15001"/>
                    <a:pt x="3940" y="14990"/>
                  </a:cubicBezTo>
                  <a:lnTo>
                    <a:pt x="3927" y="15010"/>
                  </a:lnTo>
                  <a:close/>
                  <a:moveTo>
                    <a:pt x="4237" y="2198"/>
                  </a:moveTo>
                  <a:cubicBezTo>
                    <a:pt x="4249" y="2219"/>
                    <a:pt x="4249" y="2219"/>
                    <a:pt x="4249" y="2219"/>
                  </a:cubicBezTo>
                  <a:cubicBezTo>
                    <a:pt x="4266" y="2208"/>
                    <a:pt x="4283" y="2198"/>
                    <a:pt x="4299" y="2189"/>
                  </a:cubicBezTo>
                  <a:cubicBezTo>
                    <a:pt x="4287" y="2168"/>
                    <a:pt x="4287" y="2168"/>
                    <a:pt x="4287" y="2168"/>
                  </a:cubicBezTo>
                  <a:cubicBezTo>
                    <a:pt x="4271" y="2178"/>
                    <a:pt x="4254" y="2188"/>
                    <a:pt x="4237" y="2198"/>
                  </a:cubicBezTo>
                  <a:close/>
                  <a:moveTo>
                    <a:pt x="4136" y="2260"/>
                  </a:moveTo>
                  <a:cubicBezTo>
                    <a:pt x="4149" y="2280"/>
                    <a:pt x="4149" y="2280"/>
                    <a:pt x="4149" y="2280"/>
                  </a:cubicBezTo>
                  <a:cubicBezTo>
                    <a:pt x="4165" y="2269"/>
                    <a:pt x="4182" y="2259"/>
                    <a:pt x="4199" y="2249"/>
                  </a:cubicBezTo>
                  <a:cubicBezTo>
                    <a:pt x="4186" y="2229"/>
                    <a:pt x="4186" y="2229"/>
                    <a:pt x="4186" y="2229"/>
                  </a:cubicBezTo>
                  <a:cubicBezTo>
                    <a:pt x="4170" y="2239"/>
                    <a:pt x="4153" y="2249"/>
                    <a:pt x="4136" y="2260"/>
                  </a:cubicBezTo>
                  <a:close/>
                  <a:moveTo>
                    <a:pt x="4227" y="15200"/>
                  </a:moveTo>
                  <a:cubicBezTo>
                    <a:pt x="4244" y="15210"/>
                    <a:pt x="4261" y="15220"/>
                    <a:pt x="4278" y="15230"/>
                  </a:cubicBezTo>
                  <a:cubicBezTo>
                    <a:pt x="4290" y="15210"/>
                    <a:pt x="4290" y="15210"/>
                    <a:pt x="4290" y="15210"/>
                  </a:cubicBezTo>
                  <a:cubicBezTo>
                    <a:pt x="4273" y="15200"/>
                    <a:pt x="4256" y="15190"/>
                    <a:pt x="4239" y="15180"/>
                  </a:cubicBezTo>
                  <a:lnTo>
                    <a:pt x="4227" y="15200"/>
                  </a:lnTo>
                  <a:close/>
                  <a:moveTo>
                    <a:pt x="4329" y="15260"/>
                  </a:moveTo>
                  <a:cubicBezTo>
                    <a:pt x="4346" y="15270"/>
                    <a:pt x="4363" y="15280"/>
                    <a:pt x="4380" y="15290"/>
                  </a:cubicBezTo>
                  <a:cubicBezTo>
                    <a:pt x="4391" y="15269"/>
                    <a:pt x="4391" y="15269"/>
                    <a:pt x="4391" y="15269"/>
                  </a:cubicBezTo>
                  <a:cubicBezTo>
                    <a:pt x="4374" y="15259"/>
                    <a:pt x="4357" y="15250"/>
                    <a:pt x="4340" y="15240"/>
                  </a:cubicBezTo>
                  <a:lnTo>
                    <a:pt x="4329" y="15260"/>
                  </a:lnTo>
                  <a:close/>
                  <a:moveTo>
                    <a:pt x="4026" y="15075"/>
                  </a:moveTo>
                  <a:cubicBezTo>
                    <a:pt x="4043" y="15085"/>
                    <a:pt x="4059" y="15096"/>
                    <a:pt x="4076" y="15107"/>
                  </a:cubicBezTo>
                  <a:cubicBezTo>
                    <a:pt x="4089" y="15087"/>
                    <a:pt x="4089" y="15087"/>
                    <a:pt x="4089" y="15087"/>
                  </a:cubicBezTo>
                  <a:cubicBezTo>
                    <a:pt x="4072" y="15076"/>
                    <a:pt x="4055" y="15066"/>
                    <a:pt x="4039" y="15055"/>
                  </a:cubicBezTo>
                  <a:lnTo>
                    <a:pt x="4026" y="15075"/>
                  </a:lnTo>
                  <a:close/>
                  <a:moveTo>
                    <a:pt x="3449" y="14662"/>
                  </a:moveTo>
                  <a:cubicBezTo>
                    <a:pt x="3465" y="14674"/>
                    <a:pt x="3480" y="14687"/>
                    <a:pt x="3496" y="14699"/>
                  </a:cubicBezTo>
                  <a:cubicBezTo>
                    <a:pt x="3510" y="14680"/>
                    <a:pt x="3510" y="14680"/>
                    <a:pt x="3510" y="14680"/>
                  </a:cubicBezTo>
                  <a:cubicBezTo>
                    <a:pt x="3495" y="14668"/>
                    <a:pt x="3479" y="14656"/>
                    <a:pt x="3464" y="14644"/>
                  </a:cubicBezTo>
                  <a:lnTo>
                    <a:pt x="3449" y="14662"/>
                  </a:lnTo>
                  <a:close/>
                  <a:moveTo>
                    <a:pt x="3938" y="2387"/>
                  </a:moveTo>
                  <a:cubicBezTo>
                    <a:pt x="3951" y="2407"/>
                    <a:pt x="3951" y="2407"/>
                    <a:pt x="3951" y="2407"/>
                  </a:cubicBezTo>
                  <a:cubicBezTo>
                    <a:pt x="3967" y="2396"/>
                    <a:pt x="3984" y="2385"/>
                    <a:pt x="4000" y="2375"/>
                  </a:cubicBezTo>
                  <a:cubicBezTo>
                    <a:pt x="3987" y="2355"/>
                    <a:pt x="3987" y="2355"/>
                    <a:pt x="3987" y="2355"/>
                  </a:cubicBezTo>
                  <a:cubicBezTo>
                    <a:pt x="3971" y="2366"/>
                    <a:pt x="3954" y="2377"/>
                    <a:pt x="3938" y="2387"/>
                  </a:cubicBezTo>
                  <a:close/>
                  <a:moveTo>
                    <a:pt x="4037" y="2323"/>
                  </a:moveTo>
                  <a:cubicBezTo>
                    <a:pt x="4049" y="2343"/>
                    <a:pt x="4049" y="2343"/>
                    <a:pt x="4049" y="2343"/>
                  </a:cubicBezTo>
                  <a:cubicBezTo>
                    <a:pt x="4066" y="2332"/>
                    <a:pt x="4082" y="2322"/>
                    <a:pt x="4099" y="2311"/>
                  </a:cubicBezTo>
                  <a:cubicBezTo>
                    <a:pt x="4086" y="2291"/>
                    <a:pt x="4086" y="2291"/>
                    <a:pt x="4086" y="2291"/>
                  </a:cubicBezTo>
                  <a:cubicBezTo>
                    <a:pt x="4070" y="2302"/>
                    <a:pt x="4053" y="2312"/>
                    <a:pt x="4037" y="2323"/>
                  </a:cubicBezTo>
                  <a:close/>
                  <a:moveTo>
                    <a:pt x="4126" y="15138"/>
                  </a:moveTo>
                  <a:cubicBezTo>
                    <a:pt x="4143" y="15148"/>
                    <a:pt x="4159" y="15159"/>
                    <a:pt x="4176" y="15169"/>
                  </a:cubicBezTo>
                  <a:cubicBezTo>
                    <a:pt x="4189" y="15149"/>
                    <a:pt x="4189" y="15149"/>
                    <a:pt x="4189" y="15149"/>
                  </a:cubicBezTo>
                  <a:cubicBezTo>
                    <a:pt x="4172" y="15139"/>
                    <a:pt x="4155" y="15128"/>
                    <a:pt x="4138" y="15118"/>
                  </a:cubicBezTo>
                  <a:lnTo>
                    <a:pt x="4126" y="15138"/>
                  </a:lnTo>
                  <a:close/>
                  <a:moveTo>
                    <a:pt x="2830" y="14118"/>
                  </a:moveTo>
                  <a:cubicBezTo>
                    <a:pt x="2844" y="14131"/>
                    <a:pt x="2858" y="14145"/>
                    <a:pt x="2872" y="14159"/>
                  </a:cubicBezTo>
                  <a:cubicBezTo>
                    <a:pt x="2889" y="14142"/>
                    <a:pt x="2889" y="14142"/>
                    <a:pt x="2889" y="14142"/>
                  </a:cubicBezTo>
                  <a:cubicBezTo>
                    <a:pt x="2875" y="14128"/>
                    <a:pt x="2861" y="14114"/>
                    <a:pt x="2847" y="14101"/>
                  </a:cubicBezTo>
                  <a:lnTo>
                    <a:pt x="2830" y="14118"/>
                  </a:lnTo>
                  <a:close/>
                  <a:moveTo>
                    <a:pt x="2757" y="3359"/>
                  </a:moveTo>
                  <a:cubicBezTo>
                    <a:pt x="2774" y="3376"/>
                    <a:pt x="2774" y="3376"/>
                    <a:pt x="2774" y="3376"/>
                  </a:cubicBezTo>
                  <a:cubicBezTo>
                    <a:pt x="2788" y="3362"/>
                    <a:pt x="2801" y="3348"/>
                    <a:pt x="2815" y="3334"/>
                  </a:cubicBezTo>
                  <a:cubicBezTo>
                    <a:pt x="2799" y="3317"/>
                    <a:pt x="2799" y="3317"/>
                    <a:pt x="2799" y="3317"/>
                  </a:cubicBezTo>
                  <a:cubicBezTo>
                    <a:pt x="2785" y="3331"/>
                    <a:pt x="2771" y="3345"/>
                    <a:pt x="2757" y="3359"/>
                  </a:cubicBezTo>
                  <a:close/>
                  <a:moveTo>
                    <a:pt x="2915" y="14199"/>
                  </a:moveTo>
                  <a:cubicBezTo>
                    <a:pt x="2929" y="14213"/>
                    <a:pt x="2943" y="14226"/>
                    <a:pt x="2958" y="14240"/>
                  </a:cubicBezTo>
                  <a:cubicBezTo>
                    <a:pt x="2974" y="14223"/>
                    <a:pt x="2974" y="14223"/>
                    <a:pt x="2974" y="14223"/>
                  </a:cubicBezTo>
                  <a:cubicBezTo>
                    <a:pt x="2960" y="14209"/>
                    <a:pt x="2945" y="14196"/>
                    <a:pt x="2931" y="14182"/>
                  </a:cubicBezTo>
                  <a:lnTo>
                    <a:pt x="2915" y="14199"/>
                  </a:lnTo>
                  <a:close/>
                  <a:moveTo>
                    <a:pt x="3369" y="2806"/>
                  </a:moveTo>
                  <a:cubicBezTo>
                    <a:pt x="3384" y="2825"/>
                    <a:pt x="3384" y="2825"/>
                    <a:pt x="3384" y="2825"/>
                  </a:cubicBezTo>
                  <a:cubicBezTo>
                    <a:pt x="3399" y="2812"/>
                    <a:pt x="3414" y="2800"/>
                    <a:pt x="3429" y="2788"/>
                  </a:cubicBezTo>
                  <a:cubicBezTo>
                    <a:pt x="3415" y="2770"/>
                    <a:pt x="3415" y="2770"/>
                    <a:pt x="3415" y="2770"/>
                  </a:cubicBezTo>
                  <a:cubicBezTo>
                    <a:pt x="3399" y="2782"/>
                    <a:pt x="3384" y="2794"/>
                    <a:pt x="3369" y="2806"/>
                  </a:cubicBezTo>
                  <a:close/>
                  <a:moveTo>
                    <a:pt x="3001" y="14280"/>
                  </a:moveTo>
                  <a:cubicBezTo>
                    <a:pt x="3015" y="14293"/>
                    <a:pt x="3030" y="14307"/>
                    <a:pt x="3044" y="14320"/>
                  </a:cubicBezTo>
                  <a:cubicBezTo>
                    <a:pt x="3060" y="14302"/>
                    <a:pt x="3060" y="14302"/>
                    <a:pt x="3060" y="14302"/>
                  </a:cubicBezTo>
                  <a:cubicBezTo>
                    <a:pt x="3046" y="14289"/>
                    <a:pt x="3031" y="14276"/>
                    <a:pt x="3017" y="14263"/>
                  </a:cubicBezTo>
                  <a:lnTo>
                    <a:pt x="3001" y="14280"/>
                  </a:lnTo>
                  <a:close/>
                  <a:moveTo>
                    <a:pt x="2926" y="3194"/>
                  </a:moveTo>
                  <a:cubicBezTo>
                    <a:pt x="2942" y="3212"/>
                    <a:pt x="2942" y="3212"/>
                    <a:pt x="2942" y="3212"/>
                  </a:cubicBezTo>
                  <a:cubicBezTo>
                    <a:pt x="2956" y="3198"/>
                    <a:pt x="2971" y="3185"/>
                    <a:pt x="2985" y="3171"/>
                  </a:cubicBezTo>
                  <a:cubicBezTo>
                    <a:pt x="2969" y="3154"/>
                    <a:pt x="2969" y="3154"/>
                    <a:pt x="2969" y="3154"/>
                  </a:cubicBezTo>
                  <a:cubicBezTo>
                    <a:pt x="2954" y="3167"/>
                    <a:pt x="2940" y="3181"/>
                    <a:pt x="2926" y="3194"/>
                  </a:cubicBezTo>
                  <a:close/>
                  <a:moveTo>
                    <a:pt x="4338" y="2138"/>
                  </a:moveTo>
                  <a:cubicBezTo>
                    <a:pt x="4350" y="2159"/>
                    <a:pt x="4350" y="2159"/>
                    <a:pt x="4350" y="2159"/>
                  </a:cubicBezTo>
                  <a:cubicBezTo>
                    <a:pt x="4367" y="2149"/>
                    <a:pt x="4384" y="2139"/>
                    <a:pt x="4401" y="2130"/>
                  </a:cubicBezTo>
                  <a:cubicBezTo>
                    <a:pt x="4389" y="2109"/>
                    <a:pt x="4389" y="2109"/>
                    <a:pt x="4389" y="2109"/>
                  </a:cubicBezTo>
                  <a:cubicBezTo>
                    <a:pt x="4372" y="2119"/>
                    <a:pt x="4355" y="2129"/>
                    <a:pt x="4338" y="2138"/>
                  </a:cubicBezTo>
                  <a:close/>
                  <a:moveTo>
                    <a:pt x="2747" y="14034"/>
                  </a:moveTo>
                  <a:cubicBezTo>
                    <a:pt x="2760" y="14048"/>
                    <a:pt x="2774" y="14062"/>
                    <a:pt x="2788" y="14076"/>
                  </a:cubicBezTo>
                  <a:cubicBezTo>
                    <a:pt x="2805" y="14059"/>
                    <a:pt x="2805" y="14059"/>
                    <a:pt x="2805" y="14059"/>
                  </a:cubicBezTo>
                  <a:cubicBezTo>
                    <a:pt x="2791" y="14046"/>
                    <a:pt x="2777" y="14032"/>
                    <a:pt x="2763" y="14018"/>
                  </a:cubicBezTo>
                  <a:lnTo>
                    <a:pt x="2747" y="14034"/>
                  </a:lnTo>
                  <a:close/>
                  <a:moveTo>
                    <a:pt x="2681" y="13934"/>
                  </a:moveTo>
                  <a:cubicBezTo>
                    <a:pt x="2664" y="13950"/>
                    <a:pt x="2664" y="13950"/>
                    <a:pt x="2664" y="13950"/>
                  </a:cubicBezTo>
                  <a:cubicBezTo>
                    <a:pt x="2678" y="13964"/>
                    <a:pt x="2692" y="13978"/>
                    <a:pt x="2705" y="13992"/>
                  </a:cubicBezTo>
                  <a:cubicBezTo>
                    <a:pt x="2722" y="13976"/>
                    <a:pt x="2722" y="13976"/>
                    <a:pt x="2722" y="13976"/>
                  </a:cubicBezTo>
                  <a:cubicBezTo>
                    <a:pt x="2709" y="13962"/>
                    <a:pt x="2695" y="13948"/>
                    <a:pt x="2681" y="13934"/>
                  </a:cubicBezTo>
                  <a:close/>
                  <a:moveTo>
                    <a:pt x="2675" y="3443"/>
                  </a:moveTo>
                  <a:cubicBezTo>
                    <a:pt x="2692" y="3460"/>
                    <a:pt x="2692" y="3460"/>
                    <a:pt x="2692" y="3460"/>
                  </a:cubicBezTo>
                  <a:cubicBezTo>
                    <a:pt x="2705" y="3445"/>
                    <a:pt x="2719" y="3431"/>
                    <a:pt x="2733" y="3417"/>
                  </a:cubicBezTo>
                  <a:cubicBezTo>
                    <a:pt x="2716" y="3401"/>
                    <a:pt x="2716" y="3401"/>
                    <a:pt x="2716" y="3401"/>
                  </a:cubicBezTo>
                  <a:cubicBezTo>
                    <a:pt x="2702" y="3415"/>
                    <a:pt x="2688" y="3429"/>
                    <a:pt x="2675" y="3443"/>
                  </a:cubicBezTo>
                  <a:close/>
                  <a:moveTo>
                    <a:pt x="2841" y="3276"/>
                  </a:moveTo>
                  <a:cubicBezTo>
                    <a:pt x="2857" y="3293"/>
                    <a:pt x="2857" y="3293"/>
                    <a:pt x="2857" y="3293"/>
                  </a:cubicBezTo>
                  <a:cubicBezTo>
                    <a:pt x="2871" y="3279"/>
                    <a:pt x="2885" y="3266"/>
                    <a:pt x="2900" y="3252"/>
                  </a:cubicBezTo>
                  <a:cubicBezTo>
                    <a:pt x="2883" y="3235"/>
                    <a:pt x="2883" y="3235"/>
                    <a:pt x="2883" y="3235"/>
                  </a:cubicBezTo>
                  <a:cubicBezTo>
                    <a:pt x="2869" y="3249"/>
                    <a:pt x="2855" y="3262"/>
                    <a:pt x="2841" y="3276"/>
                  </a:cubicBezTo>
                  <a:close/>
                  <a:moveTo>
                    <a:pt x="3266" y="14514"/>
                  </a:moveTo>
                  <a:cubicBezTo>
                    <a:pt x="3281" y="14526"/>
                    <a:pt x="3296" y="14539"/>
                    <a:pt x="3312" y="14551"/>
                  </a:cubicBezTo>
                  <a:cubicBezTo>
                    <a:pt x="3327" y="14533"/>
                    <a:pt x="3327" y="14533"/>
                    <a:pt x="3327" y="14533"/>
                  </a:cubicBezTo>
                  <a:cubicBezTo>
                    <a:pt x="3312" y="14521"/>
                    <a:pt x="3296" y="14508"/>
                    <a:pt x="3281" y="14496"/>
                  </a:cubicBezTo>
                  <a:lnTo>
                    <a:pt x="3266" y="14514"/>
                  </a:lnTo>
                  <a:close/>
                  <a:moveTo>
                    <a:pt x="3012" y="3114"/>
                  </a:moveTo>
                  <a:cubicBezTo>
                    <a:pt x="3028" y="3132"/>
                    <a:pt x="3028" y="3132"/>
                    <a:pt x="3028" y="3132"/>
                  </a:cubicBezTo>
                  <a:cubicBezTo>
                    <a:pt x="3042" y="3118"/>
                    <a:pt x="3057" y="3105"/>
                    <a:pt x="3071" y="3092"/>
                  </a:cubicBezTo>
                  <a:cubicBezTo>
                    <a:pt x="3055" y="3075"/>
                    <a:pt x="3055" y="3075"/>
                    <a:pt x="3055" y="3075"/>
                  </a:cubicBezTo>
                  <a:cubicBezTo>
                    <a:pt x="3041" y="3088"/>
                    <a:pt x="3026" y="3101"/>
                    <a:pt x="3012" y="3114"/>
                  </a:cubicBezTo>
                  <a:close/>
                  <a:moveTo>
                    <a:pt x="3278" y="2881"/>
                  </a:moveTo>
                  <a:cubicBezTo>
                    <a:pt x="3293" y="2899"/>
                    <a:pt x="3293" y="2899"/>
                    <a:pt x="3293" y="2899"/>
                  </a:cubicBezTo>
                  <a:cubicBezTo>
                    <a:pt x="3308" y="2887"/>
                    <a:pt x="3323" y="2874"/>
                    <a:pt x="3338" y="2862"/>
                  </a:cubicBezTo>
                  <a:cubicBezTo>
                    <a:pt x="3323" y="2844"/>
                    <a:pt x="3323" y="2844"/>
                    <a:pt x="3323" y="2844"/>
                  </a:cubicBezTo>
                  <a:cubicBezTo>
                    <a:pt x="3308" y="2856"/>
                    <a:pt x="3293" y="2869"/>
                    <a:pt x="3278" y="2881"/>
                  </a:cubicBezTo>
                  <a:close/>
                  <a:moveTo>
                    <a:pt x="3357" y="14589"/>
                  </a:moveTo>
                  <a:cubicBezTo>
                    <a:pt x="3372" y="14601"/>
                    <a:pt x="3388" y="14613"/>
                    <a:pt x="3403" y="14626"/>
                  </a:cubicBezTo>
                  <a:cubicBezTo>
                    <a:pt x="3418" y="14607"/>
                    <a:pt x="3418" y="14607"/>
                    <a:pt x="3418" y="14607"/>
                  </a:cubicBezTo>
                  <a:cubicBezTo>
                    <a:pt x="3402" y="14595"/>
                    <a:pt x="3387" y="14583"/>
                    <a:pt x="3372" y="14570"/>
                  </a:cubicBezTo>
                  <a:lnTo>
                    <a:pt x="3357" y="14589"/>
                  </a:lnTo>
                  <a:close/>
                  <a:moveTo>
                    <a:pt x="3188" y="2958"/>
                  </a:moveTo>
                  <a:cubicBezTo>
                    <a:pt x="3203" y="2976"/>
                    <a:pt x="3203" y="2976"/>
                    <a:pt x="3203" y="2976"/>
                  </a:cubicBezTo>
                  <a:cubicBezTo>
                    <a:pt x="3218" y="2963"/>
                    <a:pt x="3233" y="2950"/>
                    <a:pt x="3248" y="2937"/>
                  </a:cubicBezTo>
                  <a:cubicBezTo>
                    <a:pt x="3233" y="2919"/>
                    <a:pt x="3233" y="2919"/>
                    <a:pt x="3233" y="2919"/>
                  </a:cubicBezTo>
                  <a:cubicBezTo>
                    <a:pt x="3218" y="2932"/>
                    <a:pt x="3203" y="2945"/>
                    <a:pt x="3188" y="2958"/>
                  </a:cubicBezTo>
                  <a:close/>
                  <a:moveTo>
                    <a:pt x="3177" y="14437"/>
                  </a:moveTo>
                  <a:cubicBezTo>
                    <a:pt x="3192" y="14450"/>
                    <a:pt x="3206" y="14463"/>
                    <a:pt x="3221" y="14475"/>
                  </a:cubicBezTo>
                  <a:cubicBezTo>
                    <a:pt x="3237" y="14458"/>
                    <a:pt x="3237" y="14458"/>
                    <a:pt x="3237" y="14458"/>
                  </a:cubicBezTo>
                  <a:cubicBezTo>
                    <a:pt x="3222" y="14445"/>
                    <a:pt x="3207" y="14432"/>
                    <a:pt x="3192" y="14419"/>
                  </a:cubicBezTo>
                  <a:lnTo>
                    <a:pt x="3177" y="14437"/>
                  </a:lnTo>
                  <a:close/>
                  <a:moveTo>
                    <a:pt x="3088" y="14359"/>
                  </a:moveTo>
                  <a:cubicBezTo>
                    <a:pt x="3103" y="14372"/>
                    <a:pt x="3118" y="14385"/>
                    <a:pt x="3132" y="14398"/>
                  </a:cubicBezTo>
                  <a:cubicBezTo>
                    <a:pt x="3148" y="14381"/>
                    <a:pt x="3148" y="14381"/>
                    <a:pt x="3148" y="14381"/>
                  </a:cubicBezTo>
                  <a:cubicBezTo>
                    <a:pt x="3133" y="14368"/>
                    <a:pt x="3118" y="14355"/>
                    <a:pt x="3104" y="14342"/>
                  </a:cubicBezTo>
                  <a:lnTo>
                    <a:pt x="3088" y="14359"/>
                  </a:lnTo>
                  <a:close/>
                  <a:moveTo>
                    <a:pt x="3099" y="3035"/>
                  </a:moveTo>
                  <a:cubicBezTo>
                    <a:pt x="3115" y="3053"/>
                    <a:pt x="3115" y="3053"/>
                    <a:pt x="3115" y="3053"/>
                  </a:cubicBezTo>
                  <a:cubicBezTo>
                    <a:pt x="3130" y="3040"/>
                    <a:pt x="3144" y="3027"/>
                    <a:pt x="3159" y="3014"/>
                  </a:cubicBezTo>
                  <a:cubicBezTo>
                    <a:pt x="3143" y="2996"/>
                    <a:pt x="3143" y="2996"/>
                    <a:pt x="3143" y="2996"/>
                  </a:cubicBezTo>
                  <a:cubicBezTo>
                    <a:pt x="3129" y="3009"/>
                    <a:pt x="3114" y="3022"/>
                    <a:pt x="3099" y="3035"/>
                  </a:cubicBezTo>
                  <a:close/>
                  <a:moveTo>
                    <a:pt x="6179" y="1377"/>
                  </a:moveTo>
                  <a:cubicBezTo>
                    <a:pt x="6185" y="1399"/>
                    <a:pt x="6185" y="1399"/>
                    <a:pt x="6185" y="1399"/>
                  </a:cubicBezTo>
                  <a:cubicBezTo>
                    <a:pt x="6204" y="1394"/>
                    <a:pt x="6223" y="1389"/>
                    <a:pt x="6242" y="1384"/>
                  </a:cubicBezTo>
                  <a:cubicBezTo>
                    <a:pt x="6236" y="1362"/>
                    <a:pt x="6236" y="1362"/>
                    <a:pt x="6236" y="1362"/>
                  </a:cubicBezTo>
                  <a:cubicBezTo>
                    <a:pt x="6217" y="1366"/>
                    <a:pt x="6198" y="1371"/>
                    <a:pt x="6179" y="1377"/>
                  </a:cubicBezTo>
                  <a:close/>
                  <a:moveTo>
                    <a:pt x="1539" y="12443"/>
                  </a:moveTo>
                  <a:cubicBezTo>
                    <a:pt x="1549" y="12460"/>
                    <a:pt x="1559" y="12477"/>
                    <a:pt x="1569" y="12494"/>
                  </a:cubicBezTo>
                  <a:cubicBezTo>
                    <a:pt x="1589" y="12482"/>
                    <a:pt x="1589" y="12482"/>
                    <a:pt x="1589" y="12482"/>
                  </a:cubicBezTo>
                  <a:cubicBezTo>
                    <a:pt x="1579" y="12465"/>
                    <a:pt x="1570" y="12448"/>
                    <a:pt x="1560" y="12431"/>
                  </a:cubicBezTo>
                  <a:lnTo>
                    <a:pt x="1539" y="12443"/>
                  </a:lnTo>
                  <a:close/>
                  <a:moveTo>
                    <a:pt x="1576" y="4897"/>
                  </a:moveTo>
                  <a:cubicBezTo>
                    <a:pt x="1566" y="4914"/>
                    <a:pt x="1556" y="4931"/>
                    <a:pt x="1546" y="4948"/>
                  </a:cubicBezTo>
                  <a:cubicBezTo>
                    <a:pt x="1567" y="4960"/>
                    <a:pt x="1567" y="4960"/>
                    <a:pt x="1567" y="4960"/>
                  </a:cubicBezTo>
                  <a:cubicBezTo>
                    <a:pt x="1577" y="4943"/>
                    <a:pt x="1586" y="4926"/>
                    <a:pt x="1596" y="4909"/>
                  </a:cubicBezTo>
                  <a:lnTo>
                    <a:pt x="1576" y="4897"/>
                  </a:lnTo>
                  <a:close/>
                  <a:moveTo>
                    <a:pt x="1598" y="12545"/>
                  </a:moveTo>
                  <a:cubicBezTo>
                    <a:pt x="1608" y="12562"/>
                    <a:pt x="1618" y="12579"/>
                    <a:pt x="1629" y="12596"/>
                  </a:cubicBezTo>
                  <a:cubicBezTo>
                    <a:pt x="1649" y="12584"/>
                    <a:pt x="1649" y="12584"/>
                    <a:pt x="1649" y="12584"/>
                  </a:cubicBezTo>
                  <a:cubicBezTo>
                    <a:pt x="1639" y="12567"/>
                    <a:pt x="1629" y="12550"/>
                    <a:pt x="1619" y="12533"/>
                  </a:cubicBezTo>
                  <a:lnTo>
                    <a:pt x="1598" y="12545"/>
                  </a:lnTo>
                  <a:close/>
                  <a:moveTo>
                    <a:pt x="1460" y="5103"/>
                  </a:moveTo>
                  <a:cubicBezTo>
                    <a:pt x="1451" y="5121"/>
                    <a:pt x="1442" y="5138"/>
                    <a:pt x="1433" y="5156"/>
                  </a:cubicBezTo>
                  <a:cubicBezTo>
                    <a:pt x="1453" y="5167"/>
                    <a:pt x="1453" y="5167"/>
                    <a:pt x="1453" y="5167"/>
                  </a:cubicBezTo>
                  <a:cubicBezTo>
                    <a:pt x="1463" y="5149"/>
                    <a:pt x="1472" y="5132"/>
                    <a:pt x="1481" y="5115"/>
                  </a:cubicBezTo>
                  <a:lnTo>
                    <a:pt x="1460" y="5103"/>
                  </a:lnTo>
                  <a:close/>
                  <a:moveTo>
                    <a:pt x="1636" y="4796"/>
                  </a:moveTo>
                  <a:cubicBezTo>
                    <a:pt x="1626" y="4813"/>
                    <a:pt x="1616" y="4829"/>
                    <a:pt x="1606" y="4846"/>
                  </a:cubicBezTo>
                  <a:cubicBezTo>
                    <a:pt x="1626" y="4858"/>
                    <a:pt x="1626" y="4858"/>
                    <a:pt x="1626" y="4858"/>
                  </a:cubicBezTo>
                  <a:cubicBezTo>
                    <a:pt x="1636" y="4841"/>
                    <a:pt x="1646" y="4825"/>
                    <a:pt x="1656" y="4808"/>
                  </a:cubicBezTo>
                  <a:lnTo>
                    <a:pt x="1636" y="4796"/>
                  </a:lnTo>
                  <a:close/>
                  <a:moveTo>
                    <a:pt x="1482" y="12340"/>
                  </a:moveTo>
                  <a:cubicBezTo>
                    <a:pt x="1491" y="12357"/>
                    <a:pt x="1501" y="12374"/>
                    <a:pt x="1510" y="12392"/>
                  </a:cubicBezTo>
                  <a:cubicBezTo>
                    <a:pt x="1531" y="12380"/>
                    <a:pt x="1531" y="12380"/>
                    <a:pt x="1531" y="12380"/>
                  </a:cubicBezTo>
                  <a:cubicBezTo>
                    <a:pt x="1522" y="12363"/>
                    <a:pt x="1512" y="12346"/>
                    <a:pt x="1503" y="12329"/>
                  </a:cubicBezTo>
                  <a:lnTo>
                    <a:pt x="1482" y="12340"/>
                  </a:lnTo>
                  <a:close/>
                  <a:moveTo>
                    <a:pt x="1517" y="5000"/>
                  </a:moveTo>
                  <a:cubicBezTo>
                    <a:pt x="1508" y="5017"/>
                    <a:pt x="1498" y="5034"/>
                    <a:pt x="1489" y="5051"/>
                  </a:cubicBezTo>
                  <a:cubicBezTo>
                    <a:pt x="1509" y="5063"/>
                    <a:pt x="1509" y="5063"/>
                    <a:pt x="1509" y="5063"/>
                  </a:cubicBezTo>
                  <a:cubicBezTo>
                    <a:pt x="1519" y="5045"/>
                    <a:pt x="1528" y="5028"/>
                    <a:pt x="1538" y="5011"/>
                  </a:cubicBezTo>
                  <a:lnTo>
                    <a:pt x="1517" y="5000"/>
                  </a:lnTo>
                  <a:close/>
                  <a:moveTo>
                    <a:pt x="1785" y="12845"/>
                  </a:moveTo>
                  <a:cubicBezTo>
                    <a:pt x="1796" y="12862"/>
                    <a:pt x="1807" y="12878"/>
                    <a:pt x="1817" y="12895"/>
                  </a:cubicBezTo>
                  <a:cubicBezTo>
                    <a:pt x="1837" y="12881"/>
                    <a:pt x="1837" y="12881"/>
                    <a:pt x="1837" y="12881"/>
                  </a:cubicBezTo>
                  <a:cubicBezTo>
                    <a:pt x="1826" y="12865"/>
                    <a:pt x="1815" y="12849"/>
                    <a:pt x="1805" y="12832"/>
                  </a:cubicBezTo>
                  <a:lnTo>
                    <a:pt x="1785" y="12845"/>
                  </a:lnTo>
                  <a:close/>
                  <a:moveTo>
                    <a:pt x="1659" y="12646"/>
                  </a:moveTo>
                  <a:cubicBezTo>
                    <a:pt x="1669" y="12663"/>
                    <a:pt x="1680" y="12680"/>
                    <a:pt x="1690" y="12696"/>
                  </a:cubicBezTo>
                  <a:cubicBezTo>
                    <a:pt x="1710" y="12684"/>
                    <a:pt x="1710" y="12684"/>
                    <a:pt x="1710" y="12684"/>
                  </a:cubicBezTo>
                  <a:cubicBezTo>
                    <a:pt x="1700" y="12667"/>
                    <a:pt x="1689" y="12651"/>
                    <a:pt x="1679" y="12634"/>
                  </a:cubicBezTo>
                  <a:lnTo>
                    <a:pt x="1659" y="12646"/>
                  </a:lnTo>
                  <a:close/>
                  <a:moveTo>
                    <a:pt x="1761" y="4596"/>
                  </a:moveTo>
                  <a:cubicBezTo>
                    <a:pt x="1750" y="4612"/>
                    <a:pt x="1739" y="4629"/>
                    <a:pt x="1729" y="4645"/>
                  </a:cubicBezTo>
                  <a:cubicBezTo>
                    <a:pt x="1749" y="4658"/>
                    <a:pt x="1749" y="4658"/>
                    <a:pt x="1749" y="4658"/>
                  </a:cubicBezTo>
                  <a:cubicBezTo>
                    <a:pt x="1759" y="4641"/>
                    <a:pt x="1770" y="4625"/>
                    <a:pt x="1780" y="4608"/>
                  </a:cubicBezTo>
                  <a:lnTo>
                    <a:pt x="1761" y="4596"/>
                  </a:lnTo>
                  <a:close/>
                  <a:moveTo>
                    <a:pt x="1721" y="12746"/>
                  </a:moveTo>
                  <a:cubicBezTo>
                    <a:pt x="1732" y="12763"/>
                    <a:pt x="1742" y="12779"/>
                    <a:pt x="1753" y="12796"/>
                  </a:cubicBezTo>
                  <a:cubicBezTo>
                    <a:pt x="1773" y="12783"/>
                    <a:pt x="1773" y="12783"/>
                    <a:pt x="1773" y="12783"/>
                  </a:cubicBezTo>
                  <a:cubicBezTo>
                    <a:pt x="1762" y="12767"/>
                    <a:pt x="1752" y="12750"/>
                    <a:pt x="1741" y="12734"/>
                  </a:cubicBezTo>
                  <a:lnTo>
                    <a:pt x="1721" y="12746"/>
                  </a:lnTo>
                  <a:close/>
                  <a:moveTo>
                    <a:pt x="1697" y="4695"/>
                  </a:moveTo>
                  <a:cubicBezTo>
                    <a:pt x="1687" y="4712"/>
                    <a:pt x="1677" y="4729"/>
                    <a:pt x="1666" y="4745"/>
                  </a:cubicBezTo>
                  <a:cubicBezTo>
                    <a:pt x="1687" y="4758"/>
                    <a:pt x="1687" y="4758"/>
                    <a:pt x="1687" y="4758"/>
                  </a:cubicBezTo>
                  <a:cubicBezTo>
                    <a:pt x="1697" y="4741"/>
                    <a:pt x="1707" y="4724"/>
                    <a:pt x="1717" y="4708"/>
                  </a:cubicBezTo>
                  <a:lnTo>
                    <a:pt x="1697" y="4695"/>
                  </a:lnTo>
                  <a:close/>
                  <a:moveTo>
                    <a:pt x="963" y="6240"/>
                  </a:moveTo>
                  <a:cubicBezTo>
                    <a:pt x="986" y="6247"/>
                    <a:pt x="986" y="6247"/>
                    <a:pt x="986" y="6247"/>
                  </a:cubicBezTo>
                  <a:cubicBezTo>
                    <a:pt x="992" y="6229"/>
                    <a:pt x="999" y="6210"/>
                    <a:pt x="1005" y="6192"/>
                  </a:cubicBezTo>
                  <a:cubicBezTo>
                    <a:pt x="983" y="6184"/>
                    <a:pt x="983" y="6184"/>
                    <a:pt x="983" y="6184"/>
                  </a:cubicBezTo>
                  <a:cubicBezTo>
                    <a:pt x="976" y="6203"/>
                    <a:pt x="970" y="6221"/>
                    <a:pt x="963" y="6240"/>
                  </a:cubicBezTo>
                  <a:close/>
                  <a:moveTo>
                    <a:pt x="794" y="6805"/>
                  </a:moveTo>
                  <a:cubicBezTo>
                    <a:pt x="817" y="6811"/>
                    <a:pt x="817" y="6811"/>
                    <a:pt x="817" y="6811"/>
                  </a:cubicBezTo>
                  <a:cubicBezTo>
                    <a:pt x="822" y="6792"/>
                    <a:pt x="827" y="6773"/>
                    <a:pt x="832" y="6754"/>
                  </a:cubicBezTo>
                  <a:cubicBezTo>
                    <a:pt x="809" y="6748"/>
                    <a:pt x="809" y="6748"/>
                    <a:pt x="809" y="6748"/>
                  </a:cubicBezTo>
                  <a:cubicBezTo>
                    <a:pt x="804" y="6767"/>
                    <a:pt x="799" y="6786"/>
                    <a:pt x="794" y="6805"/>
                  </a:cubicBezTo>
                  <a:close/>
                  <a:moveTo>
                    <a:pt x="766" y="6920"/>
                  </a:moveTo>
                  <a:cubicBezTo>
                    <a:pt x="788" y="6925"/>
                    <a:pt x="788" y="6925"/>
                    <a:pt x="788" y="6925"/>
                  </a:cubicBezTo>
                  <a:cubicBezTo>
                    <a:pt x="793" y="6906"/>
                    <a:pt x="798" y="6887"/>
                    <a:pt x="802" y="6868"/>
                  </a:cubicBezTo>
                  <a:cubicBezTo>
                    <a:pt x="780" y="6863"/>
                    <a:pt x="780" y="6863"/>
                    <a:pt x="780" y="6863"/>
                  </a:cubicBezTo>
                  <a:cubicBezTo>
                    <a:pt x="775" y="6882"/>
                    <a:pt x="770" y="6901"/>
                    <a:pt x="766" y="6920"/>
                  </a:cubicBezTo>
                  <a:close/>
                  <a:moveTo>
                    <a:pt x="824" y="6691"/>
                  </a:moveTo>
                  <a:cubicBezTo>
                    <a:pt x="847" y="6697"/>
                    <a:pt x="847" y="6697"/>
                    <a:pt x="847" y="6697"/>
                  </a:cubicBezTo>
                  <a:cubicBezTo>
                    <a:pt x="852" y="6679"/>
                    <a:pt x="858" y="6660"/>
                    <a:pt x="863" y="6641"/>
                  </a:cubicBezTo>
                  <a:cubicBezTo>
                    <a:pt x="840" y="6634"/>
                    <a:pt x="840" y="6634"/>
                    <a:pt x="840" y="6634"/>
                  </a:cubicBezTo>
                  <a:cubicBezTo>
                    <a:pt x="835" y="6653"/>
                    <a:pt x="830" y="6672"/>
                    <a:pt x="824" y="6691"/>
                  </a:cubicBezTo>
                  <a:close/>
                  <a:moveTo>
                    <a:pt x="1426" y="12236"/>
                  </a:moveTo>
                  <a:cubicBezTo>
                    <a:pt x="1435" y="12254"/>
                    <a:pt x="1445" y="12271"/>
                    <a:pt x="1454" y="12288"/>
                  </a:cubicBezTo>
                  <a:cubicBezTo>
                    <a:pt x="1475" y="12277"/>
                    <a:pt x="1475" y="12277"/>
                    <a:pt x="1475" y="12277"/>
                  </a:cubicBezTo>
                  <a:cubicBezTo>
                    <a:pt x="1465" y="12260"/>
                    <a:pt x="1456" y="12243"/>
                    <a:pt x="1447" y="12225"/>
                  </a:cubicBezTo>
                  <a:lnTo>
                    <a:pt x="1426" y="12236"/>
                  </a:lnTo>
                  <a:close/>
                  <a:moveTo>
                    <a:pt x="857" y="6578"/>
                  </a:moveTo>
                  <a:cubicBezTo>
                    <a:pt x="879" y="6584"/>
                    <a:pt x="879" y="6584"/>
                    <a:pt x="879" y="6584"/>
                  </a:cubicBezTo>
                  <a:cubicBezTo>
                    <a:pt x="885" y="6565"/>
                    <a:pt x="890" y="6547"/>
                    <a:pt x="896" y="6528"/>
                  </a:cubicBezTo>
                  <a:cubicBezTo>
                    <a:pt x="873" y="6521"/>
                    <a:pt x="873" y="6521"/>
                    <a:pt x="873" y="6521"/>
                  </a:cubicBezTo>
                  <a:cubicBezTo>
                    <a:pt x="868" y="6540"/>
                    <a:pt x="862" y="6559"/>
                    <a:pt x="857" y="6578"/>
                  </a:cubicBezTo>
                  <a:close/>
                  <a:moveTo>
                    <a:pt x="714" y="7150"/>
                  </a:moveTo>
                  <a:cubicBezTo>
                    <a:pt x="737" y="7155"/>
                    <a:pt x="737" y="7155"/>
                    <a:pt x="737" y="7155"/>
                  </a:cubicBezTo>
                  <a:cubicBezTo>
                    <a:pt x="741" y="7136"/>
                    <a:pt x="745" y="7117"/>
                    <a:pt x="749" y="7097"/>
                  </a:cubicBezTo>
                  <a:cubicBezTo>
                    <a:pt x="726" y="7092"/>
                    <a:pt x="726" y="7092"/>
                    <a:pt x="726" y="7092"/>
                  </a:cubicBezTo>
                  <a:cubicBezTo>
                    <a:pt x="722" y="7112"/>
                    <a:pt x="718" y="7131"/>
                    <a:pt x="714" y="7150"/>
                  </a:cubicBezTo>
                  <a:close/>
                  <a:moveTo>
                    <a:pt x="739" y="7035"/>
                  </a:moveTo>
                  <a:cubicBezTo>
                    <a:pt x="762" y="7040"/>
                    <a:pt x="762" y="7040"/>
                    <a:pt x="762" y="7040"/>
                  </a:cubicBezTo>
                  <a:cubicBezTo>
                    <a:pt x="766" y="7021"/>
                    <a:pt x="770" y="7002"/>
                    <a:pt x="775" y="6983"/>
                  </a:cubicBezTo>
                  <a:cubicBezTo>
                    <a:pt x="752" y="6977"/>
                    <a:pt x="752" y="6977"/>
                    <a:pt x="752" y="6977"/>
                  </a:cubicBezTo>
                  <a:cubicBezTo>
                    <a:pt x="748" y="6997"/>
                    <a:pt x="743" y="7016"/>
                    <a:pt x="739" y="7035"/>
                  </a:cubicBezTo>
                  <a:close/>
                  <a:moveTo>
                    <a:pt x="1003" y="6128"/>
                  </a:moveTo>
                  <a:cubicBezTo>
                    <a:pt x="1025" y="6136"/>
                    <a:pt x="1025" y="6136"/>
                    <a:pt x="1025" y="6136"/>
                  </a:cubicBezTo>
                  <a:cubicBezTo>
                    <a:pt x="1031" y="6118"/>
                    <a:pt x="1038" y="6099"/>
                    <a:pt x="1045" y="6081"/>
                  </a:cubicBezTo>
                  <a:cubicBezTo>
                    <a:pt x="1023" y="6073"/>
                    <a:pt x="1023" y="6073"/>
                    <a:pt x="1023" y="6073"/>
                  </a:cubicBezTo>
                  <a:cubicBezTo>
                    <a:pt x="1016" y="6091"/>
                    <a:pt x="1009" y="6110"/>
                    <a:pt x="1003" y="6128"/>
                  </a:cubicBezTo>
                  <a:close/>
                  <a:moveTo>
                    <a:pt x="691" y="7266"/>
                  </a:moveTo>
                  <a:cubicBezTo>
                    <a:pt x="714" y="7270"/>
                    <a:pt x="714" y="7270"/>
                    <a:pt x="714" y="7270"/>
                  </a:cubicBezTo>
                  <a:cubicBezTo>
                    <a:pt x="718" y="7251"/>
                    <a:pt x="721" y="7232"/>
                    <a:pt x="725" y="7213"/>
                  </a:cubicBezTo>
                  <a:cubicBezTo>
                    <a:pt x="702" y="7208"/>
                    <a:pt x="702" y="7208"/>
                    <a:pt x="702" y="7208"/>
                  </a:cubicBezTo>
                  <a:cubicBezTo>
                    <a:pt x="698" y="7227"/>
                    <a:pt x="694" y="7247"/>
                    <a:pt x="691" y="7266"/>
                  </a:cubicBezTo>
                  <a:close/>
                  <a:moveTo>
                    <a:pt x="926" y="6352"/>
                  </a:moveTo>
                  <a:cubicBezTo>
                    <a:pt x="948" y="6359"/>
                    <a:pt x="948" y="6359"/>
                    <a:pt x="948" y="6359"/>
                  </a:cubicBezTo>
                  <a:cubicBezTo>
                    <a:pt x="955" y="6340"/>
                    <a:pt x="961" y="6322"/>
                    <a:pt x="967" y="6303"/>
                  </a:cubicBezTo>
                  <a:cubicBezTo>
                    <a:pt x="945" y="6296"/>
                    <a:pt x="945" y="6296"/>
                    <a:pt x="945" y="6296"/>
                  </a:cubicBezTo>
                  <a:cubicBezTo>
                    <a:pt x="938" y="6314"/>
                    <a:pt x="932" y="6333"/>
                    <a:pt x="926" y="6352"/>
                  </a:cubicBezTo>
                  <a:close/>
                  <a:moveTo>
                    <a:pt x="1825" y="4497"/>
                  </a:moveTo>
                  <a:cubicBezTo>
                    <a:pt x="1814" y="4514"/>
                    <a:pt x="1803" y="4530"/>
                    <a:pt x="1793" y="4546"/>
                  </a:cubicBezTo>
                  <a:cubicBezTo>
                    <a:pt x="1812" y="4559"/>
                    <a:pt x="1812" y="4559"/>
                    <a:pt x="1812" y="4559"/>
                  </a:cubicBezTo>
                  <a:cubicBezTo>
                    <a:pt x="1823" y="4543"/>
                    <a:pt x="1834" y="4527"/>
                    <a:pt x="1845" y="4510"/>
                  </a:cubicBezTo>
                  <a:lnTo>
                    <a:pt x="1825" y="4497"/>
                  </a:lnTo>
                  <a:close/>
                  <a:moveTo>
                    <a:pt x="890" y="6464"/>
                  </a:moveTo>
                  <a:cubicBezTo>
                    <a:pt x="913" y="6471"/>
                    <a:pt x="913" y="6471"/>
                    <a:pt x="913" y="6471"/>
                  </a:cubicBezTo>
                  <a:cubicBezTo>
                    <a:pt x="919" y="6453"/>
                    <a:pt x="925" y="6434"/>
                    <a:pt x="930" y="6415"/>
                  </a:cubicBezTo>
                  <a:cubicBezTo>
                    <a:pt x="908" y="6408"/>
                    <a:pt x="908" y="6408"/>
                    <a:pt x="908" y="6408"/>
                  </a:cubicBezTo>
                  <a:cubicBezTo>
                    <a:pt x="902" y="6427"/>
                    <a:pt x="896" y="6446"/>
                    <a:pt x="890" y="6464"/>
                  </a:cubicBezTo>
                  <a:close/>
                  <a:moveTo>
                    <a:pt x="1087" y="5971"/>
                  </a:moveTo>
                  <a:cubicBezTo>
                    <a:pt x="1065" y="5962"/>
                    <a:pt x="1065" y="5962"/>
                    <a:pt x="1065" y="5962"/>
                  </a:cubicBezTo>
                  <a:cubicBezTo>
                    <a:pt x="1057" y="5981"/>
                    <a:pt x="1050" y="5999"/>
                    <a:pt x="1043" y="6017"/>
                  </a:cubicBezTo>
                  <a:cubicBezTo>
                    <a:pt x="1066" y="6026"/>
                    <a:pt x="1066" y="6026"/>
                    <a:pt x="1066" y="6026"/>
                  </a:cubicBezTo>
                  <a:cubicBezTo>
                    <a:pt x="1072" y="6007"/>
                    <a:pt x="1079" y="5989"/>
                    <a:pt x="1087" y="5971"/>
                  </a:cubicBezTo>
                  <a:close/>
                  <a:moveTo>
                    <a:pt x="2426" y="13690"/>
                  </a:moveTo>
                  <a:cubicBezTo>
                    <a:pt x="2439" y="13704"/>
                    <a:pt x="2452" y="13719"/>
                    <a:pt x="2465" y="13734"/>
                  </a:cubicBezTo>
                  <a:cubicBezTo>
                    <a:pt x="2482" y="13718"/>
                    <a:pt x="2482" y="13718"/>
                    <a:pt x="2482" y="13718"/>
                  </a:cubicBezTo>
                  <a:cubicBezTo>
                    <a:pt x="2469" y="13704"/>
                    <a:pt x="2456" y="13689"/>
                    <a:pt x="2444" y="13674"/>
                  </a:cubicBezTo>
                  <a:lnTo>
                    <a:pt x="2426" y="13690"/>
                  </a:lnTo>
                  <a:close/>
                  <a:moveTo>
                    <a:pt x="2320" y="3837"/>
                  </a:moveTo>
                  <a:cubicBezTo>
                    <a:pt x="2307" y="3852"/>
                    <a:pt x="2295" y="3868"/>
                    <a:pt x="2282" y="3883"/>
                  </a:cubicBezTo>
                  <a:cubicBezTo>
                    <a:pt x="2300" y="3898"/>
                    <a:pt x="2300" y="3898"/>
                    <a:pt x="2300" y="3898"/>
                  </a:cubicBezTo>
                  <a:cubicBezTo>
                    <a:pt x="2313" y="3883"/>
                    <a:pt x="2325" y="3868"/>
                    <a:pt x="2338" y="3853"/>
                  </a:cubicBezTo>
                  <a:lnTo>
                    <a:pt x="2320" y="3837"/>
                  </a:lnTo>
                  <a:close/>
                  <a:moveTo>
                    <a:pt x="2504" y="13778"/>
                  </a:moveTo>
                  <a:cubicBezTo>
                    <a:pt x="2517" y="13792"/>
                    <a:pt x="2530" y="13807"/>
                    <a:pt x="2544" y="13821"/>
                  </a:cubicBezTo>
                  <a:cubicBezTo>
                    <a:pt x="2561" y="13805"/>
                    <a:pt x="2561" y="13805"/>
                    <a:pt x="2561" y="13805"/>
                  </a:cubicBezTo>
                  <a:cubicBezTo>
                    <a:pt x="2548" y="13791"/>
                    <a:pt x="2535" y="13776"/>
                    <a:pt x="2521" y="13762"/>
                  </a:cubicBezTo>
                  <a:lnTo>
                    <a:pt x="2504" y="13778"/>
                  </a:lnTo>
                  <a:close/>
                  <a:moveTo>
                    <a:pt x="2349" y="13600"/>
                  </a:moveTo>
                  <a:cubicBezTo>
                    <a:pt x="2362" y="13615"/>
                    <a:pt x="2374" y="13630"/>
                    <a:pt x="2387" y="13645"/>
                  </a:cubicBezTo>
                  <a:cubicBezTo>
                    <a:pt x="2405" y="13630"/>
                    <a:pt x="2405" y="13630"/>
                    <a:pt x="2405" y="13630"/>
                  </a:cubicBezTo>
                  <a:cubicBezTo>
                    <a:pt x="2392" y="13615"/>
                    <a:pt x="2379" y="13600"/>
                    <a:pt x="2367" y="13585"/>
                  </a:cubicBezTo>
                  <a:lnTo>
                    <a:pt x="2349" y="13600"/>
                  </a:lnTo>
                  <a:close/>
                  <a:moveTo>
                    <a:pt x="2553" y="3572"/>
                  </a:moveTo>
                  <a:cubicBezTo>
                    <a:pt x="2540" y="3586"/>
                    <a:pt x="2527" y="3601"/>
                    <a:pt x="2514" y="3615"/>
                  </a:cubicBezTo>
                  <a:cubicBezTo>
                    <a:pt x="2531" y="3631"/>
                    <a:pt x="2531" y="3631"/>
                    <a:pt x="2531" y="3631"/>
                  </a:cubicBezTo>
                  <a:cubicBezTo>
                    <a:pt x="2544" y="3617"/>
                    <a:pt x="2557" y="3602"/>
                    <a:pt x="2571" y="3588"/>
                  </a:cubicBezTo>
                  <a:lnTo>
                    <a:pt x="2553" y="3572"/>
                  </a:lnTo>
                  <a:close/>
                  <a:moveTo>
                    <a:pt x="2396" y="3748"/>
                  </a:moveTo>
                  <a:cubicBezTo>
                    <a:pt x="2384" y="3763"/>
                    <a:pt x="2371" y="3777"/>
                    <a:pt x="2358" y="3792"/>
                  </a:cubicBezTo>
                  <a:cubicBezTo>
                    <a:pt x="2376" y="3808"/>
                    <a:pt x="2376" y="3808"/>
                    <a:pt x="2376" y="3808"/>
                  </a:cubicBezTo>
                  <a:cubicBezTo>
                    <a:pt x="2389" y="3793"/>
                    <a:pt x="2401" y="3778"/>
                    <a:pt x="2414" y="3763"/>
                  </a:cubicBezTo>
                  <a:lnTo>
                    <a:pt x="2396" y="3748"/>
                  </a:lnTo>
                  <a:close/>
                  <a:moveTo>
                    <a:pt x="2474" y="3659"/>
                  </a:moveTo>
                  <a:cubicBezTo>
                    <a:pt x="2461" y="3674"/>
                    <a:pt x="2448" y="3689"/>
                    <a:pt x="2435" y="3703"/>
                  </a:cubicBezTo>
                  <a:cubicBezTo>
                    <a:pt x="2453" y="3719"/>
                    <a:pt x="2453" y="3719"/>
                    <a:pt x="2453" y="3719"/>
                  </a:cubicBezTo>
                  <a:cubicBezTo>
                    <a:pt x="2466" y="3704"/>
                    <a:pt x="2479" y="3689"/>
                    <a:pt x="2492" y="3675"/>
                  </a:cubicBezTo>
                  <a:lnTo>
                    <a:pt x="2474" y="3659"/>
                  </a:lnTo>
                  <a:close/>
                  <a:moveTo>
                    <a:pt x="10915" y="1673"/>
                  </a:moveTo>
                  <a:cubicBezTo>
                    <a:pt x="10933" y="1680"/>
                    <a:pt x="10951" y="1687"/>
                    <a:pt x="10969" y="1695"/>
                  </a:cubicBezTo>
                  <a:cubicBezTo>
                    <a:pt x="10978" y="1673"/>
                    <a:pt x="10978" y="1673"/>
                    <a:pt x="10978" y="1673"/>
                  </a:cubicBezTo>
                  <a:cubicBezTo>
                    <a:pt x="10960" y="1666"/>
                    <a:pt x="10942" y="1658"/>
                    <a:pt x="10923" y="1651"/>
                  </a:cubicBezTo>
                  <a:lnTo>
                    <a:pt x="10915" y="1673"/>
                  </a:lnTo>
                  <a:close/>
                  <a:moveTo>
                    <a:pt x="11024" y="1717"/>
                  </a:moveTo>
                  <a:cubicBezTo>
                    <a:pt x="11042" y="1725"/>
                    <a:pt x="11060" y="1732"/>
                    <a:pt x="11078" y="1740"/>
                  </a:cubicBezTo>
                  <a:cubicBezTo>
                    <a:pt x="11087" y="1718"/>
                    <a:pt x="11087" y="1718"/>
                    <a:pt x="11087" y="1718"/>
                  </a:cubicBezTo>
                  <a:cubicBezTo>
                    <a:pt x="11069" y="1710"/>
                    <a:pt x="11051" y="1703"/>
                    <a:pt x="11033" y="1695"/>
                  </a:cubicBezTo>
                  <a:lnTo>
                    <a:pt x="11024" y="1717"/>
                  </a:lnTo>
                  <a:close/>
                  <a:moveTo>
                    <a:pt x="2634" y="3486"/>
                  </a:moveTo>
                  <a:cubicBezTo>
                    <a:pt x="2620" y="3500"/>
                    <a:pt x="2607" y="3514"/>
                    <a:pt x="2594" y="3529"/>
                  </a:cubicBezTo>
                  <a:cubicBezTo>
                    <a:pt x="2611" y="3545"/>
                    <a:pt x="2611" y="3545"/>
                    <a:pt x="2611" y="3545"/>
                  </a:cubicBezTo>
                  <a:cubicBezTo>
                    <a:pt x="2624" y="3530"/>
                    <a:pt x="2637" y="3516"/>
                    <a:pt x="2651" y="3502"/>
                  </a:cubicBezTo>
                  <a:lnTo>
                    <a:pt x="2634" y="3486"/>
                  </a:lnTo>
                  <a:close/>
                  <a:moveTo>
                    <a:pt x="2583" y="13864"/>
                  </a:moveTo>
                  <a:cubicBezTo>
                    <a:pt x="2597" y="13879"/>
                    <a:pt x="2610" y="13893"/>
                    <a:pt x="2624" y="13907"/>
                  </a:cubicBezTo>
                  <a:cubicBezTo>
                    <a:pt x="2641" y="13891"/>
                    <a:pt x="2641" y="13891"/>
                    <a:pt x="2641" y="13891"/>
                  </a:cubicBezTo>
                  <a:cubicBezTo>
                    <a:pt x="2627" y="13877"/>
                    <a:pt x="2614" y="13863"/>
                    <a:pt x="2601" y="13848"/>
                  </a:cubicBezTo>
                  <a:lnTo>
                    <a:pt x="2583" y="13864"/>
                  </a:lnTo>
                  <a:close/>
                  <a:moveTo>
                    <a:pt x="11132" y="1763"/>
                  </a:moveTo>
                  <a:cubicBezTo>
                    <a:pt x="11150" y="1771"/>
                    <a:pt x="11168" y="1779"/>
                    <a:pt x="11186" y="1786"/>
                  </a:cubicBezTo>
                  <a:cubicBezTo>
                    <a:pt x="11196" y="1765"/>
                    <a:pt x="11196" y="1765"/>
                    <a:pt x="11196" y="1765"/>
                  </a:cubicBezTo>
                  <a:cubicBezTo>
                    <a:pt x="11178" y="1757"/>
                    <a:pt x="11160" y="1749"/>
                    <a:pt x="11142" y="1741"/>
                  </a:cubicBezTo>
                  <a:lnTo>
                    <a:pt x="11132" y="1763"/>
                  </a:lnTo>
                  <a:close/>
                  <a:moveTo>
                    <a:pt x="1985" y="13137"/>
                  </a:moveTo>
                  <a:cubicBezTo>
                    <a:pt x="1997" y="13153"/>
                    <a:pt x="2008" y="13168"/>
                    <a:pt x="2020" y="13184"/>
                  </a:cubicBezTo>
                  <a:cubicBezTo>
                    <a:pt x="2039" y="13170"/>
                    <a:pt x="2039" y="13170"/>
                    <a:pt x="2039" y="13170"/>
                  </a:cubicBezTo>
                  <a:cubicBezTo>
                    <a:pt x="2027" y="13154"/>
                    <a:pt x="2016" y="13139"/>
                    <a:pt x="2004" y="13123"/>
                  </a:cubicBezTo>
                  <a:lnTo>
                    <a:pt x="1985" y="13137"/>
                  </a:lnTo>
                  <a:close/>
                  <a:moveTo>
                    <a:pt x="1850" y="12943"/>
                  </a:moveTo>
                  <a:cubicBezTo>
                    <a:pt x="1861" y="12960"/>
                    <a:pt x="1872" y="12976"/>
                    <a:pt x="1883" y="12992"/>
                  </a:cubicBezTo>
                  <a:cubicBezTo>
                    <a:pt x="1903" y="12979"/>
                    <a:pt x="1903" y="12979"/>
                    <a:pt x="1903" y="12979"/>
                  </a:cubicBezTo>
                  <a:cubicBezTo>
                    <a:pt x="1892" y="12963"/>
                    <a:pt x="1881" y="12946"/>
                    <a:pt x="1870" y="12930"/>
                  </a:cubicBezTo>
                  <a:lnTo>
                    <a:pt x="1850" y="12943"/>
                  </a:lnTo>
                  <a:close/>
                  <a:moveTo>
                    <a:pt x="2055" y="13232"/>
                  </a:moveTo>
                  <a:cubicBezTo>
                    <a:pt x="2067" y="13247"/>
                    <a:pt x="2079" y="13263"/>
                    <a:pt x="2091" y="13279"/>
                  </a:cubicBezTo>
                  <a:cubicBezTo>
                    <a:pt x="2109" y="13264"/>
                    <a:pt x="2109" y="13264"/>
                    <a:pt x="2109" y="13264"/>
                  </a:cubicBezTo>
                  <a:cubicBezTo>
                    <a:pt x="2098" y="13249"/>
                    <a:pt x="2086" y="13233"/>
                    <a:pt x="2074" y="13217"/>
                  </a:cubicBezTo>
                  <a:lnTo>
                    <a:pt x="2055" y="13232"/>
                  </a:lnTo>
                  <a:close/>
                  <a:moveTo>
                    <a:pt x="1959" y="4303"/>
                  </a:moveTo>
                  <a:cubicBezTo>
                    <a:pt x="1948" y="4319"/>
                    <a:pt x="1936" y="4335"/>
                    <a:pt x="1925" y="4351"/>
                  </a:cubicBezTo>
                  <a:cubicBezTo>
                    <a:pt x="1944" y="4365"/>
                    <a:pt x="1944" y="4365"/>
                    <a:pt x="1944" y="4365"/>
                  </a:cubicBezTo>
                  <a:cubicBezTo>
                    <a:pt x="1956" y="4349"/>
                    <a:pt x="1967" y="4333"/>
                    <a:pt x="1978" y="4317"/>
                  </a:cubicBezTo>
                  <a:lnTo>
                    <a:pt x="1959" y="4303"/>
                  </a:lnTo>
                  <a:close/>
                  <a:moveTo>
                    <a:pt x="2028" y="4208"/>
                  </a:moveTo>
                  <a:cubicBezTo>
                    <a:pt x="2017" y="4224"/>
                    <a:pt x="2005" y="4239"/>
                    <a:pt x="1994" y="4255"/>
                  </a:cubicBezTo>
                  <a:cubicBezTo>
                    <a:pt x="2013" y="4269"/>
                    <a:pt x="2013" y="4269"/>
                    <a:pt x="2013" y="4269"/>
                  </a:cubicBezTo>
                  <a:cubicBezTo>
                    <a:pt x="2024" y="4253"/>
                    <a:pt x="2036" y="4238"/>
                    <a:pt x="2047" y="4222"/>
                  </a:cubicBezTo>
                  <a:lnTo>
                    <a:pt x="2028" y="4208"/>
                  </a:lnTo>
                  <a:close/>
                  <a:moveTo>
                    <a:pt x="1917" y="13041"/>
                  </a:moveTo>
                  <a:cubicBezTo>
                    <a:pt x="1928" y="13057"/>
                    <a:pt x="1940" y="13073"/>
                    <a:pt x="1951" y="13089"/>
                  </a:cubicBezTo>
                  <a:cubicBezTo>
                    <a:pt x="1970" y="13075"/>
                    <a:pt x="1970" y="13075"/>
                    <a:pt x="1970" y="13075"/>
                  </a:cubicBezTo>
                  <a:cubicBezTo>
                    <a:pt x="1959" y="13059"/>
                    <a:pt x="1948" y="13043"/>
                    <a:pt x="1936" y="13027"/>
                  </a:cubicBezTo>
                  <a:lnTo>
                    <a:pt x="1917" y="13041"/>
                  </a:lnTo>
                  <a:close/>
                  <a:moveTo>
                    <a:pt x="1891" y="4400"/>
                  </a:moveTo>
                  <a:cubicBezTo>
                    <a:pt x="1880" y="4416"/>
                    <a:pt x="1869" y="4432"/>
                    <a:pt x="1858" y="4448"/>
                  </a:cubicBezTo>
                  <a:cubicBezTo>
                    <a:pt x="1878" y="4462"/>
                    <a:pt x="1878" y="4462"/>
                    <a:pt x="1878" y="4462"/>
                  </a:cubicBezTo>
                  <a:cubicBezTo>
                    <a:pt x="1889" y="4445"/>
                    <a:pt x="1900" y="4429"/>
                    <a:pt x="1911" y="4413"/>
                  </a:cubicBezTo>
                  <a:lnTo>
                    <a:pt x="1891" y="4400"/>
                  </a:lnTo>
                  <a:close/>
                  <a:moveTo>
                    <a:pt x="2273" y="13510"/>
                  </a:moveTo>
                  <a:cubicBezTo>
                    <a:pt x="2286" y="13525"/>
                    <a:pt x="2298" y="13540"/>
                    <a:pt x="2311" y="13555"/>
                  </a:cubicBezTo>
                  <a:cubicBezTo>
                    <a:pt x="2329" y="13540"/>
                    <a:pt x="2329" y="13540"/>
                    <a:pt x="2329" y="13540"/>
                  </a:cubicBezTo>
                  <a:cubicBezTo>
                    <a:pt x="2316" y="13525"/>
                    <a:pt x="2304" y="13510"/>
                    <a:pt x="2292" y="13495"/>
                  </a:cubicBezTo>
                  <a:lnTo>
                    <a:pt x="2273" y="13510"/>
                  </a:lnTo>
                  <a:close/>
                  <a:moveTo>
                    <a:pt x="2245" y="3928"/>
                  </a:moveTo>
                  <a:cubicBezTo>
                    <a:pt x="2233" y="3944"/>
                    <a:pt x="2220" y="3959"/>
                    <a:pt x="2208" y="3974"/>
                  </a:cubicBezTo>
                  <a:cubicBezTo>
                    <a:pt x="2226" y="3989"/>
                    <a:pt x="2226" y="3989"/>
                    <a:pt x="2226" y="3989"/>
                  </a:cubicBezTo>
                  <a:cubicBezTo>
                    <a:pt x="2239" y="3974"/>
                    <a:pt x="2251" y="3958"/>
                    <a:pt x="2263" y="3943"/>
                  </a:cubicBezTo>
                  <a:lnTo>
                    <a:pt x="2245" y="3928"/>
                  </a:lnTo>
                  <a:close/>
                  <a:moveTo>
                    <a:pt x="2099" y="4114"/>
                  </a:moveTo>
                  <a:cubicBezTo>
                    <a:pt x="2087" y="4129"/>
                    <a:pt x="2075" y="4145"/>
                    <a:pt x="2064" y="4161"/>
                  </a:cubicBezTo>
                  <a:cubicBezTo>
                    <a:pt x="2082" y="4175"/>
                    <a:pt x="2082" y="4175"/>
                    <a:pt x="2082" y="4175"/>
                  </a:cubicBezTo>
                  <a:cubicBezTo>
                    <a:pt x="2094" y="4159"/>
                    <a:pt x="2106" y="4143"/>
                    <a:pt x="2118" y="4128"/>
                  </a:cubicBezTo>
                  <a:lnTo>
                    <a:pt x="2099" y="4114"/>
                  </a:lnTo>
                  <a:close/>
                  <a:moveTo>
                    <a:pt x="2199" y="13418"/>
                  </a:moveTo>
                  <a:cubicBezTo>
                    <a:pt x="2211" y="13434"/>
                    <a:pt x="2224" y="13449"/>
                    <a:pt x="2236" y="13464"/>
                  </a:cubicBezTo>
                  <a:cubicBezTo>
                    <a:pt x="2254" y="13449"/>
                    <a:pt x="2254" y="13449"/>
                    <a:pt x="2254" y="13449"/>
                  </a:cubicBezTo>
                  <a:cubicBezTo>
                    <a:pt x="2242" y="13434"/>
                    <a:pt x="2230" y="13419"/>
                    <a:pt x="2218" y="13404"/>
                  </a:cubicBezTo>
                  <a:lnTo>
                    <a:pt x="2199" y="13418"/>
                  </a:lnTo>
                  <a:close/>
                  <a:moveTo>
                    <a:pt x="2171" y="4020"/>
                  </a:moveTo>
                  <a:cubicBezTo>
                    <a:pt x="2159" y="4036"/>
                    <a:pt x="2147" y="4051"/>
                    <a:pt x="2135" y="4067"/>
                  </a:cubicBezTo>
                  <a:cubicBezTo>
                    <a:pt x="2154" y="4081"/>
                    <a:pt x="2154" y="4081"/>
                    <a:pt x="2154" y="4081"/>
                  </a:cubicBezTo>
                  <a:cubicBezTo>
                    <a:pt x="2166" y="4066"/>
                    <a:pt x="2178" y="4050"/>
                    <a:pt x="2190" y="4035"/>
                  </a:cubicBezTo>
                  <a:lnTo>
                    <a:pt x="2171" y="4020"/>
                  </a:lnTo>
                  <a:close/>
                  <a:moveTo>
                    <a:pt x="2126" y="13325"/>
                  </a:moveTo>
                  <a:cubicBezTo>
                    <a:pt x="2138" y="13341"/>
                    <a:pt x="2151" y="13357"/>
                    <a:pt x="2163" y="13372"/>
                  </a:cubicBezTo>
                  <a:cubicBezTo>
                    <a:pt x="2181" y="13357"/>
                    <a:pt x="2181" y="13357"/>
                    <a:pt x="2181" y="13357"/>
                  </a:cubicBezTo>
                  <a:cubicBezTo>
                    <a:pt x="2169" y="13342"/>
                    <a:pt x="2157" y="13327"/>
                    <a:pt x="2145" y="13311"/>
                  </a:cubicBezTo>
                  <a:lnTo>
                    <a:pt x="2126" y="13325"/>
                  </a:lnTo>
                  <a:close/>
                  <a:moveTo>
                    <a:pt x="1002" y="11204"/>
                  </a:moveTo>
                  <a:cubicBezTo>
                    <a:pt x="995" y="11186"/>
                    <a:pt x="989" y="11167"/>
                    <a:pt x="983" y="11149"/>
                  </a:cubicBezTo>
                  <a:cubicBezTo>
                    <a:pt x="960" y="11156"/>
                    <a:pt x="960" y="11156"/>
                    <a:pt x="960" y="11156"/>
                  </a:cubicBezTo>
                  <a:cubicBezTo>
                    <a:pt x="967" y="11175"/>
                    <a:pt x="973" y="11193"/>
                    <a:pt x="980" y="11212"/>
                  </a:cubicBezTo>
                  <a:lnTo>
                    <a:pt x="1002" y="11204"/>
                  </a:lnTo>
                  <a:close/>
                  <a:moveTo>
                    <a:pt x="1041" y="11314"/>
                  </a:moveTo>
                  <a:cubicBezTo>
                    <a:pt x="1035" y="11296"/>
                    <a:pt x="1028" y="11278"/>
                    <a:pt x="1021" y="11259"/>
                  </a:cubicBezTo>
                  <a:cubicBezTo>
                    <a:pt x="999" y="11267"/>
                    <a:pt x="999" y="11267"/>
                    <a:pt x="999" y="11267"/>
                  </a:cubicBezTo>
                  <a:cubicBezTo>
                    <a:pt x="1006" y="11286"/>
                    <a:pt x="1013" y="11304"/>
                    <a:pt x="1019" y="11322"/>
                  </a:cubicBezTo>
                  <a:lnTo>
                    <a:pt x="1041" y="11314"/>
                  </a:lnTo>
                  <a:close/>
                  <a:moveTo>
                    <a:pt x="10805" y="1631"/>
                  </a:moveTo>
                  <a:cubicBezTo>
                    <a:pt x="10823" y="1638"/>
                    <a:pt x="10842" y="1645"/>
                    <a:pt x="10860" y="1652"/>
                  </a:cubicBezTo>
                  <a:cubicBezTo>
                    <a:pt x="10868" y="1630"/>
                    <a:pt x="10868" y="1630"/>
                    <a:pt x="10868" y="1630"/>
                  </a:cubicBezTo>
                  <a:cubicBezTo>
                    <a:pt x="10850" y="1622"/>
                    <a:pt x="10832" y="1615"/>
                    <a:pt x="10813" y="1609"/>
                  </a:cubicBezTo>
                  <a:lnTo>
                    <a:pt x="10805" y="1631"/>
                  </a:lnTo>
                  <a:close/>
                  <a:moveTo>
                    <a:pt x="964" y="11093"/>
                  </a:moveTo>
                  <a:cubicBezTo>
                    <a:pt x="958" y="11075"/>
                    <a:pt x="952" y="11056"/>
                    <a:pt x="946" y="11038"/>
                  </a:cubicBezTo>
                  <a:cubicBezTo>
                    <a:pt x="923" y="11045"/>
                    <a:pt x="923" y="11045"/>
                    <a:pt x="923" y="11045"/>
                  </a:cubicBezTo>
                  <a:cubicBezTo>
                    <a:pt x="929" y="11064"/>
                    <a:pt x="936" y="11082"/>
                    <a:pt x="942" y="11101"/>
                  </a:cubicBezTo>
                  <a:lnTo>
                    <a:pt x="964" y="11093"/>
                  </a:lnTo>
                  <a:close/>
                  <a:moveTo>
                    <a:pt x="1126" y="11533"/>
                  </a:moveTo>
                  <a:cubicBezTo>
                    <a:pt x="1118" y="11515"/>
                    <a:pt x="1111" y="11496"/>
                    <a:pt x="1104" y="11478"/>
                  </a:cubicBezTo>
                  <a:cubicBezTo>
                    <a:pt x="1082" y="11487"/>
                    <a:pt x="1082" y="11487"/>
                    <a:pt x="1082" y="11487"/>
                  </a:cubicBezTo>
                  <a:cubicBezTo>
                    <a:pt x="1089" y="11505"/>
                    <a:pt x="1096" y="11523"/>
                    <a:pt x="1104" y="11542"/>
                  </a:cubicBezTo>
                  <a:lnTo>
                    <a:pt x="1126" y="11533"/>
                  </a:lnTo>
                  <a:close/>
                  <a:moveTo>
                    <a:pt x="1083" y="11424"/>
                  </a:moveTo>
                  <a:cubicBezTo>
                    <a:pt x="1076" y="11405"/>
                    <a:pt x="1069" y="11387"/>
                    <a:pt x="1062" y="11369"/>
                  </a:cubicBezTo>
                  <a:cubicBezTo>
                    <a:pt x="1040" y="11377"/>
                    <a:pt x="1040" y="11377"/>
                    <a:pt x="1040" y="11377"/>
                  </a:cubicBezTo>
                  <a:cubicBezTo>
                    <a:pt x="1047" y="11396"/>
                    <a:pt x="1054" y="11414"/>
                    <a:pt x="1061" y="11432"/>
                  </a:cubicBezTo>
                  <a:lnTo>
                    <a:pt x="1083" y="11424"/>
                  </a:lnTo>
                  <a:close/>
                  <a:moveTo>
                    <a:pt x="1108" y="5852"/>
                  </a:moveTo>
                  <a:cubicBezTo>
                    <a:pt x="1101" y="5871"/>
                    <a:pt x="1093" y="5889"/>
                    <a:pt x="1086" y="5907"/>
                  </a:cubicBezTo>
                  <a:cubicBezTo>
                    <a:pt x="1108" y="5916"/>
                    <a:pt x="1108" y="5916"/>
                    <a:pt x="1108" y="5916"/>
                  </a:cubicBezTo>
                  <a:cubicBezTo>
                    <a:pt x="1115" y="5898"/>
                    <a:pt x="1123" y="5879"/>
                    <a:pt x="1130" y="5861"/>
                  </a:cubicBezTo>
                  <a:lnTo>
                    <a:pt x="1108" y="5852"/>
                  </a:lnTo>
                  <a:close/>
                  <a:moveTo>
                    <a:pt x="928" y="10982"/>
                  </a:moveTo>
                  <a:cubicBezTo>
                    <a:pt x="922" y="10963"/>
                    <a:pt x="916" y="10945"/>
                    <a:pt x="911" y="10926"/>
                  </a:cubicBezTo>
                  <a:cubicBezTo>
                    <a:pt x="888" y="10933"/>
                    <a:pt x="888" y="10933"/>
                    <a:pt x="888" y="10933"/>
                  </a:cubicBezTo>
                  <a:cubicBezTo>
                    <a:pt x="894" y="10952"/>
                    <a:pt x="900" y="10970"/>
                    <a:pt x="906" y="10989"/>
                  </a:cubicBezTo>
                  <a:lnTo>
                    <a:pt x="928" y="10982"/>
                  </a:lnTo>
                  <a:close/>
                  <a:moveTo>
                    <a:pt x="774" y="10417"/>
                  </a:moveTo>
                  <a:cubicBezTo>
                    <a:pt x="769" y="10398"/>
                    <a:pt x="765" y="10379"/>
                    <a:pt x="761" y="10360"/>
                  </a:cubicBezTo>
                  <a:cubicBezTo>
                    <a:pt x="738" y="10365"/>
                    <a:pt x="738" y="10365"/>
                    <a:pt x="738" y="10365"/>
                  </a:cubicBezTo>
                  <a:cubicBezTo>
                    <a:pt x="742" y="10384"/>
                    <a:pt x="746" y="10403"/>
                    <a:pt x="751" y="10422"/>
                  </a:cubicBezTo>
                  <a:lnTo>
                    <a:pt x="774" y="10417"/>
                  </a:lnTo>
                  <a:close/>
                  <a:moveTo>
                    <a:pt x="801" y="10531"/>
                  </a:moveTo>
                  <a:cubicBezTo>
                    <a:pt x="796" y="10512"/>
                    <a:pt x="792" y="10493"/>
                    <a:pt x="787" y="10474"/>
                  </a:cubicBezTo>
                  <a:cubicBezTo>
                    <a:pt x="764" y="10480"/>
                    <a:pt x="764" y="10480"/>
                    <a:pt x="764" y="10480"/>
                  </a:cubicBezTo>
                  <a:cubicBezTo>
                    <a:pt x="769" y="10499"/>
                    <a:pt x="773" y="10518"/>
                    <a:pt x="778" y="10537"/>
                  </a:cubicBezTo>
                  <a:lnTo>
                    <a:pt x="801" y="10531"/>
                  </a:lnTo>
                  <a:close/>
                  <a:moveTo>
                    <a:pt x="894" y="10870"/>
                  </a:moveTo>
                  <a:cubicBezTo>
                    <a:pt x="888" y="10851"/>
                    <a:pt x="883" y="10833"/>
                    <a:pt x="877" y="10814"/>
                  </a:cubicBezTo>
                  <a:cubicBezTo>
                    <a:pt x="854" y="10820"/>
                    <a:pt x="854" y="10820"/>
                    <a:pt x="854" y="10820"/>
                  </a:cubicBezTo>
                  <a:cubicBezTo>
                    <a:pt x="860" y="10839"/>
                    <a:pt x="865" y="10858"/>
                    <a:pt x="871" y="10877"/>
                  </a:cubicBezTo>
                  <a:lnTo>
                    <a:pt x="894" y="10870"/>
                  </a:lnTo>
                  <a:close/>
                  <a:moveTo>
                    <a:pt x="861" y="10758"/>
                  </a:moveTo>
                  <a:cubicBezTo>
                    <a:pt x="856" y="10739"/>
                    <a:pt x="851" y="10720"/>
                    <a:pt x="845" y="10701"/>
                  </a:cubicBezTo>
                  <a:cubicBezTo>
                    <a:pt x="823" y="10707"/>
                    <a:pt x="823" y="10707"/>
                    <a:pt x="823" y="10707"/>
                  </a:cubicBezTo>
                  <a:cubicBezTo>
                    <a:pt x="828" y="10726"/>
                    <a:pt x="833" y="10745"/>
                    <a:pt x="838" y="10764"/>
                  </a:cubicBezTo>
                  <a:lnTo>
                    <a:pt x="861" y="10758"/>
                  </a:lnTo>
                  <a:close/>
                  <a:moveTo>
                    <a:pt x="830" y="10645"/>
                  </a:moveTo>
                  <a:cubicBezTo>
                    <a:pt x="825" y="10626"/>
                    <a:pt x="820" y="10607"/>
                    <a:pt x="815" y="10588"/>
                  </a:cubicBezTo>
                  <a:cubicBezTo>
                    <a:pt x="793" y="10594"/>
                    <a:pt x="793" y="10594"/>
                    <a:pt x="793" y="10594"/>
                  </a:cubicBezTo>
                  <a:cubicBezTo>
                    <a:pt x="797" y="10613"/>
                    <a:pt x="802" y="10632"/>
                    <a:pt x="807" y="10651"/>
                  </a:cubicBezTo>
                  <a:lnTo>
                    <a:pt x="830" y="10645"/>
                  </a:lnTo>
                  <a:close/>
                  <a:moveTo>
                    <a:pt x="1171" y="11641"/>
                  </a:moveTo>
                  <a:cubicBezTo>
                    <a:pt x="1163" y="11623"/>
                    <a:pt x="1155" y="11605"/>
                    <a:pt x="1148" y="11587"/>
                  </a:cubicBezTo>
                  <a:cubicBezTo>
                    <a:pt x="1126" y="11596"/>
                    <a:pt x="1126" y="11596"/>
                    <a:pt x="1126" y="11596"/>
                  </a:cubicBezTo>
                  <a:cubicBezTo>
                    <a:pt x="1134" y="11614"/>
                    <a:pt x="1141" y="11632"/>
                    <a:pt x="1149" y="11651"/>
                  </a:cubicBezTo>
                  <a:lnTo>
                    <a:pt x="1171" y="11641"/>
                  </a:lnTo>
                  <a:close/>
                  <a:moveTo>
                    <a:pt x="1315" y="11963"/>
                  </a:moveTo>
                  <a:cubicBezTo>
                    <a:pt x="1307" y="11945"/>
                    <a:pt x="1298" y="11927"/>
                    <a:pt x="1290" y="11910"/>
                  </a:cubicBezTo>
                  <a:cubicBezTo>
                    <a:pt x="1269" y="11920"/>
                    <a:pt x="1269" y="11920"/>
                    <a:pt x="1269" y="11920"/>
                  </a:cubicBezTo>
                  <a:cubicBezTo>
                    <a:pt x="1277" y="11937"/>
                    <a:pt x="1285" y="11955"/>
                    <a:pt x="1294" y="11973"/>
                  </a:cubicBezTo>
                  <a:lnTo>
                    <a:pt x="1315" y="11963"/>
                  </a:lnTo>
                  <a:close/>
                  <a:moveTo>
                    <a:pt x="1351" y="5313"/>
                  </a:moveTo>
                  <a:cubicBezTo>
                    <a:pt x="1343" y="5331"/>
                    <a:pt x="1334" y="5349"/>
                    <a:pt x="1325" y="5366"/>
                  </a:cubicBezTo>
                  <a:cubicBezTo>
                    <a:pt x="1346" y="5377"/>
                    <a:pt x="1346" y="5377"/>
                    <a:pt x="1346" y="5377"/>
                  </a:cubicBezTo>
                  <a:cubicBezTo>
                    <a:pt x="1355" y="5359"/>
                    <a:pt x="1364" y="5342"/>
                    <a:pt x="1372" y="5324"/>
                  </a:cubicBezTo>
                  <a:lnTo>
                    <a:pt x="1351" y="5313"/>
                  </a:lnTo>
                  <a:close/>
                  <a:moveTo>
                    <a:pt x="1299" y="5420"/>
                  </a:moveTo>
                  <a:cubicBezTo>
                    <a:pt x="1291" y="5437"/>
                    <a:pt x="1282" y="5455"/>
                    <a:pt x="1274" y="5473"/>
                  </a:cubicBezTo>
                  <a:cubicBezTo>
                    <a:pt x="1295" y="5483"/>
                    <a:pt x="1295" y="5483"/>
                    <a:pt x="1295" y="5483"/>
                  </a:cubicBezTo>
                  <a:cubicBezTo>
                    <a:pt x="1304" y="5465"/>
                    <a:pt x="1312" y="5448"/>
                    <a:pt x="1321" y="5430"/>
                  </a:cubicBezTo>
                  <a:lnTo>
                    <a:pt x="1299" y="5420"/>
                  </a:lnTo>
                  <a:close/>
                  <a:moveTo>
                    <a:pt x="1367" y="12068"/>
                  </a:moveTo>
                  <a:cubicBezTo>
                    <a:pt x="1358" y="12051"/>
                    <a:pt x="1349" y="12033"/>
                    <a:pt x="1341" y="12016"/>
                  </a:cubicBezTo>
                  <a:cubicBezTo>
                    <a:pt x="1319" y="12026"/>
                    <a:pt x="1319" y="12026"/>
                    <a:pt x="1319" y="12026"/>
                  </a:cubicBezTo>
                  <a:cubicBezTo>
                    <a:pt x="1328" y="12044"/>
                    <a:pt x="1337" y="12061"/>
                    <a:pt x="1346" y="12079"/>
                  </a:cubicBezTo>
                  <a:lnTo>
                    <a:pt x="1367" y="12068"/>
                  </a:lnTo>
                  <a:close/>
                  <a:moveTo>
                    <a:pt x="748" y="10303"/>
                  </a:moveTo>
                  <a:cubicBezTo>
                    <a:pt x="744" y="10284"/>
                    <a:pt x="740" y="10265"/>
                    <a:pt x="736" y="10245"/>
                  </a:cubicBezTo>
                  <a:cubicBezTo>
                    <a:pt x="713" y="10250"/>
                    <a:pt x="713" y="10250"/>
                    <a:pt x="713" y="10250"/>
                  </a:cubicBezTo>
                  <a:cubicBezTo>
                    <a:pt x="717" y="10269"/>
                    <a:pt x="721" y="10289"/>
                    <a:pt x="725" y="10308"/>
                  </a:cubicBezTo>
                  <a:lnTo>
                    <a:pt x="748" y="10303"/>
                  </a:lnTo>
                  <a:close/>
                  <a:moveTo>
                    <a:pt x="669" y="7382"/>
                  </a:moveTo>
                  <a:cubicBezTo>
                    <a:pt x="693" y="7386"/>
                    <a:pt x="693" y="7386"/>
                    <a:pt x="693" y="7386"/>
                  </a:cubicBezTo>
                  <a:cubicBezTo>
                    <a:pt x="696" y="7367"/>
                    <a:pt x="699" y="7347"/>
                    <a:pt x="703" y="7328"/>
                  </a:cubicBezTo>
                  <a:cubicBezTo>
                    <a:pt x="680" y="7324"/>
                    <a:pt x="680" y="7324"/>
                    <a:pt x="680" y="7324"/>
                  </a:cubicBezTo>
                  <a:cubicBezTo>
                    <a:pt x="676" y="7343"/>
                    <a:pt x="673" y="7363"/>
                    <a:pt x="669" y="7382"/>
                  </a:cubicBezTo>
                  <a:close/>
                  <a:moveTo>
                    <a:pt x="1420" y="12173"/>
                  </a:moveTo>
                  <a:cubicBezTo>
                    <a:pt x="1411" y="12156"/>
                    <a:pt x="1402" y="12138"/>
                    <a:pt x="1393" y="12121"/>
                  </a:cubicBezTo>
                  <a:cubicBezTo>
                    <a:pt x="1372" y="12132"/>
                    <a:pt x="1372" y="12132"/>
                    <a:pt x="1372" y="12132"/>
                  </a:cubicBezTo>
                  <a:cubicBezTo>
                    <a:pt x="1381" y="12149"/>
                    <a:pt x="1390" y="12167"/>
                    <a:pt x="1399" y="12184"/>
                  </a:cubicBezTo>
                  <a:lnTo>
                    <a:pt x="1420" y="12173"/>
                  </a:lnTo>
                  <a:close/>
                  <a:moveTo>
                    <a:pt x="1217" y="11749"/>
                  </a:moveTo>
                  <a:cubicBezTo>
                    <a:pt x="1209" y="11731"/>
                    <a:pt x="1201" y="11713"/>
                    <a:pt x="1194" y="11695"/>
                  </a:cubicBezTo>
                  <a:cubicBezTo>
                    <a:pt x="1172" y="11705"/>
                    <a:pt x="1172" y="11705"/>
                    <a:pt x="1172" y="11705"/>
                  </a:cubicBezTo>
                  <a:cubicBezTo>
                    <a:pt x="1180" y="11723"/>
                    <a:pt x="1188" y="11741"/>
                    <a:pt x="1195" y="11759"/>
                  </a:cubicBezTo>
                  <a:lnTo>
                    <a:pt x="1217" y="11749"/>
                  </a:lnTo>
                  <a:close/>
                  <a:moveTo>
                    <a:pt x="1153" y="5743"/>
                  </a:moveTo>
                  <a:cubicBezTo>
                    <a:pt x="1146" y="5761"/>
                    <a:pt x="1138" y="5779"/>
                    <a:pt x="1130" y="5798"/>
                  </a:cubicBezTo>
                  <a:cubicBezTo>
                    <a:pt x="1152" y="5807"/>
                    <a:pt x="1152" y="5807"/>
                    <a:pt x="1152" y="5807"/>
                  </a:cubicBezTo>
                  <a:cubicBezTo>
                    <a:pt x="1160" y="5788"/>
                    <a:pt x="1167" y="5770"/>
                    <a:pt x="1175" y="5752"/>
                  </a:cubicBezTo>
                  <a:lnTo>
                    <a:pt x="1153" y="5743"/>
                  </a:lnTo>
                  <a:close/>
                  <a:moveTo>
                    <a:pt x="1249" y="5527"/>
                  </a:moveTo>
                  <a:cubicBezTo>
                    <a:pt x="1241" y="5545"/>
                    <a:pt x="1232" y="5563"/>
                    <a:pt x="1224" y="5581"/>
                  </a:cubicBezTo>
                  <a:cubicBezTo>
                    <a:pt x="1246" y="5590"/>
                    <a:pt x="1246" y="5590"/>
                    <a:pt x="1246" y="5590"/>
                  </a:cubicBezTo>
                  <a:cubicBezTo>
                    <a:pt x="1254" y="5572"/>
                    <a:pt x="1262" y="5554"/>
                    <a:pt x="1270" y="5537"/>
                  </a:cubicBezTo>
                  <a:lnTo>
                    <a:pt x="1249" y="5527"/>
                  </a:lnTo>
                  <a:close/>
                  <a:moveTo>
                    <a:pt x="1265" y="11856"/>
                  </a:moveTo>
                  <a:cubicBezTo>
                    <a:pt x="1257" y="11839"/>
                    <a:pt x="1249" y="11821"/>
                    <a:pt x="1241" y="11803"/>
                  </a:cubicBezTo>
                  <a:cubicBezTo>
                    <a:pt x="1219" y="11813"/>
                    <a:pt x="1219" y="11813"/>
                    <a:pt x="1219" y="11813"/>
                  </a:cubicBezTo>
                  <a:cubicBezTo>
                    <a:pt x="1227" y="11831"/>
                    <a:pt x="1236" y="11848"/>
                    <a:pt x="1244" y="11866"/>
                  </a:cubicBezTo>
                  <a:lnTo>
                    <a:pt x="1265" y="11856"/>
                  </a:lnTo>
                  <a:close/>
                  <a:moveTo>
                    <a:pt x="1200" y="5635"/>
                  </a:moveTo>
                  <a:cubicBezTo>
                    <a:pt x="1192" y="5653"/>
                    <a:pt x="1184" y="5671"/>
                    <a:pt x="1177" y="5689"/>
                  </a:cubicBezTo>
                  <a:cubicBezTo>
                    <a:pt x="1198" y="5698"/>
                    <a:pt x="1198" y="5698"/>
                    <a:pt x="1198" y="5698"/>
                  </a:cubicBezTo>
                  <a:cubicBezTo>
                    <a:pt x="1206" y="5680"/>
                    <a:pt x="1214" y="5662"/>
                    <a:pt x="1222" y="5644"/>
                  </a:cubicBezTo>
                  <a:lnTo>
                    <a:pt x="1200" y="5635"/>
                  </a:lnTo>
                  <a:close/>
                  <a:moveTo>
                    <a:pt x="1405" y="5208"/>
                  </a:moveTo>
                  <a:cubicBezTo>
                    <a:pt x="1396" y="5225"/>
                    <a:pt x="1387" y="5243"/>
                    <a:pt x="1378" y="5261"/>
                  </a:cubicBezTo>
                  <a:cubicBezTo>
                    <a:pt x="1399" y="5271"/>
                    <a:pt x="1399" y="5271"/>
                    <a:pt x="1399" y="5271"/>
                  </a:cubicBezTo>
                  <a:cubicBezTo>
                    <a:pt x="1408" y="5254"/>
                    <a:pt x="1417" y="5236"/>
                    <a:pt x="1426" y="5219"/>
                  </a:cubicBezTo>
                  <a:lnTo>
                    <a:pt x="1405" y="5208"/>
                  </a:lnTo>
                  <a:close/>
                  <a:moveTo>
                    <a:pt x="564" y="8319"/>
                  </a:moveTo>
                  <a:cubicBezTo>
                    <a:pt x="587" y="8320"/>
                    <a:pt x="587" y="8320"/>
                    <a:pt x="587" y="8320"/>
                  </a:cubicBezTo>
                  <a:cubicBezTo>
                    <a:pt x="588" y="8300"/>
                    <a:pt x="589" y="8281"/>
                    <a:pt x="590" y="8261"/>
                  </a:cubicBezTo>
                  <a:cubicBezTo>
                    <a:pt x="567" y="8260"/>
                    <a:pt x="567" y="8260"/>
                    <a:pt x="567" y="8260"/>
                  </a:cubicBezTo>
                  <a:cubicBezTo>
                    <a:pt x="566" y="8280"/>
                    <a:pt x="565" y="8299"/>
                    <a:pt x="564" y="8319"/>
                  </a:cubicBezTo>
                  <a:close/>
                  <a:moveTo>
                    <a:pt x="555" y="8790"/>
                  </a:moveTo>
                  <a:cubicBezTo>
                    <a:pt x="578" y="8790"/>
                    <a:pt x="578" y="8790"/>
                    <a:pt x="578" y="8790"/>
                  </a:cubicBezTo>
                  <a:cubicBezTo>
                    <a:pt x="578" y="8770"/>
                    <a:pt x="578" y="8750"/>
                    <a:pt x="578" y="8731"/>
                  </a:cubicBezTo>
                  <a:cubicBezTo>
                    <a:pt x="554" y="8731"/>
                    <a:pt x="554" y="8731"/>
                    <a:pt x="554" y="8731"/>
                  </a:cubicBezTo>
                  <a:cubicBezTo>
                    <a:pt x="554" y="8751"/>
                    <a:pt x="554" y="8770"/>
                    <a:pt x="555" y="8790"/>
                  </a:cubicBezTo>
                  <a:close/>
                  <a:moveTo>
                    <a:pt x="559" y="8436"/>
                  </a:moveTo>
                  <a:cubicBezTo>
                    <a:pt x="582" y="8437"/>
                    <a:pt x="582" y="8437"/>
                    <a:pt x="582" y="8437"/>
                  </a:cubicBezTo>
                  <a:cubicBezTo>
                    <a:pt x="583" y="8418"/>
                    <a:pt x="584" y="8398"/>
                    <a:pt x="585" y="8379"/>
                  </a:cubicBezTo>
                  <a:cubicBezTo>
                    <a:pt x="561" y="8378"/>
                    <a:pt x="561" y="8378"/>
                    <a:pt x="561" y="8378"/>
                  </a:cubicBezTo>
                  <a:cubicBezTo>
                    <a:pt x="560" y="8397"/>
                    <a:pt x="559" y="8417"/>
                    <a:pt x="559" y="8436"/>
                  </a:cubicBezTo>
                  <a:close/>
                  <a:moveTo>
                    <a:pt x="556" y="8554"/>
                  </a:moveTo>
                  <a:cubicBezTo>
                    <a:pt x="579" y="8555"/>
                    <a:pt x="579" y="8555"/>
                    <a:pt x="579" y="8555"/>
                  </a:cubicBezTo>
                  <a:cubicBezTo>
                    <a:pt x="579" y="8535"/>
                    <a:pt x="580" y="8516"/>
                    <a:pt x="580" y="8496"/>
                  </a:cubicBezTo>
                  <a:cubicBezTo>
                    <a:pt x="557" y="8495"/>
                    <a:pt x="557" y="8495"/>
                    <a:pt x="557" y="8495"/>
                  </a:cubicBezTo>
                  <a:cubicBezTo>
                    <a:pt x="556" y="8515"/>
                    <a:pt x="556" y="8535"/>
                    <a:pt x="556" y="8554"/>
                  </a:cubicBezTo>
                  <a:close/>
                  <a:moveTo>
                    <a:pt x="579" y="8084"/>
                  </a:moveTo>
                  <a:cubicBezTo>
                    <a:pt x="603" y="8085"/>
                    <a:pt x="603" y="8085"/>
                    <a:pt x="603" y="8085"/>
                  </a:cubicBezTo>
                  <a:cubicBezTo>
                    <a:pt x="604" y="8066"/>
                    <a:pt x="606" y="8046"/>
                    <a:pt x="608" y="8027"/>
                  </a:cubicBezTo>
                  <a:cubicBezTo>
                    <a:pt x="584" y="8025"/>
                    <a:pt x="584" y="8025"/>
                    <a:pt x="584" y="8025"/>
                  </a:cubicBezTo>
                  <a:cubicBezTo>
                    <a:pt x="583" y="8044"/>
                    <a:pt x="581" y="8064"/>
                    <a:pt x="579" y="8084"/>
                  </a:cubicBezTo>
                  <a:close/>
                  <a:moveTo>
                    <a:pt x="554" y="8672"/>
                  </a:moveTo>
                  <a:cubicBezTo>
                    <a:pt x="578" y="8672"/>
                    <a:pt x="578" y="8672"/>
                    <a:pt x="578" y="8672"/>
                  </a:cubicBezTo>
                  <a:cubicBezTo>
                    <a:pt x="578" y="8653"/>
                    <a:pt x="578" y="8633"/>
                    <a:pt x="578" y="8613"/>
                  </a:cubicBezTo>
                  <a:cubicBezTo>
                    <a:pt x="555" y="8613"/>
                    <a:pt x="555" y="8613"/>
                    <a:pt x="555" y="8613"/>
                  </a:cubicBezTo>
                  <a:cubicBezTo>
                    <a:pt x="554" y="8633"/>
                    <a:pt x="554" y="8652"/>
                    <a:pt x="554" y="8672"/>
                  </a:cubicBezTo>
                  <a:close/>
                  <a:moveTo>
                    <a:pt x="571" y="8201"/>
                  </a:moveTo>
                  <a:cubicBezTo>
                    <a:pt x="594" y="8203"/>
                    <a:pt x="594" y="8203"/>
                    <a:pt x="594" y="8203"/>
                  </a:cubicBezTo>
                  <a:cubicBezTo>
                    <a:pt x="595" y="8183"/>
                    <a:pt x="597" y="8164"/>
                    <a:pt x="598" y="8144"/>
                  </a:cubicBezTo>
                  <a:cubicBezTo>
                    <a:pt x="575" y="8142"/>
                    <a:pt x="575" y="8142"/>
                    <a:pt x="575" y="8142"/>
                  </a:cubicBezTo>
                  <a:cubicBezTo>
                    <a:pt x="573" y="8162"/>
                    <a:pt x="572" y="8181"/>
                    <a:pt x="571" y="8201"/>
                  </a:cubicBezTo>
                  <a:close/>
                  <a:moveTo>
                    <a:pt x="590" y="7966"/>
                  </a:moveTo>
                  <a:cubicBezTo>
                    <a:pt x="613" y="7968"/>
                    <a:pt x="613" y="7968"/>
                    <a:pt x="613" y="7968"/>
                  </a:cubicBezTo>
                  <a:cubicBezTo>
                    <a:pt x="615" y="7949"/>
                    <a:pt x="617" y="7929"/>
                    <a:pt x="619" y="7910"/>
                  </a:cubicBezTo>
                  <a:cubicBezTo>
                    <a:pt x="596" y="7907"/>
                    <a:pt x="596" y="7907"/>
                    <a:pt x="596" y="7907"/>
                  </a:cubicBezTo>
                  <a:cubicBezTo>
                    <a:pt x="594" y="7927"/>
                    <a:pt x="592" y="7947"/>
                    <a:pt x="590" y="7966"/>
                  </a:cubicBezTo>
                  <a:close/>
                  <a:moveTo>
                    <a:pt x="650" y="7498"/>
                  </a:moveTo>
                  <a:cubicBezTo>
                    <a:pt x="673" y="7502"/>
                    <a:pt x="673" y="7502"/>
                    <a:pt x="673" y="7502"/>
                  </a:cubicBezTo>
                  <a:cubicBezTo>
                    <a:pt x="676" y="7483"/>
                    <a:pt x="679" y="7463"/>
                    <a:pt x="683" y="7444"/>
                  </a:cubicBezTo>
                  <a:cubicBezTo>
                    <a:pt x="659" y="7440"/>
                    <a:pt x="659" y="7440"/>
                    <a:pt x="659" y="7440"/>
                  </a:cubicBezTo>
                  <a:cubicBezTo>
                    <a:pt x="656" y="7459"/>
                    <a:pt x="653" y="7479"/>
                    <a:pt x="650" y="7498"/>
                  </a:cubicBezTo>
                  <a:close/>
                  <a:moveTo>
                    <a:pt x="632" y="7615"/>
                  </a:moveTo>
                  <a:cubicBezTo>
                    <a:pt x="655" y="7618"/>
                    <a:pt x="655" y="7618"/>
                    <a:pt x="655" y="7618"/>
                  </a:cubicBezTo>
                  <a:cubicBezTo>
                    <a:pt x="658" y="7599"/>
                    <a:pt x="661" y="7579"/>
                    <a:pt x="664" y="7560"/>
                  </a:cubicBezTo>
                  <a:cubicBezTo>
                    <a:pt x="641" y="7557"/>
                    <a:pt x="641" y="7557"/>
                    <a:pt x="641" y="7557"/>
                  </a:cubicBezTo>
                  <a:cubicBezTo>
                    <a:pt x="638" y="7576"/>
                    <a:pt x="635" y="7595"/>
                    <a:pt x="632" y="7615"/>
                  </a:cubicBezTo>
                  <a:close/>
                  <a:moveTo>
                    <a:pt x="602" y="7849"/>
                  </a:moveTo>
                  <a:cubicBezTo>
                    <a:pt x="625" y="7851"/>
                    <a:pt x="625" y="7851"/>
                    <a:pt x="625" y="7851"/>
                  </a:cubicBezTo>
                  <a:cubicBezTo>
                    <a:pt x="628" y="7832"/>
                    <a:pt x="630" y="7813"/>
                    <a:pt x="632" y="7793"/>
                  </a:cubicBezTo>
                  <a:cubicBezTo>
                    <a:pt x="609" y="7790"/>
                    <a:pt x="609" y="7790"/>
                    <a:pt x="609" y="7790"/>
                  </a:cubicBezTo>
                  <a:cubicBezTo>
                    <a:pt x="607" y="7810"/>
                    <a:pt x="604" y="7829"/>
                    <a:pt x="602" y="7849"/>
                  </a:cubicBezTo>
                  <a:close/>
                  <a:moveTo>
                    <a:pt x="616" y="7732"/>
                  </a:moveTo>
                  <a:cubicBezTo>
                    <a:pt x="640" y="7735"/>
                    <a:pt x="640" y="7735"/>
                    <a:pt x="640" y="7735"/>
                  </a:cubicBezTo>
                  <a:cubicBezTo>
                    <a:pt x="642" y="7715"/>
                    <a:pt x="645" y="7696"/>
                    <a:pt x="647" y="7676"/>
                  </a:cubicBezTo>
                  <a:cubicBezTo>
                    <a:pt x="624" y="7673"/>
                    <a:pt x="624" y="7673"/>
                    <a:pt x="624" y="7673"/>
                  </a:cubicBezTo>
                  <a:cubicBezTo>
                    <a:pt x="621" y="7693"/>
                    <a:pt x="619" y="7712"/>
                    <a:pt x="616" y="7732"/>
                  </a:cubicBezTo>
                  <a:close/>
                  <a:moveTo>
                    <a:pt x="607" y="9376"/>
                  </a:moveTo>
                  <a:cubicBezTo>
                    <a:pt x="606" y="9356"/>
                    <a:pt x="604" y="9337"/>
                    <a:pt x="603" y="9317"/>
                  </a:cubicBezTo>
                  <a:cubicBezTo>
                    <a:pt x="579" y="9319"/>
                    <a:pt x="579" y="9319"/>
                    <a:pt x="579" y="9319"/>
                  </a:cubicBezTo>
                  <a:cubicBezTo>
                    <a:pt x="581" y="9339"/>
                    <a:pt x="582" y="9358"/>
                    <a:pt x="584" y="9378"/>
                  </a:cubicBezTo>
                  <a:lnTo>
                    <a:pt x="607" y="9376"/>
                  </a:lnTo>
                  <a:close/>
                  <a:moveTo>
                    <a:pt x="580" y="8907"/>
                  </a:moveTo>
                  <a:cubicBezTo>
                    <a:pt x="580" y="8887"/>
                    <a:pt x="579" y="8868"/>
                    <a:pt x="579" y="8848"/>
                  </a:cubicBezTo>
                  <a:cubicBezTo>
                    <a:pt x="555" y="8849"/>
                    <a:pt x="555" y="8849"/>
                    <a:pt x="555" y="8849"/>
                  </a:cubicBezTo>
                  <a:cubicBezTo>
                    <a:pt x="556" y="8868"/>
                    <a:pt x="556" y="8888"/>
                    <a:pt x="557" y="8908"/>
                  </a:cubicBezTo>
                  <a:lnTo>
                    <a:pt x="580" y="8907"/>
                  </a:lnTo>
                  <a:close/>
                  <a:moveTo>
                    <a:pt x="663" y="9842"/>
                  </a:moveTo>
                  <a:cubicBezTo>
                    <a:pt x="661" y="9822"/>
                    <a:pt x="658" y="9803"/>
                    <a:pt x="655" y="9784"/>
                  </a:cubicBezTo>
                  <a:cubicBezTo>
                    <a:pt x="632" y="9787"/>
                    <a:pt x="632" y="9787"/>
                    <a:pt x="632" y="9787"/>
                  </a:cubicBezTo>
                  <a:cubicBezTo>
                    <a:pt x="634" y="9806"/>
                    <a:pt x="637" y="9826"/>
                    <a:pt x="640" y="9845"/>
                  </a:cubicBezTo>
                  <a:lnTo>
                    <a:pt x="663" y="9842"/>
                  </a:lnTo>
                  <a:close/>
                  <a:moveTo>
                    <a:pt x="702" y="10073"/>
                  </a:moveTo>
                  <a:cubicBezTo>
                    <a:pt x="699" y="10054"/>
                    <a:pt x="695" y="10034"/>
                    <a:pt x="692" y="10015"/>
                  </a:cubicBezTo>
                  <a:cubicBezTo>
                    <a:pt x="669" y="10019"/>
                    <a:pt x="669" y="10019"/>
                    <a:pt x="669" y="10019"/>
                  </a:cubicBezTo>
                  <a:cubicBezTo>
                    <a:pt x="672" y="10039"/>
                    <a:pt x="675" y="10058"/>
                    <a:pt x="679" y="10077"/>
                  </a:cubicBezTo>
                  <a:lnTo>
                    <a:pt x="702" y="10073"/>
                  </a:lnTo>
                  <a:close/>
                  <a:moveTo>
                    <a:pt x="632" y="9609"/>
                  </a:moveTo>
                  <a:cubicBezTo>
                    <a:pt x="630" y="9590"/>
                    <a:pt x="627" y="9570"/>
                    <a:pt x="625" y="9551"/>
                  </a:cubicBezTo>
                  <a:cubicBezTo>
                    <a:pt x="602" y="9553"/>
                    <a:pt x="602" y="9553"/>
                    <a:pt x="602" y="9553"/>
                  </a:cubicBezTo>
                  <a:cubicBezTo>
                    <a:pt x="604" y="9573"/>
                    <a:pt x="606" y="9592"/>
                    <a:pt x="608" y="9612"/>
                  </a:cubicBezTo>
                  <a:lnTo>
                    <a:pt x="632" y="9609"/>
                  </a:lnTo>
                  <a:close/>
                  <a:moveTo>
                    <a:pt x="682" y="9957"/>
                  </a:moveTo>
                  <a:cubicBezTo>
                    <a:pt x="679" y="9938"/>
                    <a:pt x="676" y="9919"/>
                    <a:pt x="672" y="9900"/>
                  </a:cubicBezTo>
                  <a:cubicBezTo>
                    <a:pt x="649" y="9903"/>
                    <a:pt x="649" y="9903"/>
                    <a:pt x="649" y="9903"/>
                  </a:cubicBezTo>
                  <a:cubicBezTo>
                    <a:pt x="652" y="9923"/>
                    <a:pt x="655" y="9942"/>
                    <a:pt x="659" y="9961"/>
                  </a:cubicBezTo>
                  <a:lnTo>
                    <a:pt x="682" y="9957"/>
                  </a:lnTo>
                  <a:close/>
                  <a:moveTo>
                    <a:pt x="647" y="9725"/>
                  </a:moveTo>
                  <a:cubicBezTo>
                    <a:pt x="644" y="9706"/>
                    <a:pt x="642" y="9687"/>
                    <a:pt x="639" y="9667"/>
                  </a:cubicBezTo>
                  <a:cubicBezTo>
                    <a:pt x="616" y="9670"/>
                    <a:pt x="616" y="9670"/>
                    <a:pt x="616" y="9670"/>
                  </a:cubicBezTo>
                  <a:cubicBezTo>
                    <a:pt x="618" y="9690"/>
                    <a:pt x="621" y="9709"/>
                    <a:pt x="623" y="9729"/>
                  </a:cubicBezTo>
                  <a:lnTo>
                    <a:pt x="647" y="9725"/>
                  </a:lnTo>
                  <a:close/>
                  <a:moveTo>
                    <a:pt x="590" y="9142"/>
                  </a:moveTo>
                  <a:cubicBezTo>
                    <a:pt x="589" y="9122"/>
                    <a:pt x="588" y="9103"/>
                    <a:pt x="587" y="9083"/>
                  </a:cubicBezTo>
                  <a:cubicBezTo>
                    <a:pt x="564" y="9084"/>
                    <a:pt x="564" y="9084"/>
                    <a:pt x="564" y="9084"/>
                  </a:cubicBezTo>
                  <a:cubicBezTo>
                    <a:pt x="565" y="9104"/>
                    <a:pt x="566" y="9123"/>
                    <a:pt x="567" y="9143"/>
                  </a:cubicBezTo>
                  <a:lnTo>
                    <a:pt x="590" y="9142"/>
                  </a:lnTo>
                  <a:close/>
                  <a:moveTo>
                    <a:pt x="584" y="9024"/>
                  </a:moveTo>
                  <a:cubicBezTo>
                    <a:pt x="584" y="9005"/>
                    <a:pt x="583" y="8985"/>
                    <a:pt x="582" y="8966"/>
                  </a:cubicBezTo>
                  <a:cubicBezTo>
                    <a:pt x="559" y="8967"/>
                    <a:pt x="559" y="8967"/>
                    <a:pt x="559" y="8967"/>
                  </a:cubicBezTo>
                  <a:cubicBezTo>
                    <a:pt x="559" y="8986"/>
                    <a:pt x="560" y="9006"/>
                    <a:pt x="561" y="9025"/>
                  </a:cubicBezTo>
                  <a:lnTo>
                    <a:pt x="584" y="9024"/>
                  </a:lnTo>
                  <a:close/>
                  <a:moveTo>
                    <a:pt x="724" y="10188"/>
                  </a:moveTo>
                  <a:cubicBezTo>
                    <a:pt x="720" y="10169"/>
                    <a:pt x="717" y="10150"/>
                    <a:pt x="713" y="10130"/>
                  </a:cubicBezTo>
                  <a:cubicBezTo>
                    <a:pt x="690" y="10135"/>
                    <a:pt x="690" y="10135"/>
                    <a:pt x="690" y="10135"/>
                  </a:cubicBezTo>
                  <a:cubicBezTo>
                    <a:pt x="694" y="10154"/>
                    <a:pt x="697" y="10173"/>
                    <a:pt x="701" y="10193"/>
                  </a:cubicBezTo>
                  <a:lnTo>
                    <a:pt x="724" y="10188"/>
                  </a:lnTo>
                  <a:close/>
                  <a:moveTo>
                    <a:pt x="598" y="9259"/>
                  </a:moveTo>
                  <a:cubicBezTo>
                    <a:pt x="597" y="9239"/>
                    <a:pt x="595" y="9220"/>
                    <a:pt x="594" y="9200"/>
                  </a:cubicBezTo>
                  <a:cubicBezTo>
                    <a:pt x="570" y="9202"/>
                    <a:pt x="570" y="9202"/>
                    <a:pt x="570" y="9202"/>
                  </a:cubicBezTo>
                  <a:cubicBezTo>
                    <a:pt x="572" y="9221"/>
                    <a:pt x="573" y="9241"/>
                    <a:pt x="574" y="9260"/>
                  </a:cubicBezTo>
                  <a:lnTo>
                    <a:pt x="598" y="9259"/>
                  </a:lnTo>
                  <a:close/>
                  <a:moveTo>
                    <a:pt x="619" y="9493"/>
                  </a:moveTo>
                  <a:cubicBezTo>
                    <a:pt x="617" y="9473"/>
                    <a:pt x="615" y="9454"/>
                    <a:pt x="613" y="9434"/>
                  </a:cubicBezTo>
                  <a:cubicBezTo>
                    <a:pt x="589" y="9436"/>
                    <a:pt x="589" y="9436"/>
                    <a:pt x="589" y="9436"/>
                  </a:cubicBezTo>
                  <a:cubicBezTo>
                    <a:pt x="591" y="9456"/>
                    <a:pt x="593" y="9475"/>
                    <a:pt x="595" y="9495"/>
                  </a:cubicBezTo>
                  <a:lnTo>
                    <a:pt x="619" y="9493"/>
                  </a:lnTo>
                  <a:close/>
                  <a:moveTo>
                    <a:pt x="5072" y="1766"/>
                  </a:moveTo>
                  <a:cubicBezTo>
                    <a:pt x="5081" y="1787"/>
                    <a:pt x="5081" y="1787"/>
                    <a:pt x="5081" y="1787"/>
                  </a:cubicBezTo>
                  <a:cubicBezTo>
                    <a:pt x="5099" y="1779"/>
                    <a:pt x="5117" y="1771"/>
                    <a:pt x="5135" y="1764"/>
                  </a:cubicBezTo>
                  <a:cubicBezTo>
                    <a:pt x="5125" y="1742"/>
                    <a:pt x="5125" y="1742"/>
                    <a:pt x="5125" y="1742"/>
                  </a:cubicBezTo>
                  <a:cubicBezTo>
                    <a:pt x="5107" y="1750"/>
                    <a:pt x="5089" y="1758"/>
                    <a:pt x="5072" y="1766"/>
                  </a:cubicBezTo>
                  <a:close/>
                  <a:moveTo>
                    <a:pt x="6293" y="1347"/>
                  </a:moveTo>
                  <a:cubicBezTo>
                    <a:pt x="6299" y="1370"/>
                    <a:pt x="6299" y="1370"/>
                    <a:pt x="6299" y="1370"/>
                  </a:cubicBezTo>
                  <a:cubicBezTo>
                    <a:pt x="6318" y="1365"/>
                    <a:pt x="6337" y="1361"/>
                    <a:pt x="6356" y="1356"/>
                  </a:cubicBezTo>
                  <a:cubicBezTo>
                    <a:pt x="6350" y="1333"/>
                    <a:pt x="6350" y="1333"/>
                    <a:pt x="6350" y="1333"/>
                  </a:cubicBezTo>
                  <a:cubicBezTo>
                    <a:pt x="6331" y="1338"/>
                    <a:pt x="6312" y="1342"/>
                    <a:pt x="6293" y="1347"/>
                  </a:cubicBezTo>
                  <a:close/>
                  <a:moveTo>
                    <a:pt x="6407" y="16084"/>
                  </a:moveTo>
                  <a:cubicBezTo>
                    <a:pt x="6426" y="16088"/>
                    <a:pt x="6445" y="16093"/>
                    <a:pt x="6464" y="16097"/>
                  </a:cubicBezTo>
                  <a:cubicBezTo>
                    <a:pt x="6470" y="16074"/>
                    <a:pt x="6470" y="16074"/>
                    <a:pt x="6470" y="16074"/>
                  </a:cubicBezTo>
                  <a:cubicBezTo>
                    <a:pt x="6450" y="16070"/>
                    <a:pt x="6431" y="16065"/>
                    <a:pt x="6412" y="16061"/>
                  </a:cubicBezTo>
                  <a:lnTo>
                    <a:pt x="6407" y="16084"/>
                  </a:lnTo>
                  <a:close/>
                  <a:moveTo>
                    <a:pt x="6292" y="16056"/>
                  </a:moveTo>
                  <a:cubicBezTo>
                    <a:pt x="6311" y="16061"/>
                    <a:pt x="6330" y="16066"/>
                    <a:pt x="6350" y="16070"/>
                  </a:cubicBezTo>
                  <a:cubicBezTo>
                    <a:pt x="6355" y="16047"/>
                    <a:pt x="6355" y="16047"/>
                    <a:pt x="6355" y="16047"/>
                  </a:cubicBezTo>
                  <a:cubicBezTo>
                    <a:pt x="6336" y="16043"/>
                    <a:pt x="6317" y="16038"/>
                    <a:pt x="6298" y="16033"/>
                  </a:cubicBezTo>
                  <a:lnTo>
                    <a:pt x="6292" y="16056"/>
                  </a:lnTo>
                  <a:close/>
                  <a:moveTo>
                    <a:pt x="6522" y="16110"/>
                  </a:moveTo>
                  <a:cubicBezTo>
                    <a:pt x="6541" y="16114"/>
                    <a:pt x="6560" y="16118"/>
                    <a:pt x="6580" y="16122"/>
                  </a:cubicBezTo>
                  <a:cubicBezTo>
                    <a:pt x="6585" y="16099"/>
                    <a:pt x="6585" y="16099"/>
                    <a:pt x="6585" y="16099"/>
                  </a:cubicBezTo>
                  <a:cubicBezTo>
                    <a:pt x="6565" y="16095"/>
                    <a:pt x="6546" y="16091"/>
                    <a:pt x="6527" y="16087"/>
                  </a:cubicBezTo>
                  <a:lnTo>
                    <a:pt x="6522" y="16110"/>
                  </a:lnTo>
                  <a:close/>
                  <a:moveTo>
                    <a:pt x="6178" y="16027"/>
                  </a:moveTo>
                  <a:cubicBezTo>
                    <a:pt x="6197" y="16032"/>
                    <a:pt x="6216" y="16037"/>
                    <a:pt x="6235" y="16042"/>
                  </a:cubicBezTo>
                  <a:cubicBezTo>
                    <a:pt x="6241" y="16019"/>
                    <a:pt x="6241" y="16019"/>
                    <a:pt x="6241" y="16019"/>
                  </a:cubicBezTo>
                  <a:cubicBezTo>
                    <a:pt x="6222" y="16014"/>
                    <a:pt x="6203" y="16009"/>
                    <a:pt x="6184" y="16004"/>
                  </a:cubicBezTo>
                  <a:lnTo>
                    <a:pt x="6178" y="16027"/>
                  </a:lnTo>
                  <a:close/>
                  <a:moveTo>
                    <a:pt x="6408" y="1320"/>
                  </a:moveTo>
                  <a:cubicBezTo>
                    <a:pt x="6413" y="1343"/>
                    <a:pt x="6413" y="1343"/>
                    <a:pt x="6413" y="1343"/>
                  </a:cubicBezTo>
                  <a:cubicBezTo>
                    <a:pt x="6432" y="1338"/>
                    <a:pt x="6451" y="1334"/>
                    <a:pt x="6470" y="1329"/>
                  </a:cubicBezTo>
                  <a:cubicBezTo>
                    <a:pt x="6465" y="1306"/>
                    <a:pt x="6465" y="1306"/>
                    <a:pt x="6465" y="1306"/>
                  </a:cubicBezTo>
                  <a:cubicBezTo>
                    <a:pt x="6446" y="1311"/>
                    <a:pt x="6427" y="1315"/>
                    <a:pt x="6408" y="1320"/>
                  </a:cubicBezTo>
                  <a:close/>
                  <a:moveTo>
                    <a:pt x="5953" y="1440"/>
                  </a:moveTo>
                  <a:cubicBezTo>
                    <a:pt x="5960" y="1463"/>
                    <a:pt x="5960" y="1463"/>
                    <a:pt x="5960" y="1463"/>
                  </a:cubicBezTo>
                  <a:cubicBezTo>
                    <a:pt x="5978" y="1457"/>
                    <a:pt x="5997" y="1452"/>
                    <a:pt x="6016" y="1446"/>
                  </a:cubicBezTo>
                  <a:cubicBezTo>
                    <a:pt x="6009" y="1424"/>
                    <a:pt x="6009" y="1424"/>
                    <a:pt x="6009" y="1424"/>
                  </a:cubicBezTo>
                  <a:cubicBezTo>
                    <a:pt x="5991" y="1429"/>
                    <a:pt x="5972" y="1435"/>
                    <a:pt x="5953" y="1440"/>
                  </a:cubicBezTo>
                  <a:close/>
                  <a:moveTo>
                    <a:pt x="5951" y="15963"/>
                  </a:moveTo>
                  <a:cubicBezTo>
                    <a:pt x="5970" y="15968"/>
                    <a:pt x="5989" y="15974"/>
                    <a:pt x="6007" y="15979"/>
                  </a:cubicBezTo>
                  <a:cubicBezTo>
                    <a:pt x="6014" y="15957"/>
                    <a:pt x="6014" y="15957"/>
                    <a:pt x="6014" y="15957"/>
                  </a:cubicBezTo>
                  <a:cubicBezTo>
                    <a:pt x="5995" y="15951"/>
                    <a:pt x="5976" y="15946"/>
                    <a:pt x="5958" y="15940"/>
                  </a:cubicBezTo>
                  <a:lnTo>
                    <a:pt x="5951" y="15963"/>
                  </a:lnTo>
                  <a:close/>
                  <a:moveTo>
                    <a:pt x="5841" y="1475"/>
                  </a:moveTo>
                  <a:cubicBezTo>
                    <a:pt x="5848" y="1498"/>
                    <a:pt x="5848" y="1498"/>
                    <a:pt x="5848" y="1498"/>
                  </a:cubicBezTo>
                  <a:cubicBezTo>
                    <a:pt x="5866" y="1492"/>
                    <a:pt x="5885" y="1486"/>
                    <a:pt x="5904" y="1480"/>
                  </a:cubicBezTo>
                  <a:cubicBezTo>
                    <a:pt x="5897" y="1458"/>
                    <a:pt x="5897" y="1458"/>
                    <a:pt x="5897" y="1458"/>
                  </a:cubicBezTo>
                  <a:cubicBezTo>
                    <a:pt x="5878" y="1463"/>
                    <a:pt x="5859" y="1469"/>
                    <a:pt x="5841" y="1475"/>
                  </a:cubicBezTo>
                  <a:close/>
                  <a:moveTo>
                    <a:pt x="6066" y="1408"/>
                  </a:moveTo>
                  <a:cubicBezTo>
                    <a:pt x="6072" y="1430"/>
                    <a:pt x="6072" y="1430"/>
                    <a:pt x="6072" y="1430"/>
                  </a:cubicBezTo>
                  <a:cubicBezTo>
                    <a:pt x="6091" y="1425"/>
                    <a:pt x="6110" y="1420"/>
                    <a:pt x="6129" y="1415"/>
                  </a:cubicBezTo>
                  <a:cubicBezTo>
                    <a:pt x="6123" y="1392"/>
                    <a:pt x="6123" y="1392"/>
                    <a:pt x="6123" y="1392"/>
                  </a:cubicBezTo>
                  <a:cubicBezTo>
                    <a:pt x="6104" y="1397"/>
                    <a:pt x="6085" y="1402"/>
                    <a:pt x="6066" y="1408"/>
                  </a:cubicBezTo>
                  <a:close/>
                  <a:moveTo>
                    <a:pt x="6064" y="15996"/>
                  </a:moveTo>
                  <a:cubicBezTo>
                    <a:pt x="6083" y="16001"/>
                    <a:pt x="6102" y="16006"/>
                    <a:pt x="6121" y="16011"/>
                  </a:cubicBezTo>
                  <a:cubicBezTo>
                    <a:pt x="6127" y="15989"/>
                    <a:pt x="6127" y="15989"/>
                    <a:pt x="6127" y="15989"/>
                  </a:cubicBezTo>
                  <a:cubicBezTo>
                    <a:pt x="6108" y="15984"/>
                    <a:pt x="6089" y="15978"/>
                    <a:pt x="6071" y="15973"/>
                  </a:cubicBezTo>
                  <a:lnTo>
                    <a:pt x="6064" y="15996"/>
                  </a:lnTo>
                  <a:close/>
                  <a:moveTo>
                    <a:pt x="6522" y="1294"/>
                  </a:moveTo>
                  <a:cubicBezTo>
                    <a:pt x="6527" y="1317"/>
                    <a:pt x="6527" y="1317"/>
                    <a:pt x="6527" y="1317"/>
                  </a:cubicBezTo>
                  <a:cubicBezTo>
                    <a:pt x="6546" y="1313"/>
                    <a:pt x="6566" y="1309"/>
                    <a:pt x="6585" y="1305"/>
                  </a:cubicBezTo>
                  <a:cubicBezTo>
                    <a:pt x="6580" y="1282"/>
                    <a:pt x="6580" y="1282"/>
                    <a:pt x="6580" y="1282"/>
                  </a:cubicBezTo>
                  <a:cubicBezTo>
                    <a:pt x="6561" y="1286"/>
                    <a:pt x="6542" y="1290"/>
                    <a:pt x="6522" y="1294"/>
                  </a:cubicBezTo>
                  <a:close/>
                  <a:moveTo>
                    <a:pt x="6986" y="16195"/>
                  </a:moveTo>
                  <a:cubicBezTo>
                    <a:pt x="7005" y="16198"/>
                    <a:pt x="7025" y="16201"/>
                    <a:pt x="7044" y="16204"/>
                  </a:cubicBezTo>
                  <a:cubicBezTo>
                    <a:pt x="7048" y="16181"/>
                    <a:pt x="7048" y="16181"/>
                    <a:pt x="7048" y="16181"/>
                  </a:cubicBezTo>
                  <a:cubicBezTo>
                    <a:pt x="7028" y="16178"/>
                    <a:pt x="7009" y="16175"/>
                    <a:pt x="6990" y="16172"/>
                  </a:cubicBezTo>
                  <a:lnTo>
                    <a:pt x="6986" y="16195"/>
                  </a:lnTo>
                  <a:close/>
                  <a:moveTo>
                    <a:pt x="7103" y="16212"/>
                  </a:moveTo>
                  <a:cubicBezTo>
                    <a:pt x="7122" y="16215"/>
                    <a:pt x="7142" y="16218"/>
                    <a:pt x="7161" y="16220"/>
                  </a:cubicBezTo>
                  <a:cubicBezTo>
                    <a:pt x="7164" y="16197"/>
                    <a:pt x="7164" y="16197"/>
                    <a:pt x="7164" y="16197"/>
                  </a:cubicBezTo>
                  <a:cubicBezTo>
                    <a:pt x="7145" y="16194"/>
                    <a:pt x="7125" y="16192"/>
                    <a:pt x="7106" y="16189"/>
                  </a:cubicBezTo>
                  <a:lnTo>
                    <a:pt x="7103" y="16212"/>
                  </a:lnTo>
                  <a:close/>
                  <a:moveTo>
                    <a:pt x="5838" y="15928"/>
                  </a:moveTo>
                  <a:cubicBezTo>
                    <a:pt x="5857" y="15934"/>
                    <a:pt x="5876" y="15940"/>
                    <a:pt x="5894" y="15945"/>
                  </a:cubicBezTo>
                  <a:cubicBezTo>
                    <a:pt x="5901" y="15923"/>
                    <a:pt x="5901" y="15923"/>
                    <a:pt x="5901" y="15923"/>
                  </a:cubicBezTo>
                  <a:cubicBezTo>
                    <a:pt x="5883" y="15917"/>
                    <a:pt x="5864" y="15911"/>
                    <a:pt x="5845" y="15905"/>
                  </a:cubicBezTo>
                  <a:lnTo>
                    <a:pt x="5838" y="15928"/>
                  </a:lnTo>
                  <a:close/>
                  <a:moveTo>
                    <a:pt x="7163" y="1207"/>
                  </a:moveTo>
                  <a:cubicBezTo>
                    <a:pt x="7160" y="1184"/>
                    <a:pt x="7160" y="1184"/>
                    <a:pt x="7160" y="1184"/>
                  </a:cubicBezTo>
                  <a:cubicBezTo>
                    <a:pt x="7141" y="1186"/>
                    <a:pt x="7121" y="1189"/>
                    <a:pt x="7102" y="1192"/>
                  </a:cubicBezTo>
                  <a:cubicBezTo>
                    <a:pt x="7105" y="1215"/>
                    <a:pt x="7105" y="1215"/>
                    <a:pt x="7105" y="1215"/>
                  </a:cubicBezTo>
                  <a:cubicBezTo>
                    <a:pt x="7124" y="1212"/>
                    <a:pt x="7144" y="1210"/>
                    <a:pt x="7163" y="1207"/>
                  </a:cubicBezTo>
                  <a:close/>
                  <a:moveTo>
                    <a:pt x="7047" y="1223"/>
                  </a:moveTo>
                  <a:cubicBezTo>
                    <a:pt x="7043" y="1200"/>
                    <a:pt x="7043" y="1200"/>
                    <a:pt x="7043" y="1200"/>
                  </a:cubicBezTo>
                  <a:cubicBezTo>
                    <a:pt x="7024" y="1203"/>
                    <a:pt x="7005" y="1205"/>
                    <a:pt x="6985" y="1208"/>
                  </a:cubicBezTo>
                  <a:cubicBezTo>
                    <a:pt x="6989" y="1232"/>
                    <a:pt x="6989" y="1232"/>
                    <a:pt x="6989" y="1232"/>
                  </a:cubicBezTo>
                  <a:cubicBezTo>
                    <a:pt x="7008" y="1229"/>
                    <a:pt x="7027" y="1226"/>
                    <a:pt x="7047" y="1223"/>
                  </a:cubicBezTo>
                  <a:close/>
                  <a:moveTo>
                    <a:pt x="6638" y="16134"/>
                  </a:moveTo>
                  <a:cubicBezTo>
                    <a:pt x="6657" y="16138"/>
                    <a:pt x="6676" y="16142"/>
                    <a:pt x="6695" y="16145"/>
                  </a:cubicBezTo>
                  <a:cubicBezTo>
                    <a:pt x="6700" y="16122"/>
                    <a:pt x="6700" y="16122"/>
                    <a:pt x="6700" y="16122"/>
                  </a:cubicBezTo>
                  <a:cubicBezTo>
                    <a:pt x="6681" y="16118"/>
                    <a:pt x="6661" y="16115"/>
                    <a:pt x="6642" y="16111"/>
                  </a:cubicBezTo>
                  <a:lnTo>
                    <a:pt x="6638" y="16134"/>
                  </a:lnTo>
                  <a:close/>
                  <a:moveTo>
                    <a:pt x="10694" y="1590"/>
                  </a:moveTo>
                  <a:cubicBezTo>
                    <a:pt x="10713" y="1597"/>
                    <a:pt x="10731" y="1603"/>
                    <a:pt x="10750" y="1610"/>
                  </a:cubicBezTo>
                  <a:cubicBezTo>
                    <a:pt x="10758" y="1588"/>
                    <a:pt x="10758" y="1588"/>
                    <a:pt x="10758" y="1588"/>
                  </a:cubicBezTo>
                  <a:cubicBezTo>
                    <a:pt x="10739" y="1581"/>
                    <a:pt x="10721" y="1574"/>
                    <a:pt x="10702" y="1568"/>
                  </a:cubicBezTo>
                  <a:lnTo>
                    <a:pt x="10694" y="1590"/>
                  </a:lnTo>
                  <a:close/>
                  <a:moveTo>
                    <a:pt x="7280" y="1193"/>
                  </a:moveTo>
                  <a:cubicBezTo>
                    <a:pt x="7277" y="1170"/>
                    <a:pt x="7277" y="1170"/>
                    <a:pt x="7277" y="1170"/>
                  </a:cubicBezTo>
                  <a:cubicBezTo>
                    <a:pt x="7257" y="1172"/>
                    <a:pt x="7238" y="1174"/>
                    <a:pt x="7219" y="1177"/>
                  </a:cubicBezTo>
                  <a:cubicBezTo>
                    <a:pt x="7221" y="1200"/>
                    <a:pt x="7221" y="1200"/>
                    <a:pt x="7221" y="1200"/>
                  </a:cubicBezTo>
                  <a:cubicBezTo>
                    <a:pt x="7241" y="1198"/>
                    <a:pt x="7260" y="1195"/>
                    <a:pt x="7280" y="1193"/>
                  </a:cubicBezTo>
                  <a:close/>
                  <a:moveTo>
                    <a:pt x="6700" y="1282"/>
                  </a:moveTo>
                  <a:cubicBezTo>
                    <a:pt x="6695" y="1258"/>
                    <a:pt x="6695" y="1258"/>
                    <a:pt x="6695" y="1258"/>
                  </a:cubicBezTo>
                  <a:cubicBezTo>
                    <a:pt x="6676" y="1262"/>
                    <a:pt x="6657" y="1266"/>
                    <a:pt x="6638" y="1270"/>
                  </a:cubicBezTo>
                  <a:cubicBezTo>
                    <a:pt x="6642" y="1293"/>
                    <a:pt x="6642" y="1293"/>
                    <a:pt x="6642" y="1293"/>
                  </a:cubicBezTo>
                  <a:cubicBezTo>
                    <a:pt x="6661" y="1289"/>
                    <a:pt x="6681" y="1285"/>
                    <a:pt x="6700" y="1282"/>
                  </a:cubicBezTo>
                  <a:close/>
                  <a:moveTo>
                    <a:pt x="6753" y="16156"/>
                  </a:moveTo>
                  <a:cubicBezTo>
                    <a:pt x="6773" y="16160"/>
                    <a:pt x="6792" y="16163"/>
                    <a:pt x="6811" y="16167"/>
                  </a:cubicBezTo>
                  <a:cubicBezTo>
                    <a:pt x="6815" y="16144"/>
                    <a:pt x="6815" y="16144"/>
                    <a:pt x="6815" y="16144"/>
                  </a:cubicBezTo>
                  <a:cubicBezTo>
                    <a:pt x="6796" y="16140"/>
                    <a:pt x="6777" y="16137"/>
                    <a:pt x="6758" y="16133"/>
                  </a:cubicBezTo>
                  <a:lnTo>
                    <a:pt x="6753" y="16156"/>
                  </a:lnTo>
                  <a:close/>
                  <a:moveTo>
                    <a:pt x="6870" y="16177"/>
                  </a:moveTo>
                  <a:cubicBezTo>
                    <a:pt x="6889" y="16180"/>
                    <a:pt x="6908" y="16183"/>
                    <a:pt x="6928" y="16186"/>
                  </a:cubicBezTo>
                  <a:cubicBezTo>
                    <a:pt x="6931" y="16163"/>
                    <a:pt x="6931" y="16163"/>
                    <a:pt x="6931" y="16163"/>
                  </a:cubicBezTo>
                  <a:cubicBezTo>
                    <a:pt x="6912" y="16160"/>
                    <a:pt x="6893" y="16157"/>
                    <a:pt x="6873" y="16154"/>
                  </a:cubicBezTo>
                  <a:lnTo>
                    <a:pt x="6870" y="16177"/>
                  </a:lnTo>
                  <a:close/>
                  <a:moveTo>
                    <a:pt x="6931" y="1241"/>
                  </a:moveTo>
                  <a:cubicBezTo>
                    <a:pt x="6927" y="1218"/>
                    <a:pt x="6927" y="1218"/>
                    <a:pt x="6927" y="1218"/>
                  </a:cubicBezTo>
                  <a:cubicBezTo>
                    <a:pt x="6908" y="1221"/>
                    <a:pt x="6888" y="1224"/>
                    <a:pt x="6869" y="1227"/>
                  </a:cubicBezTo>
                  <a:cubicBezTo>
                    <a:pt x="6873" y="1250"/>
                    <a:pt x="6873" y="1250"/>
                    <a:pt x="6873" y="1250"/>
                  </a:cubicBezTo>
                  <a:cubicBezTo>
                    <a:pt x="6892" y="1247"/>
                    <a:pt x="6912" y="1244"/>
                    <a:pt x="6931" y="1241"/>
                  </a:cubicBezTo>
                  <a:close/>
                  <a:moveTo>
                    <a:pt x="6815" y="1260"/>
                  </a:moveTo>
                  <a:cubicBezTo>
                    <a:pt x="6811" y="1237"/>
                    <a:pt x="6811" y="1237"/>
                    <a:pt x="6811" y="1237"/>
                  </a:cubicBezTo>
                  <a:cubicBezTo>
                    <a:pt x="6792" y="1240"/>
                    <a:pt x="6772" y="1244"/>
                    <a:pt x="6753" y="1248"/>
                  </a:cubicBezTo>
                  <a:cubicBezTo>
                    <a:pt x="6757" y="1271"/>
                    <a:pt x="6757" y="1271"/>
                    <a:pt x="6757" y="1271"/>
                  </a:cubicBezTo>
                  <a:cubicBezTo>
                    <a:pt x="6777" y="1267"/>
                    <a:pt x="6796" y="1264"/>
                    <a:pt x="6815" y="1260"/>
                  </a:cubicBezTo>
                  <a:close/>
                  <a:moveTo>
                    <a:pt x="5283" y="15728"/>
                  </a:moveTo>
                  <a:cubicBezTo>
                    <a:pt x="5301" y="15735"/>
                    <a:pt x="5319" y="15742"/>
                    <a:pt x="5338" y="15750"/>
                  </a:cubicBezTo>
                  <a:cubicBezTo>
                    <a:pt x="5346" y="15728"/>
                    <a:pt x="5346" y="15728"/>
                    <a:pt x="5346" y="15728"/>
                  </a:cubicBezTo>
                  <a:cubicBezTo>
                    <a:pt x="5328" y="15721"/>
                    <a:pt x="5310" y="15713"/>
                    <a:pt x="5292" y="15706"/>
                  </a:cubicBezTo>
                  <a:lnTo>
                    <a:pt x="5283" y="15728"/>
                  </a:lnTo>
                  <a:close/>
                  <a:moveTo>
                    <a:pt x="4745" y="15485"/>
                  </a:moveTo>
                  <a:cubicBezTo>
                    <a:pt x="4762" y="15493"/>
                    <a:pt x="4780" y="15502"/>
                    <a:pt x="4798" y="15511"/>
                  </a:cubicBezTo>
                  <a:cubicBezTo>
                    <a:pt x="4808" y="15490"/>
                    <a:pt x="4808" y="15490"/>
                    <a:pt x="4808" y="15490"/>
                  </a:cubicBezTo>
                  <a:cubicBezTo>
                    <a:pt x="4790" y="15481"/>
                    <a:pt x="4773" y="15472"/>
                    <a:pt x="4755" y="15464"/>
                  </a:cubicBezTo>
                  <a:lnTo>
                    <a:pt x="4745" y="15485"/>
                  </a:lnTo>
                  <a:close/>
                  <a:moveTo>
                    <a:pt x="5065" y="15636"/>
                  </a:moveTo>
                  <a:cubicBezTo>
                    <a:pt x="5083" y="15644"/>
                    <a:pt x="5101" y="15651"/>
                    <a:pt x="5119" y="15659"/>
                  </a:cubicBezTo>
                  <a:cubicBezTo>
                    <a:pt x="5129" y="15638"/>
                    <a:pt x="5129" y="15638"/>
                    <a:pt x="5129" y="15638"/>
                  </a:cubicBezTo>
                  <a:cubicBezTo>
                    <a:pt x="5111" y="15630"/>
                    <a:pt x="5093" y="15622"/>
                    <a:pt x="5075" y="15614"/>
                  </a:cubicBezTo>
                  <a:lnTo>
                    <a:pt x="5065" y="15636"/>
                  </a:lnTo>
                  <a:close/>
                  <a:moveTo>
                    <a:pt x="4753" y="1915"/>
                  </a:moveTo>
                  <a:cubicBezTo>
                    <a:pt x="4763" y="1936"/>
                    <a:pt x="4763" y="1936"/>
                    <a:pt x="4763" y="1936"/>
                  </a:cubicBezTo>
                  <a:cubicBezTo>
                    <a:pt x="4781" y="1928"/>
                    <a:pt x="4798" y="1919"/>
                    <a:pt x="4816" y="1911"/>
                  </a:cubicBezTo>
                  <a:cubicBezTo>
                    <a:pt x="4805" y="1889"/>
                    <a:pt x="4805" y="1889"/>
                    <a:pt x="4805" y="1889"/>
                  </a:cubicBezTo>
                  <a:cubicBezTo>
                    <a:pt x="4788" y="1898"/>
                    <a:pt x="4770" y="1907"/>
                    <a:pt x="4753" y="1915"/>
                  </a:cubicBezTo>
                  <a:close/>
                  <a:moveTo>
                    <a:pt x="4858" y="1864"/>
                  </a:moveTo>
                  <a:cubicBezTo>
                    <a:pt x="4868" y="1885"/>
                    <a:pt x="4868" y="1885"/>
                    <a:pt x="4868" y="1885"/>
                  </a:cubicBezTo>
                  <a:cubicBezTo>
                    <a:pt x="4886" y="1877"/>
                    <a:pt x="4904" y="1868"/>
                    <a:pt x="4921" y="1860"/>
                  </a:cubicBezTo>
                  <a:cubicBezTo>
                    <a:pt x="4911" y="1839"/>
                    <a:pt x="4911" y="1839"/>
                    <a:pt x="4911" y="1839"/>
                  </a:cubicBezTo>
                  <a:cubicBezTo>
                    <a:pt x="4894" y="1847"/>
                    <a:pt x="4876" y="1855"/>
                    <a:pt x="4858" y="1864"/>
                  </a:cubicBezTo>
                  <a:close/>
                  <a:moveTo>
                    <a:pt x="4958" y="15587"/>
                  </a:moveTo>
                  <a:cubicBezTo>
                    <a:pt x="4976" y="15595"/>
                    <a:pt x="4993" y="15603"/>
                    <a:pt x="5011" y="15611"/>
                  </a:cubicBezTo>
                  <a:cubicBezTo>
                    <a:pt x="5021" y="15590"/>
                    <a:pt x="5021" y="15590"/>
                    <a:pt x="5021" y="15590"/>
                  </a:cubicBezTo>
                  <a:cubicBezTo>
                    <a:pt x="5003" y="15582"/>
                    <a:pt x="4985" y="15574"/>
                    <a:pt x="4967" y="15566"/>
                  </a:cubicBezTo>
                  <a:lnTo>
                    <a:pt x="4958" y="15587"/>
                  </a:lnTo>
                  <a:close/>
                  <a:moveTo>
                    <a:pt x="4964" y="1814"/>
                  </a:moveTo>
                  <a:cubicBezTo>
                    <a:pt x="4974" y="1835"/>
                    <a:pt x="4974" y="1835"/>
                    <a:pt x="4974" y="1835"/>
                  </a:cubicBezTo>
                  <a:cubicBezTo>
                    <a:pt x="4992" y="1827"/>
                    <a:pt x="5010" y="1819"/>
                    <a:pt x="5028" y="1811"/>
                  </a:cubicBezTo>
                  <a:cubicBezTo>
                    <a:pt x="5018" y="1790"/>
                    <a:pt x="5018" y="1790"/>
                    <a:pt x="5018" y="1790"/>
                  </a:cubicBezTo>
                  <a:cubicBezTo>
                    <a:pt x="5000" y="1798"/>
                    <a:pt x="4982" y="1806"/>
                    <a:pt x="4964" y="1814"/>
                  </a:cubicBezTo>
                  <a:close/>
                  <a:moveTo>
                    <a:pt x="4851" y="15537"/>
                  </a:moveTo>
                  <a:cubicBezTo>
                    <a:pt x="4868" y="15545"/>
                    <a:pt x="4886" y="15554"/>
                    <a:pt x="4904" y="15562"/>
                  </a:cubicBezTo>
                  <a:cubicBezTo>
                    <a:pt x="4914" y="15541"/>
                    <a:pt x="4914" y="15541"/>
                    <a:pt x="4914" y="15541"/>
                  </a:cubicBezTo>
                  <a:cubicBezTo>
                    <a:pt x="4896" y="15532"/>
                    <a:pt x="4879" y="15524"/>
                    <a:pt x="4861" y="15515"/>
                  </a:cubicBezTo>
                  <a:lnTo>
                    <a:pt x="4851" y="15537"/>
                  </a:lnTo>
                  <a:close/>
                  <a:moveTo>
                    <a:pt x="4535" y="15376"/>
                  </a:moveTo>
                  <a:cubicBezTo>
                    <a:pt x="4552" y="15385"/>
                    <a:pt x="4570" y="15394"/>
                    <a:pt x="4587" y="15403"/>
                  </a:cubicBezTo>
                  <a:cubicBezTo>
                    <a:pt x="4598" y="15383"/>
                    <a:pt x="4598" y="15383"/>
                    <a:pt x="4598" y="15383"/>
                  </a:cubicBezTo>
                  <a:cubicBezTo>
                    <a:pt x="4581" y="15373"/>
                    <a:pt x="4563" y="15364"/>
                    <a:pt x="4546" y="15355"/>
                  </a:cubicBezTo>
                  <a:lnTo>
                    <a:pt x="4535" y="15376"/>
                  </a:lnTo>
                  <a:close/>
                  <a:moveTo>
                    <a:pt x="4441" y="2080"/>
                  </a:moveTo>
                  <a:cubicBezTo>
                    <a:pt x="4452" y="2101"/>
                    <a:pt x="4452" y="2101"/>
                    <a:pt x="4452" y="2101"/>
                  </a:cubicBezTo>
                  <a:cubicBezTo>
                    <a:pt x="4469" y="2091"/>
                    <a:pt x="4487" y="2082"/>
                    <a:pt x="4504" y="2072"/>
                  </a:cubicBezTo>
                  <a:cubicBezTo>
                    <a:pt x="4492" y="2052"/>
                    <a:pt x="4492" y="2052"/>
                    <a:pt x="4492" y="2052"/>
                  </a:cubicBezTo>
                  <a:cubicBezTo>
                    <a:pt x="4475" y="2061"/>
                    <a:pt x="4458" y="2071"/>
                    <a:pt x="4441" y="2080"/>
                  </a:cubicBezTo>
                  <a:close/>
                  <a:moveTo>
                    <a:pt x="4639" y="15431"/>
                  </a:moveTo>
                  <a:cubicBezTo>
                    <a:pt x="4657" y="15440"/>
                    <a:pt x="4674" y="15449"/>
                    <a:pt x="4692" y="15458"/>
                  </a:cubicBezTo>
                  <a:cubicBezTo>
                    <a:pt x="4703" y="15437"/>
                    <a:pt x="4703" y="15437"/>
                    <a:pt x="4703" y="15437"/>
                  </a:cubicBezTo>
                  <a:cubicBezTo>
                    <a:pt x="4685" y="15428"/>
                    <a:pt x="4668" y="15419"/>
                    <a:pt x="4650" y="15410"/>
                  </a:cubicBezTo>
                  <a:lnTo>
                    <a:pt x="4639" y="15431"/>
                  </a:lnTo>
                  <a:close/>
                  <a:moveTo>
                    <a:pt x="4544" y="2023"/>
                  </a:moveTo>
                  <a:cubicBezTo>
                    <a:pt x="4555" y="2044"/>
                    <a:pt x="4555" y="2044"/>
                    <a:pt x="4555" y="2044"/>
                  </a:cubicBezTo>
                  <a:cubicBezTo>
                    <a:pt x="4573" y="2035"/>
                    <a:pt x="4590" y="2026"/>
                    <a:pt x="4607" y="2017"/>
                  </a:cubicBezTo>
                  <a:cubicBezTo>
                    <a:pt x="4596" y="1996"/>
                    <a:pt x="4596" y="1996"/>
                    <a:pt x="4596" y="1996"/>
                  </a:cubicBezTo>
                  <a:cubicBezTo>
                    <a:pt x="4579" y="2005"/>
                    <a:pt x="4561" y="2014"/>
                    <a:pt x="4544" y="2023"/>
                  </a:cubicBezTo>
                  <a:close/>
                  <a:moveTo>
                    <a:pt x="4648" y="1969"/>
                  </a:moveTo>
                  <a:cubicBezTo>
                    <a:pt x="4659" y="1989"/>
                    <a:pt x="4659" y="1989"/>
                    <a:pt x="4659" y="1989"/>
                  </a:cubicBezTo>
                  <a:cubicBezTo>
                    <a:pt x="4676" y="1980"/>
                    <a:pt x="4694" y="1972"/>
                    <a:pt x="4711" y="1963"/>
                  </a:cubicBezTo>
                  <a:cubicBezTo>
                    <a:pt x="4700" y="1942"/>
                    <a:pt x="4700" y="1942"/>
                    <a:pt x="4700" y="1942"/>
                  </a:cubicBezTo>
                  <a:cubicBezTo>
                    <a:pt x="4683" y="1951"/>
                    <a:pt x="4666" y="1960"/>
                    <a:pt x="4648" y="1969"/>
                  </a:cubicBezTo>
                  <a:close/>
                  <a:moveTo>
                    <a:pt x="5507" y="1589"/>
                  </a:moveTo>
                  <a:cubicBezTo>
                    <a:pt x="5515" y="1611"/>
                    <a:pt x="5515" y="1611"/>
                    <a:pt x="5515" y="1611"/>
                  </a:cubicBezTo>
                  <a:cubicBezTo>
                    <a:pt x="5534" y="1605"/>
                    <a:pt x="5552" y="1598"/>
                    <a:pt x="5570" y="1591"/>
                  </a:cubicBezTo>
                  <a:cubicBezTo>
                    <a:pt x="5562" y="1569"/>
                    <a:pt x="5562" y="1569"/>
                    <a:pt x="5562" y="1569"/>
                  </a:cubicBezTo>
                  <a:cubicBezTo>
                    <a:pt x="5544" y="1576"/>
                    <a:pt x="5525" y="1583"/>
                    <a:pt x="5507" y="1589"/>
                  </a:cubicBezTo>
                  <a:close/>
                  <a:moveTo>
                    <a:pt x="5729" y="1511"/>
                  </a:moveTo>
                  <a:cubicBezTo>
                    <a:pt x="5736" y="1534"/>
                    <a:pt x="5736" y="1534"/>
                    <a:pt x="5736" y="1534"/>
                  </a:cubicBezTo>
                  <a:cubicBezTo>
                    <a:pt x="5755" y="1528"/>
                    <a:pt x="5773" y="1522"/>
                    <a:pt x="5792" y="1515"/>
                  </a:cubicBezTo>
                  <a:cubicBezTo>
                    <a:pt x="5785" y="1493"/>
                    <a:pt x="5785" y="1493"/>
                    <a:pt x="5785" y="1493"/>
                  </a:cubicBezTo>
                  <a:cubicBezTo>
                    <a:pt x="5766" y="1499"/>
                    <a:pt x="5747" y="1505"/>
                    <a:pt x="5729" y="1511"/>
                  </a:cubicBezTo>
                  <a:close/>
                  <a:moveTo>
                    <a:pt x="5614" y="15853"/>
                  </a:moveTo>
                  <a:cubicBezTo>
                    <a:pt x="5633" y="15860"/>
                    <a:pt x="5651" y="15866"/>
                    <a:pt x="5670" y="15872"/>
                  </a:cubicBezTo>
                  <a:cubicBezTo>
                    <a:pt x="5678" y="15850"/>
                    <a:pt x="5678" y="15850"/>
                    <a:pt x="5678" y="15850"/>
                  </a:cubicBezTo>
                  <a:cubicBezTo>
                    <a:pt x="5659" y="15844"/>
                    <a:pt x="5640" y="15837"/>
                    <a:pt x="5622" y="15831"/>
                  </a:cubicBezTo>
                  <a:lnTo>
                    <a:pt x="5614" y="15853"/>
                  </a:lnTo>
                  <a:close/>
                  <a:moveTo>
                    <a:pt x="5503" y="15813"/>
                  </a:moveTo>
                  <a:cubicBezTo>
                    <a:pt x="5522" y="15820"/>
                    <a:pt x="5540" y="15827"/>
                    <a:pt x="5559" y="15833"/>
                  </a:cubicBezTo>
                  <a:cubicBezTo>
                    <a:pt x="5567" y="15811"/>
                    <a:pt x="5567" y="15811"/>
                    <a:pt x="5567" y="15811"/>
                  </a:cubicBezTo>
                  <a:cubicBezTo>
                    <a:pt x="5548" y="15804"/>
                    <a:pt x="5530" y="15798"/>
                    <a:pt x="5511" y="15791"/>
                  </a:cubicBezTo>
                  <a:lnTo>
                    <a:pt x="5503" y="15813"/>
                  </a:lnTo>
                  <a:close/>
                  <a:moveTo>
                    <a:pt x="5397" y="1631"/>
                  </a:moveTo>
                  <a:cubicBezTo>
                    <a:pt x="5406" y="1653"/>
                    <a:pt x="5406" y="1653"/>
                    <a:pt x="5406" y="1653"/>
                  </a:cubicBezTo>
                  <a:cubicBezTo>
                    <a:pt x="5424" y="1646"/>
                    <a:pt x="5442" y="1639"/>
                    <a:pt x="5460" y="1632"/>
                  </a:cubicBezTo>
                  <a:cubicBezTo>
                    <a:pt x="5452" y="1610"/>
                    <a:pt x="5452" y="1610"/>
                    <a:pt x="5452" y="1610"/>
                  </a:cubicBezTo>
                  <a:cubicBezTo>
                    <a:pt x="5434" y="1617"/>
                    <a:pt x="5415" y="1624"/>
                    <a:pt x="5397" y="1631"/>
                  </a:cubicBezTo>
                  <a:close/>
                  <a:moveTo>
                    <a:pt x="4431" y="15319"/>
                  </a:moveTo>
                  <a:cubicBezTo>
                    <a:pt x="4448" y="15328"/>
                    <a:pt x="4466" y="15338"/>
                    <a:pt x="4483" y="15347"/>
                  </a:cubicBezTo>
                  <a:cubicBezTo>
                    <a:pt x="4494" y="15327"/>
                    <a:pt x="4494" y="15327"/>
                    <a:pt x="4494" y="15327"/>
                  </a:cubicBezTo>
                  <a:cubicBezTo>
                    <a:pt x="4477" y="15317"/>
                    <a:pt x="4460" y="15308"/>
                    <a:pt x="4443" y="15298"/>
                  </a:cubicBezTo>
                  <a:lnTo>
                    <a:pt x="4431" y="15319"/>
                  </a:lnTo>
                  <a:close/>
                  <a:moveTo>
                    <a:pt x="5618" y="1550"/>
                  </a:moveTo>
                  <a:cubicBezTo>
                    <a:pt x="5625" y="1572"/>
                    <a:pt x="5625" y="1572"/>
                    <a:pt x="5625" y="1572"/>
                  </a:cubicBezTo>
                  <a:cubicBezTo>
                    <a:pt x="5644" y="1565"/>
                    <a:pt x="5662" y="1559"/>
                    <a:pt x="5681" y="1553"/>
                  </a:cubicBezTo>
                  <a:cubicBezTo>
                    <a:pt x="5673" y="1530"/>
                    <a:pt x="5673" y="1530"/>
                    <a:pt x="5673" y="1530"/>
                  </a:cubicBezTo>
                  <a:cubicBezTo>
                    <a:pt x="5655" y="1537"/>
                    <a:pt x="5636" y="1543"/>
                    <a:pt x="5618" y="1550"/>
                  </a:cubicBezTo>
                  <a:close/>
                  <a:moveTo>
                    <a:pt x="5726" y="15891"/>
                  </a:moveTo>
                  <a:cubicBezTo>
                    <a:pt x="5744" y="15898"/>
                    <a:pt x="5763" y="15904"/>
                    <a:pt x="5782" y="15910"/>
                  </a:cubicBezTo>
                  <a:cubicBezTo>
                    <a:pt x="5789" y="15887"/>
                    <a:pt x="5789" y="15887"/>
                    <a:pt x="5789" y="15887"/>
                  </a:cubicBezTo>
                  <a:cubicBezTo>
                    <a:pt x="5771" y="15881"/>
                    <a:pt x="5752" y="15875"/>
                    <a:pt x="5733" y="15869"/>
                  </a:cubicBezTo>
                  <a:lnTo>
                    <a:pt x="5726" y="15891"/>
                  </a:lnTo>
                  <a:close/>
                  <a:moveTo>
                    <a:pt x="5393" y="15771"/>
                  </a:moveTo>
                  <a:cubicBezTo>
                    <a:pt x="5411" y="15778"/>
                    <a:pt x="5429" y="15785"/>
                    <a:pt x="5448" y="15792"/>
                  </a:cubicBezTo>
                  <a:cubicBezTo>
                    <a:pt x="5456" y="15770"/>
                    <a:pt x="5456" y="15770"/>
                    <a:pt x="5456" y="15770"/>
                  </a:cubicBezTo>
                  <a:cubicBezTo>
                    <a:pt x="5438" y="15763"/>
                    <a:pt x="5419" y="15756"/>
                    <a:pt x="5401" y="15749"/>
                  </a:cubicBezTo>
                  <a:lnTo>
                    <a:pt x="5393" y="15771"/>
                  </a:lnTo>
                  <a:close/>
                  <a:moveTo>
                    <a:pt x="5179" y="1719"/>
                  </a:moveTo>
                  <a:cubicBezTo>
                    <a:pt x="5189" y="1741"/>
                    <a:pt x="5189" y="1741"/>
                    <a:pt x="5189" y="1741"/>
                  </a:cubicBezTo>
                  <a:cubicBezTo>
                    <a:pt x="5206" y="1733"/>
                    <a:pt x="5224" y="1726"/>
                    <a:pt x="5243" y="1718"/>
                  </a:cubicBezTo>
                  <a:cubicBezTo>
                    <a:pt x="5234" y="1696"/>
                    <a:pt x="5234" y="1696"/>
                    <a:pt x="5234" y="1696"/>
                  </a:cubicBezTo>
                  <a:cubicBezTo>
                    <a:pt x="5215" y="1704"/>
                    <a:pt x="5197" y="1711"/>
                    <a:pt x="5179" y="1719"/>
                  </a:cubicBezTo>
                  <a:close/>
                  <a:moveTo>
                    <a:pt x="5174" y="15682"/>
                  </a:moveTo>
                  <a:cubicBezTo>
                    <a:pt x="5192" y="15690"/>
                    <a:pt x="5210" y="15698"/>
                    <a:pt x="5228" y="15705"/>
                  </a:cubicBezTo>
                  <a:cubicBezTo>
                    <a:pt x="5237" y="15684"/>
                    <a:pt x="5237" y="15684"/>
                    <a:pt x="5237" y="15684"/>
                  </a:cubicBezTo>
                  <a:cubicBezTo>
                    <a:pt x="5219" y="15676"/>
                    <a:pt x="5201" y="15668"/>
                    <a:pt x="5183" y="15661"/>
                  </a:cubicBezTo>
                  <a:lnTo>
                    <a:pt x="5174" y="15682"/>
                  </a:lnTo>
                  <a:close/>
                  <a:moveTo>
                    <a:pt x="7337" y="16241"/>
                  </a:moveTo>
                  <a:cubicBezTo>
                    <a:pt x="7356" y="16243"/>
                    <a:pt x="7376" y="16245"/>
                    <a:pt x="7395" y="16247"/>
                  </a:cubicBezTo>
                  <a:cubicBezTo>
                    <a:pt x="7398" y="16223"/>
                    <a:pt x="7398" y="16223"/>
                    <a:pt x="7398" y="16223"/>
                  </a:cubicBezTo>
                  <a:cubicBezTo>
                    <a:pt x="7378" y="16221"/>
                    <a:pt x="7359" y="16219"/>
                    <a:pt x="7339" y="16217"/>
                  </a:cubicBezTo>
                  <a:lnTo>
                    <a:pt x="7337" y="16241"/>
                  </a:lnTo>
                  <a:close/>
                  <a:moveTo>
                    <a:pt x="5288" y="1674"/>
                  </a:moveTo>
                  <a:cubicBezTo>
                    <a:pt x="5297" y="1696"/>
                    <a:pt x="5297" y="1696"/>
                    <a:pt x="5297" y="1696"/>
                  </a:cubicBezTo>
                  <a:cubicBezTo>
                    <a:pt x="5315" y="1689"/>
                    <a:pt x="5333" y="1681"/>
                    <a:pt x="5351" y="1674"/>
                  </a:cubicBezTo>
                  <a:cubicBezTo>
                    <a:pt x="5342" y="1652"/>
                    <a:pt x="5342" y="1652"/>
                    <a:pt x="5342" y="1652"/>
                  </a:cubicBezTo>
                  <a:cubicBezTo>
                    <a:pt x="5324" y="1659"/>
                    <a:pt x="5306" y="1667"/>
                    <a:pt x="5288" y="1674"/>
                  </a:cubicBezTo>
                  <a:close/>
                  <a:moveTo>
                    <a:pt x="7220" y="16227"/>
                  </a:moveTo>
                  <a:cubicBezTo>
                    <a:pt x="7239" y="16230"/>
                    <a:pt x="7259" y="16232"/>
                    <a:pt x="7278" y="16234"/>
                  </a:cubicBezTo>
                  <a:cubicBezTo>
                    <a:pt x="7281" y="16211"/>
                    <a:pt x="7281" y="16211"/>
                    <a:pt x="7281" y="16211"/>
                  </a:cubicBezTo>
                  <a:cubicBezTo>
                    <a:pt x="7261" y="16209"/>
                    <a:pt x="7242" y="16206"/>
                    <a:pt x="7222" y="16204"/>
                  </a:cubicBezTo>
                  <a:lnTo>
                    <a:pt x="7220" y="16227"/>
                  </a:lnTo>
                  <a:close/>
                  <a:moveTo>
                    <a:pt x="9561" y="16124"/>
                  </a:moveTo>
                  <a:cubicBezTo>
                    <a:pt x="9565" y="16147"/>
                    <a:pt x="9565" y="16147"/>
                    <a:pt x="9565" y="16147"/>
                  </a:cubicBezTo>
                  <a:cubicBezTo>
                    <a:pt x="9585" y="16144"/>
                    <a:pt x="9604" y="16140"/>
                    <a:pt x="9623" y="16136"/>
                  </a:cubicBezTo>
                  <a:cubicBezTo>
                    <a:pt x="9619" y="16113"/>
                    <a:pt x="9619" y="16113"/>
                    <a:pt x="9619" y="16113"/>
                  </a:cubicBezTo>
                  <a:cubicBezTo>
                    <a:pt x="9599" y="16117"/>
                    <a:pt x="9580" y="16120"/>
                    <a:pt x="9561" y="16124"/>
                  </a:cubicBezTo>
                  <a:close/>
                  <a:moveTo>
                    <a:pt x="9391" y="1226"/>
                  </a:moveTo>
                  <a:cubicBezTo>
                    <a:pt x="9371" y="1222"/>
                    <a:pt x="9352" y="1219"/>
                    <a:pt x="9333" y="1216"/>
                  </a:cubicBezTo>
                  <a:cubicBezTo>
                    <a:pt x="9329" y="1240"/>
                    <a:pt x="9329" y="1240"/>
                    <a:pt x="9329" y="1240"/>
                  </a:cubicBezTo>
                  <a:cubicBezTo>
                    <a:pt x="9348" y="1243"/>
                    <a:pt x="9368" y="1246"/>
                    <a:pt x="9387" y="1249"/>
                  </a:cubicBezTo>
                  <a:lnTo>
                    <a:pt x="9391" y="1226"/>
                  </a:lnTo>
                  <a:close/>
                  <a:moveTo>
                    <a:pt x="9274" y="1207"/>
                  </a:moveTo>
                  <a:cubicBezTo>
                    <a:pt x="9255" y="1204"/>
                    <a:pt x="9235" y="1201"/>
                    <a:pt x="9216" y="1199"/>
                  </a:cubicBezTo>
                  <a:cubicBezTo>
                    <a:pt x="9213" y="1222"/>
                    <a:pt x="9213" y="1222"/>
                    <a:pt x="9213" y="1222"/>
                  </a:cubicBezTo>
                  <a:cubicBezTo>
                    <a:pt x="9232" y="1225"/>
                    <a:pt x="9251" y="1228"/>
                    <a:pt x="9271" y="1230"/>
                  </a:cubicBezTo>
                  <a:lnTo>
                    <a:pt x="9274" y="1207"/>
                  </a:lnTo>
                  <a:close/>
                  <a:moveTo>
                    <a:pt x="9214" y="16182"/>
                  </a:moveTo>
                  <a:cubicBezTo>
                    <a:pt x="9217" y="16205"/>
                    <a:pt x="9217" y="16205"/>
                    <a:pt x="9217" y="16205"/>
                  </a:cubicBezTo>
                  <a:cubicBezTo>
                    <a:pt x="9236" y="16203"/>
                    <a:pt x="9256" y="16200"/>
                    <a:pt x="9275" y="16197"/>
                  </a:cubicBezTo>
                  <a:cubicBezTo>
                    <a:pt x="9272" y="16174"/>
                    <a:pt x="9272" y="16174"/>
                    <a:pt x="9272" y="16174"/>
                  </a:cubicBezTo>
                  <a:cubicBezTo>
                    <a:pt x="9252" y="16177"/>
                    <a:pt x="9233" y="16179"/>
                    <a:pt x="9214" y="16182"/>
                  </a:cubicBezTo>
                  <a:close/>
                  <a:moveTo>
                    <a:pt x="9507" y="1246"/>
                  </a:moveTo>
                  <a:cubicBezTo>
                    <a:pt x="9488" y="1243"/>
                    <a:pt x="9468" y="1239"/>
                    <a:pt x="9449" y="1236"/>
                  </a:cubicBezTo>
                  <a:cubicBezTo>
                    <a:pt x="9445" y="1259"/>
                    <a:pt x="9445" y="1259"/>
                    <a:pt x="9445" y="1259"/>
                  </a:cubicBezTo>
                  <a:cubicBezTo>
                    <a:pt x="9464" y="1262"/>
                    <a:pt x="9483" y="1266"/>
                    <a:pt x="9503" y="1269"/>
                  </a:cubicBezTo>
                  <a:lnTo>
                    <a:pt x="9507" y="1246"/>
                  </a:lnTo>
                  <a:close/>
                  <a:moveTo>
                    <a:pt x="9445" y="16145"/>
                  </a:moveTo>
                  <a:cubicBezTo>
                    <a:pt x="9450" y="16168"/>
                    <a:pt x="9450" y="16168"/>
                    <a:pt x="9450" y="16168"/>
                  </a:cubicBezTo>
                  <a:cubicBezTo>
                    <a:pt x="9469" y="16165"/>
                    <a:pt x="9488" y="16162"/>
                    <a:pt x="9507" y="16158"/>
                  </a:cubicBezTo>
                  <a:cubicBezTo>
                    <a:pt x="9503" y="16135"/>
                    <a:pt x="9503" y="16135"/>
                    <a:pt x="9503" y="16135"/>
                  </a:cubicBezTo>
                  <a:cubicBezTo>
                    <a:pt x="9484" y="16138"/>
                    <a:pt x="9465" y="16142"/>
                    <a:pt x="9445" y="16145"/>
                  </a:cubicBezTo>
                  <a:close/>
                  <a:moveTo>
                    <a:pt x="9330" y="16165"/>
                  </a:moveTo>
                  <a:cubicBezTo>
                    <a:pt x="9333" y="16188"/>
                    <a:pt x="9333" y="16188"/>
                    <a:pt x="9333" y="16188"/>
                  </a:cubicBezTo>
                  <a:cubicBezTo>
                    <a:pt x="9353" y="16185"/>
                    <a:pt x="9372" y="16182"/>
                    <a:pt x="9391" y="16178"/>
                  </a:cubicBezTo>
                  <a:cubicBezTo>
                    <a:pt x="9388" y="16155"/>
                    <a:pt x="9388" y="16155"/>
                    <a:pt x="9388" y="16155"/>
                  </a:cubicBezTo>
                  <a:cubicBezTo>
                    <a:pt x="9368" y="16158"/>
                    <a:pt x="9349" y="16162"/>
                    <a:pt x="9330" y="16165"/>
                  </a:cubicBezTo>
                  <a:close/>
                  <a:moveTo>
                    <a:pt x="8923" y="1162"/>
                  </a:moveTo>
                  <a:cubicBezTo>
                    <a:pt x="8904" y="1160"/>
                    <a:pt x="8884" y="1158"/>
                    <a:pt x="8865" y="1157"/>
                  </a:cubicBezTo>
                  <a:cubicBezTo>
                    <a:pt x="8862" y="1180"/>
                    <a:pt x="8862" y="1180"/>
                    <a:pt x="8862" y="1180"/>
                  </a:cubicBezTo>
                  <a:cubicBezTo>
                    <a:pt x="8882" y="1182"/>
                    <a:pt x="8901" y="1184"/>
                    <a:pt x="8921" y="1186"/>
                  </a:cubicBezTo>
                  <a:lnTo>
                    <a:pt x="8923" y="1162"/>
                  </a:lnTo>
                  <a:close/>
                  <a:moveTo>
                    <a:pt x="8981" y="16212"/>
                  </a:moveTo>
                  <a:cubicBezTo>
                    <a:pt x="8983" y="16235"/>
                    <a:pt x="8983" y="16235"/>
                    <a:pt x="8983" y="16235"/>
                  </a:cubicBezTo>
                  <a:cubicBezTo>
                    <a:pt x="9003" y="16233"/>
                    <a:pt x="9022" y="16231"/>
                    <a:pt x="9042" y="16229"/>
                  </a:cubicBezTo>
                  <a:cubicBezTo>
                    <a:pt x="9039" y="16205"/>
                    <a:pt x="9039" y="16205"/>
                    <a:pt x="9039" y="16205"/>
                  </a:cubicBezTo>
                  <a:cubicBezTo>
                    <a:pt x="9020" y="16207"/>
                    <a:pt x="9000" y="16210"/>
                    <a:pt x="8981" y="16212"/>
                  </a:cubicBezTo>
                  <a:close/>
                  <a:moveTo>
                    <a:pt x="9158" y="1190"/>
                  </a:moveTo>
                  <a:cubicBezTo>
                    <a:pt x="9138" y="1188"/>
                    <a:pt x="9119" y="1185"/>
                    <a:pt x="9099" y="1183"/>
                  </a:cubicBezTo>
                  <a:cubicBezTo>
                    <a:pt x="9096" y="1206"/>
                    <a:pt x="9096" y="1206"/>
                    <a:pt x="9096" y="1206"/>
                  </a:cubicBezTo>
                  <a:cubicBezTo>
                    <a:pt x="9116" y="1209"/>
                    <a:pt x="9135" y="1211"/>
                    <a:pt x="9154" y="1214"/>
                  </a:cubicBezTo>
                  <a:lnTo>
                    <a:pt x="9158" y="1190"/>
                  </a:lnTo>
                  <a:close/>
                  <a:moveTo>
                    <a:pt x="8864" y="16224"/>
                  </a:moveTo>
                  <a:cubicBezTo>
                    <a:pt x="8866" y="16248"/>
                    <a:pt x="8866" y="16248"/>
                    <a:pt x="8866" y="16248"/>
                  </a:cubicBezTo>
                  <a:cubicBezTo>
                    <a:pt x="8886" y="16246"/>
                    <a:pt x="8905" y="16244"/>
                    <a:pt x="8925" y="16242"/>
                  </a:cubicBezTo>
                  <a:cubicBezTo>
                    <a:pt x="8922" y="16218"/>
                    <a:pt x="8922" y="16218"/>
                    <a:pt x="8922" y="16218"/>
                  </a:cubicBezTo>
                  <a:cubicBezTo>
                    <a:pt x="8903" y="16220"/>
                    <a:pt x="8883" y="16222"/>
                    <a:pt x="8864" y="16224"/>
                  </a:cubicBezTo>
                  <a:close/>
                  <a:moveTo>
                    <a:pt x="9041" y="1176"/>
                  </a:moveTo>
                  <a:cubicBezTo>
                    <a:pt x="9021" y="1173"/>
                    <a:pt x="9002" y="1171"/>
                    <a:pt x="8982" y="1169"/>
                  </a:cubicBezTo>
                  <a:cubicBezTo>
                    <a:pt x="8979" y="1192"/>
                    <a:pt x="8979" y="1192"/>
                    <a:pt x="8979" y="1192"/>
                  </a:cubicBezTo>
                  <a:cubicBezTo>
                    <a:pt x="8999" y="1194"/>
                    <a:pt x="9018" y="1197"/>
                    <a:pt x="9038" y="1199"/>
                  </a:cubicBezTo>
                  <a:lnTo>
                    <a:pt x="9041" y="1176"/>
                  </a:lnTo>
                  <a:close/>
                  <a:moveTo>
                    <a:pt x="9097" y="16198"/>
                  </a:moveTo>
                  <a:cubicBezTo>
                    <a:pt x="9100" y="16221"/>
                    <a:pt x="9100" y="16221"/>
                    <a:pt x="9100" y="16221"/>
                  </a:cubicBezTo>
                  <a:cubicBezTo>
                    <a:pt x="9120" y="16219"/>
                    <a:pt x="9139" y="16216"/>
                    <a:pt x="9159" y="16214"/>
                  </a:cubicBezTo>
                  <a:cubicBezTo>
                    <a:pt x="9155" y="16190"/>
                    <a:pt x="9155" y="16190"/>
                    <a:pt x="9155" y="16190"/>
                  </a:cubicBezTo>
                  <a:cubicBezTo>
                    <a:pt x="9136" y="16193"/>
                    <a:pt x="9117" y="16195"/>
                    <a:pt x="9097" y="16198"/>
                  </a:cubicBezTo>
                  <a:close/>
                  <a:moveTo>
                    <a:pt x="9623" y="1268"/>
                  </a:moveTo>
                  <a:cubicBezTo>
                    <a:pt x="9604" y="1264"/>
                    <a:pt x="9584" y="1261"/>
                    <a:pt x="9565" y="1257"/>
                  </a:cubicBezTo>
                  <a:cubicBezTo>
                    <a:pt x="9560" y="1280"/>
                    <a:pt x="9560" y="1280"/>
                    <a:pt x="9560" y="1280"/>
                  </a:cubicBezTo>
                  <a:cubicBezTo>
                    <a:pt x="9580" y="1284"/>
                    <a:pt x="9599" y="1288"/>
                    <a:pt x="9618" y="1291"/>
                  </a:cubicBezTo>
                  <a:lnTo>
                    <a:pt x="9623" y="1268"/>
                  </a:lnTo>
                  <a:close/>
                  <a:moveTo>
                    <a:pt x="10359" y="1478"/>
                  </a:moveTo>
                  <a:cubicBezTo>
                    <a:pt x="10378" y="1484"/>
                    <a:pt x="10397" y="1490"/>
                    <a:pt x="10416" y="1496"/>
                  </a:cubicBezTo>
                  <a:cubicBezTo>
                    <a:pt x="10423" y="1473"/>
                    <a:pt x="10423" y="1473"/>
                    <a:pt x="10423" y="1473"/>
                  </a:cubicBezTo>
                  <a:cubicBezTo>
                    <a:pt x="10404" y="1468"/>
                    <a:pt x="10385" y="1462"/>
                    <a:pt x="10366" y="1456"/>
                  </a:cubicBezTo>
                  <a:lnTo>
                    <a:pt x="10359" y="1478"/>
                  </a:lnTo>
                  <a:close/>
                  <a:moveTo>
                    <a:pt x="10472" y="1514"/>
                  </a:moveTo>
                  <a:cubicBezTo>
                    <a:pt x="10490" y="1520"/>
                    <a:pt x="10509" y="1526"/>
                    <a:pt x="10528" y="1532"/>
                  </a:cubicBezTo>
                  <a:cubicBezTo>
                    <a:pt x="10535" y="1510"/>
                    <a:pt x="10535" y="1510"/>
                    <a:pt x="10535" y="1510"/>
                  </a:cubicBezTo>
                  <a:cubicBezTo>
                    <a:pt x="10516" y="1504"/>
                    <a:pt x="10498" y="1498"/>
                    <a:pt x="10479" y="1491"/>
                  </a:cubicBezTo>
                  <a:lnTo>
                    <a:pt x="10472" y="1514"/>
                  </a:lnTo>
                  <a:close/>
                  <a:moveTo>
                    <a:pt x="10583" y="1551"/>
                  </a:moveTo>
                  <a:cubicBezTo>
                    <a:pt x="10602" y="1557"/>
                    <a:pt x="10620" y="1564"/>
                    <a:pt x="10639" y="1570"/>
                  </a:cubicBezTo>
                  <a:cubicBezTo>
                    <a:pt x="10647" y="1548"/>
                    <a:pt x="10647" y="1548"/>
                    <a:pt x="10647" y="1548"/>
                  </a:cubicBezTo>
                  <a:cubicBezTo>
                    <a:pt x="10628" y="1542"/>
                    <a:pt x="10610" y="1535"/>
                    <a:pt x="10591" y="1529"/>
                  </a:cubicBezTo>
                  <a:lnTo>
                    <a:pt x="10583" y="1551"/>
                  </a:lnTo>
                  <a:close/>
                  <a:moveTo>
                    <a:pt x="10133" y="1413"/>
                  </a:moveTo>
                  <a:cubicBezTo>
                    <a:pt x="10152" y="1418"/>
                    <a:pt x="10171" y="1423"/>
                    <a:pt x="10190" y="1429"/>
                  </a:cubicBezTo>
                  <a:cubicBezTo>
                    <a:pt x="10196" y="1406"/>
                    <a:pt x="10196" y="1406"/>
                    <a:pt x="10196" y="1406"/>
                  </a:cubicBezTo>
                  <a:cubicBezTo>
                    <a:pt x="10177" y="1401"/>
                    <a:pt x="10159" y="1395"/>
                    <a:pt x="10140" y="1390"/>
                  </a:cubicBezTo>
                  <a:lnTo>
                    <a:pt x="10133" y="1413"/>
                  </a:lnTo>
                  <a:close/>
                  <a:moveTo>
                    <a:pt x="10247" y="1445"/>
                  </a:moveTo>
                  <a:cubicBezTo>
                    <a:pt x="10265" y="1450"/>
                    <a:pt x="10284" y="1456"/>
                    <a:pt x="10303" y="1461"/>
                  </a:cubicBezTo>
                  <a:cubicBezTo>
                    <a:pt x="10310" y="1439"/>
                    <a:pt x="10310" y="1439"/>
                    <a:pt x="10310" y="1439"/>
                  </a:cubicBezTo>
                  <a:cubicBezTo>
                    <a:pt x="10291" y="1433"/>
                    <a:pt x="10272" y="1428"/>
                    <a:pt x="10253" y="1422"/>
                  </a:cubicBezTo>
                  <a:lnTo>
                    <a:pt x="10247" y="1445"/>
                  </a:lnTo>
                  <a:close/>
                  <a:moveTo>
                    <a:pt x="9738" y="1292"/>
                  </a:moveTo>
                  <a:cubicBezTo>
                    <a:pt x="9719" y="1288"/>
                    <a:pt x="9700" y="1284"/>
                    <a:pt x="9681" y="1280"/>
                  </a:cubicBezTo>
                  <a:cubicBezTo>
                    <a:pt x="9676" y="1303"/>
                    <a:pt x="9676" y="1303"/>
                    <a:pt x="9676" y="1303"/>
                  </a:cubicBezTo>
                  <a:cubicBezTo>
                    <a:pt x="9695" y="1307"/>
                    <a:pt x="9714" y="1311"/>
                    <a:pt x="9733" y="1315"/>
                  </a:cubicBezTo>
                  <a:lnTo>
                    <a:pt x="9738" y="1292"/>
                  </a:lnTo>
                  <a:close/>
                  <a:moveTo>
                    <a:pt x="9676" y="16101"/>
                  </a:moveTo>
                  <a:cubicBezTo>
                    <a:pt x="9681" y="16124"/>
                    <a:pt x="9681" y="16124"/>
                    <a:pt x="9681" y="16124"/>
                  </a:cubicBezTo>
                  <a:cubicBezTo>
                    <a:pt x="9700" y="16120"/>
                    <a:pt x="9719" y="16116"/>
                    <a:pt x="9739" y="16112"/>
                  </a:cubicBezTo>
                  <a:cubicBezTo>
                    <a:pt x="9734" y="16089"/>
                    <a:pt x="9734" y="16089"/>
                    <a:pt x="9734" y="16089"/>
                  </a:cubicBezTo>
                  <a:cubicBezTo>
                    <a:pt x="9714" y="16093"/>
                    <a:pt x="9695" y="16097"/>
                    <a:pt x="9676" y="16101"/>
                  </a:cubicBezTo>
                  <a:close/>
                  <a:moveTo>
                    <a:pt x="9791" y="1328"/>
                  </a:moveTo>
                  <a:cubicBezTo>
                    <a:pt x="9810" y="1332"/>
                    <a:pt x="9829" y="1336"/>
                    <a:pt x="9848" y="1341"/>
                  </a:cubicBezTo>
                  <a:cubicBezTo>
                    <a:pt x="9853" y="1318"/>
                    <a:pt x="9853" y="1318"/>
                    <a:pt x="9853" y="1318"/>
                  </a:cubicBezTo>
                  <a:cubicBezTo>
                    <a:pt x="9834" y="1314"/>
                    <a:pt x="9815" y="1309"/>
                    <a:pt x="9796" y="1305"/>
                  </a:cubicBezTo>
                  <a:lnTo>
                    <a:pt x="9791" y="1328"/>
                  </a:lnTo>
                  <a:close/>
                  <a:moveTo>
                    <a:pt x="9905" y="1354"/>
                  </a:moveTo>
                  <a:cubicBezTo>
                    <a:pt x="9924" y="1359"/>
                    <a:pt x="9944" y="1364"/>
                    <a:pt x="9963" y="1368"/>
                  </a:cubicBezTo>
                  <a:cubicBezTo>
                    <a:pt x="9968" y="1346"/>
                    <a:pt x="9968" y="1346"/>
                    <a:pt x="9968" y="1346"/>
                  </a:cubicBezTo>
                  <a:cubicBezTo>
                    <a:pt x="9949" y="1341"/>
                    <a:pt x="9930" y="1336"/>
                    <a:pt x="9911" y="1332"/>
                  </a:cubicBezTo>
                  <a:lnTo>
                    <a:pt x="9905" y="1354"/>
                  </a:lnTo>
                  <a:close/>
                  <a:moveTo>
                    <a:pt x="10020" y="1383"/>
                  </a:moveTo>
                  <a:cubicBezTo>
                    <a:pt x="10039" y="1388"/>
                    <a:pt x="10058" y="1393"/>
                    <a:pt x="10077" y="1398"/>
                  </a:cubicBezTo>
                  <a:cubicBezTo>
                    <a:pt x="10083" y="1375"/>
                    <a:pt x="10083" y="1375"/>
                    <a:pt x="10083" y="1375"/>
                  </a:cubicBezTo>
                  <a:cubicBezTo>
                    <a:pt x="10064" y="1370"/>
                    <a:pt x="10044" y="1365"/>
                    <a:pt x="10025" y="1360"/>
                  </a:cubicBezTo>
                  <a:lnTo>
                    <a:pt x="10020" y="1383"/>
                  </a:lnTo>
                  <a:close/>
                  <a:moveTo>
                    <a:pt x="7925" y="16280"/>
                  </a:moveTo>
                  <a:cubicBezTo>
                    <a:pt x="7944" y="16280"/>
                    <a:pt x="7964" y="16281"/>
                    <a:pt x="7984" y="16281"/>
                  </a:cubicBezTo>
                  <a:cubicBezTo>
                    <a:pt x="7984" y="16258"/>
                    <a:pt x="7984" y="16258"/>
                    <a:pt x="7984" y="16258"/>
                  </a:cubicBezTo>
                  <a:cubicBezTo>
                    <a:pt x="7965" y="16257"/>
                    <a:pt x="7945" y="16257"/>
                    <a:pt x="7925" y="16256"/>
                  </a:cubicBezTo>
                  <a:lnTo>
                    <a:pt x="7925" y="16280"/>
                  </a:lnTo>
                  <a:close/>
                  <a:moveTo>
                    <a:pt x="7807" y="16276"/>
                  </a:moveTo>
                  <a:cubicBezTo>
                    <a:pt x="7827" y="16276"/>
                    <a:pt x="7846" y="16277"/>
                    <a:pt x="7866" y="16278"/>
                  </a:cubicBezTo>
                  <a:cubicBezTo>
                    <a:pt x="7867" y="16254"/>
                    <a:pt x="7867" y="16254"/>
                    <a:pt x="7867" y="16254"/>
                  </a:cubicBezTo>
                  <a:cubicBezTo>
                    <a:pt x="7847" y="16254"/>
                    <a:pt x="7828" y="16253"/>
                    <a:pt x="7808" y="16252"/>
                  </a:cubicBezTo>
                  <a:lnTo>
                    <a:pt x="7807" y="16276"/>
                  </a:lnTo>
                  <a:close/>
                  <a:moveTo>
                    <a:pt x="7982" y="1123"/>
                  </a:moveTo>
                  <a:cubicBezTo>
                    <a:pt x="7962" y="1123"/>
                    <a:pt x="7943" y="1124"/>
                    <a:pt x="7923" y="1124"/>
                  </a:cubicBezTo>
                  <a:cubicBezTo>
                    <a:pt x="7924" y="1148"/>
                    <a:pt x="7924" y="1148"/>
                    <a:pt x="7924" y="1148"/>
                  </a:cubicBezTo>
                  <a:cubicBezTo>
                    <a:pt x="7943" y="1147"/>
                    <a:pt x="7963" y="1147"/>
                    <a:pt x="7982" y="1146"/>
                  </a:cubicBezTo>
                  <a:lnTo>
                    <a:pt x="7982" y="1123"/>
                  </a:lnTo>
                  <a:close/>
                  <a:moveTo>
                    <a:pt x="7689" y="16270"/>
                  </a:moveTo>
                  <a:cubicBezTo>
                    <a:pt x="7709" y="16271"/>
                    <a:pt x="7728" y="16272"/>
                    <a:pt x="7748" y="16273"/>
                  </a:cubicBezTo>
                  <a:cubicBezTo>
                    <a:pt x="7749" y="16249"/>
                    <a:pt x="7749" y="16249"/>
                    <a:pt x="7749" y="16249"/>
                  </a:cubicBezTo>
                  <a:cubicBezTo>
                    <a:pt x="7730" y="16248"/>
                    <a:pt x="7710" y="16247"/>
                    <a:pt x="7691" y="16246"/>
                  </a:cubicBezTo>
                  <a:lnTo>
                    <a:pt x="7689" y="16270"/>
                  </a:lnTo>
                  <a:close/>
                  <a:moveTo>
                    <a:pt x="7864" y="1126"/>
                  </a:moveTo>
                  <a:cubicBezTo>
                    <a:pt x="7845" y="1127"/>
                    <a:pt x="7825" y="1128"/>
                    <a:pt x="7805" y="1128"/>
                  </a:cubicBezTo>
                  <a:cubicBezTo>
                    <a:pt x="7806" y="1152"/>
                    <a:pt x="7806" y="1152"/>
                    <a:pt x="7806" y="1152"/>
                  </a:cubicBezTo>
                  <a:cubicBezTo>
                    <a:pt x="7826" y="1151"/>
                    <a:pt x="7845" y="1150"/>
                    <a:pt x="7865" y="1150"/>
                  </a:cubicBezTo>
                  <a:lnTo>
                    <a:pt x="7864" y="1126"/>
                  </a:lnTo>
                  <a:close/>
                  <a:moveTo>
                    <a:pt x="8100" y="1121"/>
                  </a:moveTo>
                  <a:cubicBezTo>
                    <a:pt x="8080" y="1122"/>
                    <a:pt x="8060" y="1122"/>
                    <a:pt x="8041" y="1122"/>
                  </a:cubicBezTo>
                  <a:cubicBezTo>
                    <a:pt x="8041" y="1146"/>
                    <a:pt x="8041" y="1146"/>
                    <a:pt x="8041" y="1146"/>
                  </a:cubicBezTo>
                  <a:cubicBezTo>
                    <a:pt x="8061" y="1145"/>
                    <a:pt x="8080" y="1145"/>
                    <a:pt x="8100" y="1145"/>
                  </a:cubicBezTo>
                  <a:lnTo>
                    <a:pt x="8100" y="1121"/>
                  </a:lnTo>
                  <a:close/>
                  <a:moveTo>
                    <a:pt x="7396" y="1181"/>
                  </a:moveTo>
                  <a:cubicBezTo>
                    <a:pt x="7394" y="1157"/>
                    <a:pt x="7394" y="1157"/>
                    <a:pt x="7394" y="1157"/>
                  </a:cubicBezTo>
                  <a:cubicBezTo>
                    <a:pt x="7375" y="1159"/>
                    <a:pt x="7355" y="1161"/>
                    <a:pt x="7336" y="1163"/>
                  </a:cubicBezTo>
                  <a:cubicBezTo>
                    <a:pt x="7338" y="1187"/>
                    <a:pt x="7338" y="1187"/>
                    <a:pt x="7338" y="1187"/>
                  </a:cubicBezTo>
                  <a:cubicBezTo>
                    <a:pt x="7357" y="1185"/>
                    <a:pt x="7377" y="1183"/>
                    <a:pt x="7396" y="1181"/>
                  </a:cubicBezTo>
                  <a:close/>
                  <a:moveTo>
                    <a:pt x="8043" y="16282"/>
                  </a:moveTo>
                  <a:cubicBezTo>
                    <a:pt x="8062" y="16282"/>
                    <a:pt x="8082" y="16282"/>
                    <a:pt x="8102" y="16283"/>
                  </a:cubicBezTo>
                  <a:cubicBezTo>
                    <a:pt x="8102" y="16259"/>
                    <a:pt x="8102" y="16259"/>
                    <a:pt x="8102" y="16259"/>
                  </a:cubicBezTo>
                  <a:cubicBezTo>
                    <a:pt x="8082" y="16259"/>
                    <a:pt x="8062" y="16259"/>
                    <a:pt x="8043" y="16258"/>
                  </a:cubicBezTo>
                  <a:lnTo>
                    <a:pt x="8043" y="16282"/>
                  </a:lnTo>
                  <a:close/>
                  <a:moveTo>
                    <a:pt x="7454" y="16252"/>
                  </a:moveTo>
                  <a:cubicBezTo>
                    <a:pt x="7474" y="16254"/>
                    <a:pt x="7493" y="16256"/>
                    <a:pt x="7513" y="16257"/>
                  </a:cubicBezTo>
                  <a:cubicBezTo>
                    <a:pt x="7515" y="16234"/>
                    <a:pt x="7515" y="16234"/>
                    <a:pt x="7515" y="16234"/>
                  </a:cubicBezTo>
                  <a:cubicBezTo>
                    <a:pt x="7495" y="16232"/>
                    <a:pt x="7476" y="16230"/>
                    <a:pt x="7456" y="16229"/>
                  </a:cubicBezTo>
                  <a:lnTo>
                    <a:pt x="7454" y="16252"/>
                  </a:lnTo>
                  <a:close/>
                  <a:moveTo>
                    <a:pt x="7513" y="1170"/>
                  </a:moveTo>
                  <a:cubicBezTo>
                    <a:pt x="7511" y="1147"/>
                    <a:pt x="7511" y="1147"/>
                    <a:pt x="7511" y="1147"/>
                  </a:cubicBezTo>
                  <a:cubicBezTo>
                    <a:pt x="7492" y="1148"/>
                    <a:pt x="7472" y="1150"/>
                    <a:pt x="7453" y="1152"/>
                  </a:cubicBezTo>
                  <a:cubicBezTo>
                    <a:pt x="7455" y="1175"/>
                    <a:pt x="7455" y="1175"/>
                    <a:pt x="7455" y="1175"/>
                  </a:cubicBezTo>
                  <a:cubicBezTo>
                    <a:pt x="7474" y="1174"/>
                    <a:pt x="7494" y="1172"/>
                    <a:pt x="7513" y="1170"/>
                  </a:cubicBezTo>
                  <a:close/>
                  <a:moveTo>
                    <a:pt x="7746" y="1131"/>
                  </a:moveTo>
                  <a:cubicBezTo>
                    <a:pt x="7727" y="1132"/>
                    <a:pt x="7707" y="1133"/>
                    <a:pt x="7688" y="1134"/>
                  </a:cubicBezTo>
                  <a:cubicBezTo>
                    <a:pt x="7689" y="1158"/>
                    <a:pt x="7689" y="1158"/>
                    <a:pt x="7689" y="1158"/>
                  </a:cubicBezTo>
                  <a:cubicBezTo>
                    <a:pt x="7709" y="1157"/>
                    <a:pt x="7728" y="1156"/>
                    <a:pt x="7748" y="1155"/>
                  </a:cubicBezTo>
                  <a:lnTo>
                    <a:pt x="7746" y="1131"/>
                  </a:lnTo>
                  <a:close/>
                  <a:moveTo>
                    <a:pt x="7572" y="16262"/>
                  </a:moveTo>
                  <a:cubicBezTo>
                    <a:pt x="7591" y="16263"/>
                    <a:pt x="7611" y="16265"/>
                    <a:pt x="7630" y="16266"/>
                  </a:cubicBezTo>
                  <a:cubicBezTo>
                    <a:pt x="7632" y="16242"/>
                    <a:pt x="7632" y="16242"/>
                    <a:pt x="7632" y="16242"/>
                  </a:cubicBezTo>
                  <a:cubicBezTo>
                    <a:pt x="7612" y="16241"/>
                    <a:pt x="7593" y="16240"/>
                    <a:pt x="7573" y="16238"/>
                  </a:cubicBezTo>
                  <a:lnTo>
                    <a:pt x="7572" y="16262"/>
                  </a:lnTo>
                  <a:close/>
                  <a:moveTo>
                    <a:pt x="7630" y="1162"/>
                  </a:moveTo>
                  <a:cubicBezTo>
                    <a:pt x="7629" y="1138"/>
                    <a:pt x="7629" y="1138"/>
                    <a:pt x="7629" y="1138"/>
                  </a:cubicBezTo>
                  <a:cubicBezTo>
                    <a:pt x="7609" y="1139"/>
                    <a:pt x="7590" y="1141"/>
                    <a:pt x="7570" y="1142"/>
                  </a:cubicBezTo>
                  <a:cubicBezTo>
                    <a:pt x="7572" y="1166"/>
                    <a:pt x="7572" y="1166"/>
                    <a:pt x="7572" y="1166"/>
                  </a:cubicBezTo>
                  <a:cubicBezTo>
                    <a:pt x="7591" y="1164"/>
                    <a:pt x="7611" y="1163"/>
                    <a:pt x="7630" y="1162"/>
                  </a:cubicBezTo>
                  <a:close/>
                  <a:moveTo>
                    <a:pt x="8278" y="16258"/>
                  </a:moveTo>
                  <a:cubicBezTo>
                    <a:pt x="8278" y="16281"/>
                    <a:pt x="8278" y="16281"/>
                    <a:pt x="8278" y="16281"/>
                  </a:cubicBezTo>
                  <a:cubicBezTo>
                    <a:pt x="8298" y="16281"/>
                    <a:pt x="8318" y="16280"/>
                    <a:pt x="8337" y="16280"/>
                  </a:cubicBezTo>
                  <a:cubicBezTo>
                    <a:pt x="8337" y="16256"/>
                    <a:pt x="8337" y="16256"/>
                    <a:pt x="8337" y="16256"/>
                  </a:cubicBezTo>
                  <a:cubicBezTo>
                    <a:pt x="8317" y="16257"/>
                    <a:pt x="8297" y="16257"/>
                    <a:pt x="8278" y="16258"/>
                  </a:cubicBezTo>
                  <a:close/>
                  <a:moveTo>
                    <a:pt x="8630" y="16243"/>
                  </a:moveTo>
                  <a:cubicBezTo>
                    <a:pt x="8631" y="16266"/>
                    <a:pt x="8631" y="16266"/>
                    <a:pt x="8631" y="16266"/>
                  </a:cubicBezTo>
                  <a:cubicBezTo>
                    <a:pt x="8651" y="16265"/>
                    <a:pt x="8671" y="16264"/>
                    <a:pt x="8690" y="16262"/>
                  </a:cubicBezTo>
                  <a:cubicBezTo>
                    <a:pt x="8688" y="16239"/>
                    <a:pt x="8688" y="16239"/>
                    <a:pt x="8688" y="16239"/>
                  </a:cubicBezTo>
                  <a:cubicBezTo>
                    <a:pt x="8669" y="16240"/>
                    <a:pt x="8649" y="16242"/>
                    <a:pt x="8630" y="16243"/>
                  </a:cubicBezTo>
                  <a:close/>
                  <a:moveTo>
                    <a:pt x="8571" y="1134"/>
                  </a:moveTo>
                  <a:cubicBezTo>
                    <a:pt x="8551" y="1133"/>
                    <a:pt x="8532" y="1132"/>
                    <a:pt x="8512" y="1131"/>
                  </a:cubicBezTo>
                  <a:cubicBezTo>
                    <a:pt x="8511" y="1154"/>
                    <a:pt x="8511" y="1154"/>
                    <a:pt x="8511" y="1154"/>
                  </a:cubicBezTo>
                  <a:cubicBezTo>
                    <a:pt x="8530" y="1155"/>
                    <a:pt x="8550" y="1156"/>
                    <a:pt x="8570" y="1157"/>
                  </a:cubicBezTo>
                  <a:lnTo>
                    <a:pt x="8571" y="1134"/>
                  </a:lnTo>
                  <a:close/>
                  <a:moveTo>
                    <a:pt x="8160" y="16259"/>
                  </a:moveTo>
                  <a:cubicBezTo>
                    <a:pt x="8160" y="16283"/>
                    <a:pt x="8160" y="16283"/>
                    <a:pt x="8160" y="16283"/>
                  </a:cubicBezTo>
                  <a:cubicBezTo>
                    <a:pt x="8180" y="16282"/>
                    <a:pt x="8200" y="16282"/>
                    <a:pt x="8219" y="16282"/>
                  </a:cubicBezTo>
                  <a:cubicBezTo>
                    <a:pt x="8219" y="16259"/>
                    <a:pt x="8219" y="16259"/>
                    <a:pt x="8219" y="16259"/>
                  </a:cubicBezTo>
                  <a:cubicBezTo>
                    <a:pt x="8200" y="16259"/>
                    <a:pt x="8180" y="16259"/>
                    <a:pt x="8160" y="16259"/>
                  </a:cubicBezTo>
                  <a:close/>
                  <a:moveTo>
                    <a:pt x="8747" y="16234"/>
                  </a:moveTo>
                  <a:cubicBezTo>
                    <a:pt x="8749" y="16258"/>
                    <a:pt x="8749" y="16258"/>
                    <a:pt x="8749" y="16258"/>
                  </a:cubicBezTo>
                  <a:cubicBezTo>
                    <a:pt x="8768" y="16256"/>
                    <a:pt x="8788" y="16255"/>
                    <a:pt x="8808" y="16253"/>
                  </a:cubicBezTo>
                  <a:cubicBezTo>
                    <a:pt x="8805" y="16229"/>
                    <a:pt x="8805" y="16229"/>
                    <a:pt x="8805" y="16229"/>
                  </a:cubicBezTo>
                  <a:cubicBezTo>
                    <a:pt x="8786" y="16231"/>
                    <a:pt x="8766" y="16233"/>
                    <a:pt x="8747" y="16234"/>
                  </a:cubicBezTo>
                  <a:close/>
                  <a:moveTo>
                    <a:pt x="8689" y="1142"/>
                  </a:moveTo>
                  <a:cubicBezTo>
                    <a:pt x="8669" y="1140"/>
                    <a:pt x="8649" y="1139"/>
                    <a:pt x="8630" y="1138"/>
                  </a:cubicBezTo>
                  <a:cubicBezTo>
                    <a:pt x="8628" y="1161"/>
                    <a:pt x="8628" y="1161"/>
                    <a:pt x="8628" y="1161"/>
                  </a:cubicBezTo>
                  <a:cubicBezTo>
                    <a:pt x="8648" y="1162"/>
                    <a:pt x="8667" y="1164"/>
                    <a:pt x="8687" y="1165"/>
                  </a:cubicBezTo>
                  <a:lnTo>
                    <a:pt x="8689" y="1142"/>
                  </a:lnTo>
                  <a:close/>
                  <a:moveTo>
                    <a:pt x="8453" y="1128"/>
                  </a:moveTo>
                  <a:cubicBezTo>
                    <a:pt x="8434" y="1127"/>
                    <a:pt x="8414" y="1127"/>
                    <a:pt x="8394" y="1126"/>
                  </a:cubicBezTo>
                  <a:cubicBezTo>
                    <a:pt x="8393" y="1149"/>
                    <a:pt x="8393" y="1149"/>
                    <a:pt x="8393" y="1149"/>
                  </a:cubicBezTo>
                  <a:cubicBezTo>
                    <a:pt x="8413" y="1150"/>
                    <a:pt x="8433" y="1151"/>
                    <a:pt x="8452" y="1152"/>
                  </a:cubicBezTo>
                  <a:lnTo>
                    <a:pt x="8453" y="1128"/>
                  </a:lnTo>
                  <a:close/>
                  <a:moveTo>
                    <a:pt x="8513" y="16250"/>
                  </a:moveTo>
                  <a:cubicBezTo>
                    <a:pt x="8514" y="16273"/>
                    <a:pt x="8514" y="16273"/>
                    <a:pt x="8514" y="16273"/>
                  </a:cubicBezTo>
                  <a:cubicBezTo>
                    <a:pt x="8533" y="16272"/>
                    <a:pt x="8553" y="16271"/>
                    <a:pt x="8573" y="16270"/>
                  </a:cubicBezTo>
                  <a:cubicBezTo>
                    <a:pt x="8571" y="16247"/>
                    <a:pt x="8571" y="16247"/>
                    <a:pt x="8571" y="16247"/>
                  </a:cubicBezTo>
                  <a:cubicBezTo>
                    <a:pt x="8552" y="16248"/>
                    <a:pt x="8532" y="16249"/>
                    <a:pt x="8513" y="16250"/>
                  </a:cubicBezTo>
                  <a:close/>
                  <a:moveTo>
                    <a:pt x="8395" y="16255"/>
                  </a:moveTo>
                  <a:cubicBezTo>
                    <a:pt x="8396" y="16278"/>
                    <a:pt x="8396" y="16278"/>
                    <a:pt x="8396" y="16278"/>
                  </a:cubicBezTo>
                  <a:cubicBezTo>
                    <a:pt x="8416" y="16277"/>
                    <a:pt x="8435" y="16277"/>
                    <a:pt x="8455" y="16276"/>
                  </a:cubicBezTo>
                  <a:cubicBezTo>
                    <a:pt x="8454" y="16252"/>
                    <a:pt x="8454" y="16252"/>
                    <a:pt x="8454" y="16252"/>
                  </a:cubicBezTo>
                  <a:cubicBezTo>
                    <a:pt x="8434" y="16253"/>
                    <a:pt x="8415" y="16254"/>
                    <a:pt x="8395" y="16255"/>
                  </a:cubicBezTo>
                  <a:close/>
                  <a:moveTo>
                    <a:pt x="8218" y="1122"/>
                  </a:moveTo>
                  <a:cubicBezTo>
                    <a:pt x="8198" y="1122"/>
                    <a:pt x="8178" y="1122"/>
                    <a:pt x="8159" y="1121"/>
                  </a:cubicBezTo>
                  <a:cubicBezTo>
                    <a:pt x="8159" y="1145"/>
                    <a:pt x="8159" y="1145"/>
                    <a:pt x="8159" y="1145"/>
                  </a:cubicBezTo>
                  <a:cubicBezTo>
                    <a:pt x="8178" y="1145"/>
                    <a:pt x="8198" y="1145"/>
                    <a:pt x="8217" y="1145"/>
                  </a:cubicBezTo>
                  <a:lnTo>
                    <a:pt x="8218" y="1122"/>
                  </a:lnTo>
                  <a:close/>
                  <a:moveTo>
                    <a:pt x="8806" y="1151"/>
                  </a:moveTo>
                  <a:cubicBezTo>
                    <a:pt x="8786" y="1149"/>
                    <a:pt x="8767" y="1148"/>
                    <a:pt x="8747" y="1146"/>
                  </a:cubicBezTo>
                  <a:cubicBezTo>
                    <a:pt x="8745" y="1170"/>
                    <a:pt x="8745" y="1170"/>
                    <a:pt x="8745" y="1170"/>
                  </a:cubicBezTo>
                  <a:cubicBezTo>
                    <a:pt x="8765" y="1171"/>
                    <a:pt x="8784" y="1173"/>
                    <a:pt x="8804" y="1175"/>
                  </a:cubicBezTo>
                  <a:lnTo>
                    <a:pt x="8806" y="1151"/>
                  </a:lnTo>
                  <a:close/>
                  <a:moveTo>
                    <a:pt x="8335" y="1124"/>
                  </a:moveTo>
                  <a:cubicBezTo>
                    <a:pt x="8316" y="1124"/>
                    <a:pt x="8296" y="1123"/>
                    <a:pt x="8276" y="1123"/>
                  </a:cubicBezTo>
                  <a:cubicBezTo>
                    <a:pt x="8276" y="1146"/>
                    <a:pt x="8276" y="1146"/>
                    <a:pt x="8276" y="1146"/>
                  </a:cubicBezTo>
                  <a:cubicBezTo>
                    <a:pt x="8296" y="1147"/>
                    <a:pt x="8315" y="1147"/>
                    <a:pt x="8335" y="1148"/>
                  </a:cubicBezTo>
                  <a:lnTo>
                    <a:pt x="8335" y="1124"/>
                  </a:lnTo>
                  <a:close/>
                  <a:moveTo>
                    <a:pt x="9791" y="16076"/>
                  </a:moveTo>
                  <a:cubicBezTo>
                    <a:pt x="9796" y="16099"/>
                    <a:pt x="9796" y="16099"/>
                    <a:pt x="9796" y="16099"/>
                  </a:cubicBezTo>
                  <a:cubicBezTo>
                    <a:pt x="9806" y="16097"/>
                    <a:pt x="9816" y="16095"/>
                    <a:pt x="9825" y="16093"/>
                  </a:cubicBezTo>
                  <a:cubicBezTo>
                    <a:pt x="9820" y="16070"/>
                    <a:pt x="9820" y="16070"/>
                    <a:pt x="9820" y="16070"/>
                  </a:cubicBezTo>
                  <a:cubicBezTo>
                    <a:pt x="9810" y="16072"/>
                    <a:pt x="9801" y="16074"/>
                    <a:pt x="9791" y="16076"/>
                  </a:cubicBezTo>
                  <a:close/>
                </a:path>
              </a:pathLst>
            </a:custGeom>
            <a:solidFill>
              <a:schemeClr val="tx1"/>
            </a:solidFill>
            <a:ln w="0">
              <a:solidFill>
                <a:srgbClr val="FFFFFF"/>
              </a:solidFill>
            </a:ln>
          </p:spPr>
          <p:txBody>
            <a:bodyPr vert="horz" wrap="square" lIns="91440" tIns="45720" rIns="91440" bIns="45720" numCol="1" anchor="t" anchorCtr="0" compatLnSpc="1">
              <a:prstTxWarp prst="textNoShape">
                <a:avLst/>
              </a:prstTxWarp>
            </a:bodyPr>
            <a:lstStyle/>
            <a:p>
              <a:endParaRPr lang="en-US"/>
            </a:p>
          </p:txBody>
        </p:sp>
        <p:sp>
          <p:nvSpPr>
            <p:cNvPr id="23" name="Oval 63">
              <a:extLst>
                <a:ext uri="{FF2B5EF4-FFF2-40B4-BE49-F238E27FC236}">
                  <a16:creationId xmlns:a16="http://schemas.microsoft.com/office/drawing/2014/main" id="{C3002DE7-80D1-4C64-A206-F14CBB03E97C}"/>
                </a:ext>
              </a:extLst>
            </p:cNvPr>
            <p:cNvSpPr>
              <a:spLocks noChangeArrowheads="1"/>
            </p:cNvSpPr>
            <p:nvPr/>
          </p:nvSpPr>
          <p:spPr bwMode="auto">
            <a:xfrm>
              <a:off x="5145916" y="4021803"/>
              <a:ext cx="775453" cy="775291"/>
            </a:xfrm>
            <a:prstGeom prst="ellipse">
              <a:avLst/>
            </a:prstGeom>
            <a:gradFill flip="none" rotWithShape="1">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Oval 64">
              <a:extLst>
                <a:ext uri="{FF2B5EF4-FFF2-40B4-BE49-F238E27FC236}">
                  <a16:creationId xmlns:a16="http://schemas.microsoft.com/office/drawing/2014/main" id="{40127CB1-24C8-4A5D-9EA0-94B253454D01}"/>
                </a:ext>
              </a:extLst>
            </p:cNvPr>
            <p:cNvSpPr>
              <a:spLocks noChangeArrowheads="1"/>
            </p:cNvSpPr>
            <p:nvPr/>
          </p:nvSpPr>
          <p:spPr bwMode="auto">
            <a:xfrm>
              <a:off x="990601" y="3410538"/>
              <a:ext cx="906415" cy="906254"/>
            </a:xfrm>
            <a:prstGeom prst="ellipse">
              <a:avLst/>
            </a:prstGeom>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Oval 65">
              <a:extLst>
                <a:ext uri="{FF2B5EF4-FFF2-40B4-BE49-F238E27FC236}">
                  <a16:creationId xmlns:a16="http://schemas.microsoft.com/office/drawing/2014/main" id="{DC6FE98A-59AE-4E49-89B6-F6B65B53491D}"/>
                </a:ext>
              </a:extLst>
            </p:cNvPr>
            <p:cNvSpPr>
              <a:spLocks noChangeArrowheads="1"/>
            </p:cNvSpPr>
            <p:nvPr/>
          </p:nvSpPr>
          <p:spPr bwMode="auto">
            <a:xfrm>
              <a:off x="4684161" y="2580411"/>
              <a:ext cx="721423" cy="721100"/>
            </a:xfrm>
            <a:prstGeom prst="ellipse">
              <a:avLst/>
            </a:prstGeom>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path path="circle">
                <a:fillToRect l="50000" t="130000" r="50000" b="-30000"/>
              </a:path>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Oval 66">
              <a:extLst>
                <a:ext uri="{FF2B5EF4-FFF2-40B4-BE49-F238E27FC236}">
                  <a16:creationId xmlns:a16="http://schemas.microsoft.com/office/drawing/2014/main" id="{FDFFCFB7-C815-4C4E-A5F9-26A2FDCCA625}"/>
                </a:ext>
              </a:extLst>
            </p:cNvPr>
            <p:cNvSpPr>
              <a:spLocks noChangeArrowheads="1"/>
            </p:cNvSpPr>
            <p:nvPr/>
          </p:nvSpPr>
          <p:spPr bwMode="auto">
            <a:xfrm>
              <a:off x="4574327" y="5341749"/>
              <a:ext cx="775130" cy="775291"/>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Oval 67">
              <a:extLst>
                <a:ext uri="{FF2B5EF4-FFF2-40B4-BE49-F238E27FC236}">
                  <a16:creationId xmlns:a16="http://schemas.microsoft.com/office/drawing/2014/main" id="{FC9D390A-AEBB-4A12-A800-4E746788EA13}"/>
                </a:ext>
              </a:extLst>
            </p:cNvPr>
            <p:cNvSpPr>
              <a:spLocks noChangeArrowheads="1"/>
            </p:cNvSpPr>
            <p:nvPr/>
          </p:nvSpPr>
          <p:spPr bwMode="auto">
            <a:xfrm>
              <a:off x="1690250" y="2262359"/>
              <a:ext cx="775130" cy="775291"/>
            </a:xfrm>
            <a:prstGeom prst="ellipse">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Oval 68">
              <a:extLst>
                <a:ext uri="{FF2B5EF4-FFF2-40B4-BE49-F238E27FC236}">
                  <a16:creationId xmlns:a16="http://schemas.microsoft.com/office/drawing/2014/main" id="{D1E1214A-E76B-4FF6-8099-6CD7DB66A378}"/>
                </a:ext>
              </a:extLst>
            </p:cNvPr>
            <p:cNvSpPr>
              <a:spLocks noChangeArrowheads="1"/>
            </p:cNvSpPr>
            <p:nvPr/>
          </p:nvSpPr>
          <p:spPr bwMode="auto">
            <a:xfrm>
              <a:off x="1149143" y="4931927"/>
              <a:ext cx="775614" cy="77513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Oval 69">
              <a:extLst>
                <a:ext uri="{FF2B5EF4-FFF2-40B4-BE49-F238E27FC236}">
                  <a16:creationId xmlns:a16="http://schemas.microsoft.com/office/drawing/2014/main" id="{1B469D68-0CFE-4C7D-956D-A0D5F3E69F50}"/>
                </a:ext>
              </a:extLst>
            </p:cNvPr>
            <p:cNvSpPr>
              <a:spLocks noChangeArrowheads="1"/>
            </p:cNvSpPr>
            <p:nvPr/>
          </p:nvSpPr>
          <p:spPr bwMode="auto">
            <a:xfrm>
              <a:off x="3158739" y="1835118"/>
              <a:ext cx="907382" cy="907544"/>
            </a:xfrm>
            <a:prstGeom prst="ellipse">
              <a:avLst/>
            </a:prstGeom>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0">
              <a:extLst>
                <a:ext uri="{FF2B5EF4-FFF2-40B4-BE49-F238E27FC236}">
                  <a16:creationId xmlns:a16="http://schemas.microsoft.com/office/drawing/2014/main" id="{BC6DCD97-A43C-46E7-8D79-1AD6B46662E3}"/>
                </a:ext>
              </a:extLst>
            </p:cNvPr>
            <p:cNvSpPr>
              <a:spLocks noEditPoints="1"/>
            </p:cNvSpPr>
            <p:nvPr/>
          </p:nvSpPr>
          <p:spPr bwMode="auto">
            <a:xfrm>
              <a:off x="2222648" y="3022651"/>
              <a:ext cx="263538" cy="263538"/>
            </a:xfrm>
            <a:custGeom>
              <a:avLst/>
              <a:gdLst>
                <a:gd name="T0" fmla="*/ 481 w 1001"/>
                <a:gd name="T1" fmla="*/ 135 h 1001"/>
                <a:gd name="T2" fmla="*/ 339 w 1001"/>
                <a:gd name="T3" fmla="*/ 172 h 1001"/>
                <a:gd name="T4" fmla="*/ 257 w 1001"/>
                <a:gd name="T5" fmla="*/ 63 h 1001"/>
                <a:gd name="T6" fmla="*/ 146 w 1001"/>
                <a:gd name="T7" fmla="*/ 147 h 1001"/>
                <a:gd name="T8" fmla="*/ 228 w 1001"/>
                <a:gd name="T9" fmla="*/ 256 h 1001"/>
                <a:gd name="T10" fmla="*/ 154 w 1001"/>
                <a:gd name="T11" fmla="*/ 382 h 1001"/>
                <a:gd name="T12" fmla="*/ 19 w 1001"/>
                <a:gd name="T13" fmla="*/ 364 h 1001"/>
                <a:gd name="T14" fmla="*/ 0 w 1001"/>
                <a:gd name="T15" fmla="*/ 501 h 1001"/>
                <a:gd name="T16" fmla="*/ 135 w 1001"/>
                <a:gd name="T17" fmla="*/ 520 h 1001"/>
                <a:gd name="T18" fmla="*/ 172 w 1001"/>
                <a:gd name="T19" fmla="*/ 662 h 1001"/>
                <a:gd name="T20" fmla="*/ 63 w 1001"/>
                <a:gd name="T21" fmla="*/ 744 h 1001"/>
                <a:gd name="T22" fmla="*/ 147 w 1001"/>
                <a:gd name="T23" fmla="*/ 855 h 1001"/>
                <a:gd name="T24" fmla="*/ 256 w 1001"/>
                <a:gd name="T25" fmla="*/ 772 h 1001"/>
                <a:gd name="T26" fmla="*/ 382 w 1001"/>
                <a:gd name="T27" fmla="*/ 847 h 1001"/>
                <a:gd name="T28" fmla="*/ 364 w 1001"/>
                <a:gd name="T29" fmla="*/ 982 h 1001"/>
                <a:gd name="T30" fmla="*/ 501 w 1001"/>
                <a:gd name="T31" fmla="*/ 1001 h 1001"/>
                <a:gd name="T32" fmla="*/ 520 w 1001"/>
                <a:gd name="T33" fmla="*/ 866 h 1001"/>
                <a:gd name="T34" fmla="*/ 662 w 1001"/>
                <a:gd name="T35" fmla="*/ 828 h 1001"/>
                <a:gd name="T36" fmla="*/ 744 w 1001"/>
                <a:gd name="T37" fmla="*/ 937 h 1001"/>
                <a:gd name="T38" fmla="*/ 855 w 1001"/>
                <a:gd name="T39" fmla="*/ 853 h 1001"/>
                <a:gd name="T40" fmla="*/ 773 w 1001"/>
                <a:gd name="T41" fmla="*/ 745 h 1001"/>
                <a:gd name="T42" fmla="*/ 847 w 1001"/>
                <a:gd name="T43" fmla="*/ 618 h 1001"/>
                <a:gd name="T44" fmla="*/ 982 w 1001"/>
                <a:gd name="T45" fmla="*/ 637 h 1001"/>
                <a:gd name="T46" fmla="*/ 1001 w 1001"/>
                <a:gd name="T47" fmla="*/ 499 h 1001"/>
                <a:gd name="T48" fmla="*/ 866 w 1001"/>
                <a:gd name="T49" fmla="*/ 481 h 1001"/>
                <a:gd name="T50" fmla="*/ 829 w 1001"/>
                <a:gd name="T51" fmla="*/ 339 h 1001"/>
                <a:gd name="T52" fmla="*/ 937 w 1001"/>
                <a:gd name="T53" fmla="*/ 257 h 1001"/>
                <a:gd name="T54" fmla="*/ 854 w 1001"/>
                <a:gd name="T55" fmla="*/ 146 h 1001"/>
                <a:gd name="T56" fmla="*/ 745 w 1001"/>
                <a:gd name="T57" fmla="*/ 228 h 1001"/>
                <a:gd name="T58" fmla="*/ 618 w 1001"/>
                <a:gd name="T59" fmla="*/ 154 h 1001"/>
                <a:gd name="T60" fmla="*/ 637 w 1001"/>
                <a:gd name="T61" fmla="*/ 19 h 1001"/>
                <a:gd name="T62" fmla="*/ 499 w 1001"/>
                <a:gd name="T63" fmla="*/ 0 h 1001"/>
                <a:gd name="T64" fmla="*/ 481 w 1001"/>
                <a:gd name="T65" fmla="*/ 135 h 1001"/>
                <a:gd name="T66" fmla="*/ 621 w 1001"/>
                <a:gd name="T67" fmla="*/ 409 h 1001"/>
                <a:gd name="T68" fmla="*/ 592 w 1001"/>
                <a:gd name="T69" fmla="*/ 621 h 1001"/>
                <a:gd name="T70" fmla="*/ 380 w 1001"/>
                <a:gd name="T71" fmla="*/ 592 h 1001"/>
                <a:gd name="T72" fmla="*/ 409 w 1001"/>
                <a:gd name="T73" fmla="*/ 379 h 1001"/>
                <a:gd name="T74" fmla="*/ 621 w 1001"/>
                <a:gd name="T75" fmla="*/ 409 h 1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001" h="1001">
                  <a:moveTo>
                    <a:pt x="481" y="135"/>
                  </a:moveTo>
                  <a:cubicBezTo>
                    <a:pt x="432" y="137"/>
                    <a:pt x="384" y="150"/>
                    <a:pt x="339" y="172"/>
                  </a:cubicBezTo>
                  <a:cubicBezTo>
                    <a:pt x="257" y="63"/>
                    <a:pt x="257" y="63"/>
                    <a:pt x="257" y="63"/>
                  </a:cubicBezTo>
                  <a:cubicBezTo>
                    <a:pt x="146" y="147"/>
                    <a:pt x="146" y="147"/>
                    <a:pt x="146" y="147"/>
                  </a:cubicBezTo>
                  <a:cubicBezTo>
                    <a:pt x="228" y="256"/>
                    <a:pt x="228" y="256"/>
                    <a:pt x="228" y="256"/>
                  </a:cubicBezTo>
                  <a:cubicBezTo>
                    <a:pt x="194" y="293"/>
                    <a:pt x="169" y="336"/>
                    <a:pt x="154" y="382"/>
                  </a:cubicBezTo>
                  <a:cubicBezTo>
                    <a:pt x="19" y="364"/>
                    <a:pt x="19" y="364"/>
                    <a:pt x="19" y="364"/>
                  </a:cubicBezTo>
                  <a:cubicBezTo>
                    <a:pt x="0" y="501"/>
                    <a:pt x="0" y="501"/>
                    <a:pt x="0" y="501"/>
                  </a:cubicBezTo>
                  <a:cubicBezTo>
                    <a:pt x="135" y="520"/>
                    <a:pt x="135" y="520"/>
                    <a:pt x="135" y="520"/>
                  </a:cubicBezTo>
                  <a:cubicBezTo>
                    <a:pt x="137" y="568"/>
                    <a:pt x="150" y="616"/>
                    <a:pt x="172" y="662"/>
                  </a:cubicBezTo>
                  <a:cubicBezTo>
                    <a:pt x="63" y="744"/>
                    <a:pt x="63" y="744"/>
                    <a:pt x="63" y="744"/>
                  </a:cubicBezTo>
                  <a:cubicBezTo>
                    <a:pt x="147" y="855"/>
                    <a:pt x="147" y="855"/>
                    <a:pt x="147" y="855"/>
                  </a:cubicBezTo>
                  <a:cubicBezTo>
                    <a:pt x="256" y="772"/>
                    <a:pt x="256" y="772"/>
                    <a:pt x="256" y="772"/>
                  </a:cubicBezTo>
                  <a:cubicBezTo>
                    <a:pt x="293" y="806"/>
                    <a:pt x="336" y="831"/>
                    <a:pt x="382" y="847"/>
                  </a:cubicBezTo>
                  <a:cubicBezTo>
                    <a:pt x="364" y="982"/>
                    <a:pt x="364" y="982"/>
                    <a:pt x="364" y="982"/>
                  </a:cubicBezTo>
                  <a:cubicBezTo>
                    <a:pt x="501" y="1001"/>
                    <a:pt x="501" y="1001"/>
                    <a:pt x="501" y="1001"/>
                  </a:cubicBezTo>
                  <a:cubicBezTo>
                    <a:pt x="520" y="866"/>
                    <a:pt x="520" y="866"/>
                    <a:pt x="520" y="866"/>
                  </a:cubicBezTo>
                  <a:cubicBezTo>
                    <a:pt x="568" y="863"/>
                    <a:pt x="616" y="851"/>
                    <a:pt x="662" y="828"/>
                  </a:cubicBezTo>
                  <a:cubicBezTo>
                    <a:pt x="744" y="937"/>
                    <a:pt x="744" y="937"/>
                    <a:pt x="744" y="937"/>
                  </a:cubicBezTo>
                  <a:cubicBezTo>
                    <a:pt x="855" y="853"/>
                    <a:pt x="855" y="853"/>
                    <a:pt x="855" y="853"/>
                  </a:cubicBezTo>
                  <a:cubicBezTo>
                    <a:pt x="773" y="745"/>
                    <a:pt x="773" y="745"/>
                    <a:pt x="773" y="745"/>
                  </a:cubicBezTo>
                  <a:cubicBezTo>
                    <a:pt x="806" y="707"/>
                    <a:pt x="831" y="664"/>
                    <a:pt x="847" y="618"/>
                  </a:cubicBezTo>
                  <a:cubicBezTo>
                    <a:pt x="982" y="637"/>
                    <a:pt x="982" y="637"/>
                    <a:pt x="982" y="637"/>
                  </a:cubicBezTo>
                  <a:cubicBezTo>
                    <a:pt x="1001" y="499"/>
                    <a:pt x="1001" y="499"/>
                    <a:pt x="1001" y="499"/>
                  </a:cubicBezTo>
                  <a:cubicBezTo>
                    <a:pt x="866" y="481"/>
                    <a:pt x="866" y="481"/>
                    <a:pt x="866" y="481"/>
                  </a:cubicBezTo>
                  <a:cubicBezTo>
                    <a:pt x="863" y="432"/>
                    <a:pt x="851" y="384"/>
                    <a:pt x="829" y="339"/>
                  </a:cubicBezTo>
                  <a:cubicBezTo>
                    <a:pt x="937" y="257"/>
                    <a:pt x="937" y="257"/>
                    <a:pt x="937" y="257"/>
                  </a:cubicBezTo>
                  <a:cubicBezTo>
                    <a:pt x="854" y="146"/>
                    <a:pt x="854" y="146"/>
                    <a:pt x="854" y="146"/>
                  </a:cubicBezTo>
                  <a:cubicBezTo>
                    <a:pt x="745" y="228"/>
                    <a:pt x="745" y="228"/>
                    <a:pt x="745" y="228"/>
                  </a:cubicBezTo>
                  <a:cubicBezTo>
                    <a:pt x="707" y="195"/>
                    <a:pt x="664" y="169"/>
                    <a:pt x="618" y="154"/>
                  </a:cubicBezTo>
                  <a:cubicBezTo>
                    <a:pt x="637" y="19"/>
                    <a:pt x="637" y="19"/>
                    <a:pt x="637" y="19"/>
                  </a:cubicBezTo>
                  <a:cubicBezTo>
                    <a:pt x="499" y="0"/>
                    <a:pt x="499" y="0"/>
                    <a:pt x="499" y="0"/>
                  </a:cubicBezTo>
                  <a:lnTo>
                    <a:pt x="481" y="135"/>
                  </a:lnTo>
                  <a:close/>
                  <a:moveTo>
                    <a:pt x="621" y="409"/>
                  </a:moveTo>
                  <a:cubicBezTo>
                    <a:pt x="672" y="475"/>
                    <a:pt x="659" y="570"/>
                    <a:pt x="592" y="621"/>
                  </a:cubicBezTo>
                  <a:cubicBezTo>
                    <a:pt x="525" y="672"/>
                    <a:pt x="430" y="658"/>
                    <a:pt x="380" y="592"/>
                  </a:cubicBezTo>
                  <a:cubicBezTo>
                    <a:pt x="329" y="525"/>
                    <a:pt x="342" y="430"/>
                    <a:pt x="409" y="379"/>
                  </a:cubicBezTo>
                  <a:cubicBezTo>
                    <a:pt x="476" y="329"/>
                    <a:pt x="571" y="342"/>
                    <a:pt x="621" y="409"/>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71">
              <a:extLst>
                <a:ext uri="{FF2B5EF4-FFF2-40B4-BE49-F238E27FC236}">
                  <a16:creationId xmlns:a16="http://schemas.microsoft.com/office/drawing/2014/main" id="{6ADA222F-D21F-493F-AC77-559B559B3301}"/>
                </a:ext>
              </a:extLst>
            </p:cNvPr>
            <p:cNvSpPr>
              <a:spLocks noEditPoints="1"/>
            </p:cNvSpPr>
            <p:nvPr/>
          </p:nvSpPr>
          <p:spPr bwMode="auto">
            <a:xfrm>
              <a:off x="2448123" y="3156194"/>
              <a:ext cx="218862" cy="218862"/>
            </a:xfrm>
            <a:custGeom>
              <a:avLst/>
              <a:gdLst>
                <a:gd name="T0" fmla="*/ 493 w 831"/>
                <a:gd name="T1" fmla="*/ 115 h 831"/>
                <a:gd name="T2" fmla="*/ 369 w 831"/>
                <a:gd name="T3" fmla="*/ 109 h 831"/>
                <a:gd name="T4" fmla="*/ 330 w 831"/>
                <a:gd name="T5" fmla="*/ 0 h 831"/>
                <a:gd name="T6" fmla="*/ 219 w 831"/>
                <a:gd name="T7" fmla="*/ 39 h 831"/>
                <a:gd name="T8" fmla="*/ 258 w 831"/>
                <a:gd name="T9" fmla="*/ 148 h 831"/>
                <a:gd name="T10" fmla="*/ 165 w 831"/>
                <a:gd name="T11" fmla="*/ 231 h 831"/>
                <a:gd name="T12" fmla="*/ 61 w 831"/>
                <a:gd name="T13" fmla="*/ 181 h 831"/>
                <a:gd name="T14" fmla="*/ 11 w 831"/>
                <a:gd name="T15" fmla="*/ 288 h 831"/>
                <a:gd name="T16" fmla="*/ 115 w 831"/>
                <a:gd name="T17" fmla="*/ 337 h 831"/>
                <a:gd name="T18" fmla="*/ 108 w 831"/>
                <a:gd name="T19" fmla="*/ 462 h 831"/>
                <a:gd name="T20" fmla="*/ 0 w 831"/>
                <a:gd name="T21" fmla="*/ 500 h 831"/>
                <a:gd name="T22" fmla="*/ 39 w 831"/>
                <a:gd name="T23" fmla="*/ 611 h 831"/>
                <a:gd name="T24" fmla="*/ 148 w 831"/>
                <a:gd name="T25" fmla="*/ 573 h 831"/>
                <a:gd name="T26" fmla="*/ 231 w 831"/>
                <a:gd name="T27" fmla="*/ 665 h 831"/>
                <a:gd name="T28" fmla="*/ 181 w 831"/>
                <a:gd name="T29" fmla="*/ 769 h 831"/>
                <a:gd name="T30" fmla="*/ 287 w 831"/>
                <a:gd name="T31" fmla="*/ 820 h 831"/>
                <a:gd name="T32" fmla="*/ 337 w 831"/>
                <a:gd name="T33" fmla="*/ 716 h 831"/>
                <a:gd name="T34" fmla="*/ 462 w 831"/>
                <a:gd name="T35" fmla="*/ 722 h 831"/>
                <a:gd name="T36" fmla="*/ 500 w 831"/>
                <a:gd name="T37" fmla="*/ 831 h 831"/>
                <a:gd name="T38" fmla="*/ 611 w 831"/>
                <a:gd name="T39" fmla="*/ 792 h 831"/>
                <a:gd name="T40" fmla="*/ 573 w 831"/>
                <a:gd name="T41" fmla="*/ 683 h 831"/>
                <a:gd name="T42" fmla="*/ 665 w 831"/>
                <a:gd name="T43" fmla="*/ 600 h 831"/>
                <a:gd name="T44" fmla="*/ 769 w 831"/>
                <a:gd name="T45" fmla="*/ 649 h 831"/>
                <a:gd name="T46" fmla="*/ 820 w 831"/>
                <a:gd name="T47" fmla="*/ 543 h 831"/>
                <a:gd name="T48" fmla="*/ 716 w 831"/>
                <a:gd name="T49" fmla="*/ 493 h 831"/>
                <a:gd name="T50" fmla="*/ 722 w 831"/>
                <a:gd name="T51" fmla="*/ 369 h 831"/>
                <a:gd name="T52" fmla="*/ 831 w 831"/>
                <a:gd name="T53" fmla="*/ 331 h 831"/>
                <a:gd name="T54" fmla="*/ 792 w 831"/>
                <a:gd name="T55" fmla="*/ 220 h 831"/>
                <a:gd name="T56" fmla="*/ 683 w 831"/>
                <a:gd name="T57" fmla="*/ 258 h 831"/>
                <a:gd name="T58" fmla="*/ 599 w 831"/>
                <a:gd name="T59" fmla="*/ 166 h 831"/>
                <a:gd name="T60" fmla="*/ 649 w 831"/>
                <a:gd name="T61" fmla="*/ 62 h 831"/>
                <a:gd name="T62" fmla="*/ 543 w 831"/>
                <a:gd name="T63" fmla="*/ 11 h 831"/>
                <a:gd name="T64" fmla="*/ 493 w 831"/>
                <a:gd name="T65" fmla="*/ 115 h 831"/>
                <a:gd name="T66" fmla="*/ 536 w 831"/>
                <a:gd name="T67" fmla="*/ 372 h 831"/>
                <a:gd name="T68" fmla="*/ 458 w 831"/>
                <a:gd name="T69" fmla="*/ 536 h 831"/>
                <a:gd name="T70" fmla="*/ 294 w 831"/>
                <a:gd name="T71" fmla="*/ 458 h 831"/>
                <a:gd name="T72" fmla="*/ 372 w 831"/>
                <a:gd name="T73" fmla="*/ 294 h 831"/>
                <a:gd name="T74" fmla="*/ 536 w 831"/>
                <a:gd name="T75" fmla="*/ 372 h 8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31" h="831">
                  <a:moveTo>
                    <a:pt x="493" y="115"/>
                  </a:moveTo>
                  <a:cubicBezTo>
                    <a:pt x="453" y="105"/>
                    <a:pt x="411" y="102"/>
                    <a:pt x="369" y="109"/>
                  </a:cubicBezTo>
                  <a:cubicBezTo>
                    <a:pt x="330" y="0"/>
                    <a:pt x="330" y="0"/>
                    <a:pt x="330" y="0"/>
                  </a:cubicBezTo>
                  <a:cubicBezTo>
                    <a:pt x="219" y="39"/>
                    <a:pt x="219" y="39"/>
                    <a:pt x="219" y="39"/>
                  </a:cubicBezTo>
                  <a:cubicBezTo>
                    <a:pt x="258" y="148"/>
                    <a:pt x="258" y="148"/>
                    <a:pt x="258" y="148"/>
                  </a:cubicBezTo>
                  <a:cubicBezTo>
                    <a:pt x="221" y="170"/>
                    <a:pt x="190" y="198"/>
                    <a:pt x="165" y="231"/>
                  </a:cubicBezTo>
                  <a:cubicBezTo>
                    <a:pt x="61" y="181"/>
                    <a:pt x="61" y="181"/>
                    <a:pt x="61" y="181"/>
                  </a:cubicBezTo>
                  <a:cubicBezTo>
                    <a:pt x="11" y="288"/>
                    <a:pt x="11" y="288"/>
                    <a:pt x="11" y="288"/>
                  </a:cubicBezTo>
                  <a:cubicBezTo>
                    <a:pt x="115" y="337"/>
                    <a:pt x="115" y="337"/>
                    <a:pt x="115" y="337"/>
                  </a:cubicBezTo>
                  <a:cubicBezTo>
                    <a:pt x="104" y="377"/>
                    <a:pt x="102" y="419"/>
                    <a:pt x="108" y="462"/>
                  </a:cubicBezTo>
                  <a:cubicBezTo>
                    <a:pt x="0" y="500"/>
                    <a:pt x="0" y="500"/>
                    <a:pt x="0" y="500"/>
                  </a:cubicBezTo>
                  <a:cubicBezTo>
                    <a:pt x="39" y="611"/>
                    <a:pt x="39" y="611"/>
                    <a:pt x="39" y="611"/>
                  </a:cubicBezTo>
                  <a:cubicBezTo>
                    <a:pt x="148" y="573"/>
                    <a:pt x="148" y="573"/>
                    <a:pt x="148" y="573"/>
                  </a:cubicBezTo>
                  <a:cubicBezTo>
                    <a:pt x="170" y="609"/>
                    <a:pt x="198" y="641"/>
                    <a:pt x="231" y="665"/>
                  </a:cubicBezTo>
                  <a:cubicBezTo>
                    <a:pt x="181" y="769"/>
                    <a:pt x="181" y="769"/>
                    <a:pt x="181" y="769"/>
                  </a:cubicBezTo>
                  <a:cubicBezTo>
                    <a:pt x="287" y="820"/>
                    <a:pt x="287" y="820"/>
                    <a:pt x="287" y="820"/>
                  </a:cubicBezTo>
                  <a:cubicBezTo>
                    <a:pt x="337" y="716"/>
                    <a:pt x="337" y="716"/>
                    <a:pt x="337" y="716"/>
                  </a:cubicBezTo>
                  <a:cubicBezTo>
                    <a:pt x="377" y="726"/>
                    <a:pt x="419" y="728"/>
                    <a:pt x="462" y="722"/>
                  </a:cubicBezTo>
                  <a:cubicBezTo>
                    <a:pt x="500" y="831"/>
                    <a:pt x="500" y="831"/>
                    <a:pt x="500" y="831"/>
                  </a:cubicBezTo>
                  <a:cubicBezTo>
                    <a:pt x="611" y="792"/>
                    <a:pt x="611" y="792"/>
                    <a:pt x="611" y="792"/>
                  </a:cubicBezTo>
                  <a:cubicBezTo>
                    <a:pt x="573" y="683"/>
                    <a:pt x="573" y="683"/>
                    <a:pt x="573" y="683"/>
                  </a:cubicBezTo>
                  <a:cubicBezTo>
                    <a:pt x="609" y="661"/>
                    <a:pt x="640" y="633"/>
                    <a:pt x="665" y="600"/>
                  </a:cubicBezTo>
                  <a:cubicBezTo>
                    <a:pt x="769" y="649"/>
                    <a:pt x="769" y="649"/>
                    <a:pt x="769" y="649"/>
                  </a:cubicBezTo>
                  <a:cubicBezTo>
                    <a:pt x="820" y="543"/>
                    <a:pt x="820" y="543"/>
                    <a:pt x="820" y="543"/>
                  </a:cubicBezTo>
                  <a:cubicBezTo>
                    <a:pt x="716" y="493"/>
                    <a:pt x="716" y="493"/>
                    <a:pt x="716" y="493"/>
                  </a:cubicBezTo>
                  <a:cubicBezTo>
                    <a:pt x="726" y="454"/>
                    <a:pt x="728" y="411"/>
                    <a:pt x="722" y="369"/>
                  </a:cubicBezTo>
                  <a:cubicBezTo>
                    <a:pt x="831" y="331"/>
                    <a:pt x="831" y="331"/>
                    <a:pt x="831" y="331"/>
                  </a:cubicBezTo>
                  <a:cubicBezTo>
                    <a:pt x="792" y="220"/>
                    <a:pt x="792" y="220"/>
                    <a:pt x="792" y="220"/>
                  </a:cubicBezTo>
                  <a:cubicBezTo>
                    <a:pt x="683" y="258"/>
                    <a:pt x="683" y="258"/>
                    <a:pt x="683" y="258"/>
                  </a:cubicBezTo>
                  <a:cubicBezTo>
                    <a:pt x="661" y="221"/>
                    <a:pt x="633" y="190"/>
                    <a:pt x="599" y="166"/>
                  </a:cubicBezTo>
                  <a:cubicBezTo>
                    <a:pt x="649" y="62"/>
                    <a:pt x="649" y="62"/>
                    <a:pt x="649" y="62"/>
                  </a:cubicBezTo>
                  <a:cubicBezTo>
                    <a:pt x="543" y="11"/>
                    <a:pt x="543" y="11"/>
                    <a:pt x="543" y="11"/>
                  </a:cubicBezTo>
                  <a:lnTo>
                    <a:pt x="493" y="115"/>
                  </a:lnTo>
                  <a:close/>
                  <a:moveTo>
                    <a:pt x="536" y="372"/>
                  </a:moveTo>
                  <a:cubicBezTo>
                    <a:pt x="560" y="439"/>
                    <a:pt x="525" y="513"/>
                    <a:pt x="458" y="536"/>
                  </a:cubicBezTo>
                  <a:cubicBezTo>
                    <a:pt x="391" y="560"/>
                    <a:pt x="318" y="525"/>
                    <a:pt x="294" y="458"/>
                  </a:cubicBezTo>
                  <a:cubicBezTo>
                    <a:pt x="270" y="391"/>
                    <a:pt x="305" y="318"/>
                    <a:pt x="372" y="294"/>
                  </a:cubicBezTo>
                  <a:cubicBezTo>
                    <a:pt x="439" y="271"/>
                    <a:pt x="513" y="306"/>
                    <a:pt x="536" y="372"/>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72">
              <a:extLst>
                <a:ext uri="{FF2B5EF4-FFF2-40B4-BE49-F238E27FC236}">
                  <a16:creationId xmlns:a16="http://schemas.microsoft.com/office/drawing/2014/main" id="{9887B7DC-C41D-4E4E-8ED9-2A369E6B4C0C}"/>
                </a:ext>
              </a:extLst>
            </p:cNvPr>
            <p:cNvSpPr>
              <a:spLocks noEditPoints="1"/>
            </p:cNvSpPr>
            <p:nvPr/>
          </p:nvSpPr>
          <p:spPr bwMode="auto">
            <a:xfrm>
              <a:off x="4319015" y="4180829"/>
              <a:ext cx="262086" cy="262086"/>
            </a:xfrm>
            <a:custGeom>
              <a:avLst/>
              <a:gdLst>
                <a:gd name="T0" fmla="*/ 282 w 995"/>
                <a:gd name="T1" fmla="*/ 793 h 995"/>
                <a:gd name="T2" fmla="*/ 415 w 995"/>
                <a:gd name="T3" fmla="*/ 853 h 995"/>
                <a:gd name="T4" fmla="*/ 410 w 995"/>
                <a:gd name="T5" fmla="*/ 990 h 995"/>
                <a:gd name="T6" fmla="*/ 549 w 995"/>
                <a:gd name="T7" fmla="*/ 995 h 995"/>
                <a:gd name="T8" fmla="*/ 554 w 995"/>
                <a:gd name="T9" fmla="*/ 859 h 995"/>
                <a:gd name="T10" fmla="*/ 691 w 995"/>
                <a:gd name="T11" fmla="*/ 808 h 995"/>
                <a:gd name="T12" fmla="*/ 784 w 995"/>
                <a:gd name="T13" fmla="*/ 908 h 995"/>
                <a:gd name="T14" fmla="*/ 886 w 995"/>
                <a:gd name="T15" fmla="*/ 813 h 995"/>
                <a:gd name="T16" fmla="*/ 793 w 995"/>
                <a:gd name="T17" fmla="*/ 713 h 995"/>
                <a:gd name="T18" fmla="*/ 854 w 995"/>
                <a:gd name="T19" fmla="*/ 580 h 995"/>
                <a:gd name="T20" fmla="*/ 990 w 995"/>
                <a:gd name="T21" fmla="*/ 585 h 995"/>
                <a:gd name="T22" fmla="*/ 995 w 995"/>
                <a:gd name="T23" fmla="*/ 446 h 995"/>
                <a:gd name="T24" fmla="*/ 859 w 995"/>
                <a:gd name="T25" fmla="*/ 441 h 995"/>
                <a:gd name="T26" fmla="*/ 808 w 995"/>
                <a:gd name="T27" fmla="*/ 304 h 995"/>
                <a:gd name="T28" fmla="*/ 908 w 995"/>
                <a:gd name="T29" fmla="*/ 211 h 995"/>
                <a:gd name="T30" fmla="*/ 814 w 995"/>
                <a:gd name="T31" fmla="*/ 109 h 995"/>
                <a:gd name="T32" fmla="*/ 714 w 995"/>
                <a:gd name="T33" fmla="*/ 201 h 995"/>
                <a:gd name="T34" fmla="*/ 580 w 995"/>
                <a:gd name="T35" fmla="*/ 141 h 995"/>
                <a:gd name="T36" fmla="*/ 585 w 995"/>
                <a:gd name="T37" fmla="*/ 5 h 995"/>
                <a:gd name="T38" fmla="*/ 446 w 995"/>
                <a:gd name="T39" fmla="*/ 0 h 995"/>
                <a:gd name="T40" fmla="*/ 441 w 995"/>
                <a:gd name="T41" fmla="*/ 136 h 995"/>
                <a:gd name="T42" fmla="*/ 304 w 995"/>
                <a:gd name="T43" fmla="*/ 187 h 995"/>
                <a:gd name="T44" fmla="*/ 211 w 995"/>
                <a:gd name="T45" fmla="*/ 87 h 995"/>
                <a:gd name="T46" fmla="*/ 109 w 995"/>
                <a:gd name="T47" fmla="*/ 181 h 995"/>
                <a:gd name="T48" fmla="*/ 202 w 995"/>
                <a:gd name="T49" fmla="*/ 281 h 995"/>
                <a:gd name="T50" fmla="*/ 141 w 995"/>
                <a:gd name="T51" fmla="*/ 415 h 995"/>
                <a:gd name="T52" fmla="*/ 5 w 995"/>
                <a:gd name="T53" fmla="*/ 410 h 995"/>
                <a:gd name="T54" fmla="*/ 0 w 995"/>
                <a:gd name="T55" fmla="*/ 548 h 995"/>
                <a:gd name="T56" fmla="*/ 136 w 995"/>
                <a:gd name="T57" fmla="*/ 553 h 995"/>
                <a:gd name="T58" fmla="*/ 187 w 995"/>
                <a:gd name="T59" fmla="*/ 691 h 995"/>
                <a:gd name="T60" fmla="*/ 88 w 995"/>
                <a:gd name="T61" fmla="*/ 784 h 995"/>
                <a:gd name="T62" fmla="*/ 182 w 995"/>
                <a:gd name="T63" fmla="*/ 885 h 995"/>
                <a:gd name="T64" fmla="*/ 282 w 995"/>
                <a:gd name="T65" fmla="*/ 793 h 995"/>
                <a:gd name="T66" fmla="*/ 346 w 995"/>
                <a:gd name="T67" fmla="*/ 492 h 995"/>
                <a:gd name="T68" fmla="*/ 503 w 995"/>
                <a:gd name="T69" fmla="*/ 346 h 995"/>
                <a:gd name="T70" fmla="*/ 649 w 995"/>
                <a:gd name="T71" fmla="*/ 503 h 995"/>
                <a:gd name="T72" fmla="*/ 492 w 995"/>
                <a:gd name="T73" fmla="*/ 649 h 995"/>
                <a:gd name="T74" fmla="*/ 346 w 995"/>
                <a:gd name="T75" fmla="*/ 492 h 9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95" h="995">
                  <a:moveTo>
                    <a:pt x="282" y="793"/>
                  </a:moveTo>
                  <a:cubicBezTo>
                    <a:pt x="321" y="822"/>
                    <a:pt x="366" y="842"/>
                    <a:pt x="415" y="853"/>
                  </a:cubicBezTo>
                  <a:cubicBezTo>
                    <a:pt x="410" y="990"/>
                    <a:pt x="410" y="990"/>
                    <a:pt x="410" y="990"/>
                  </a:cubicBezTo>
                  <a:cubicBezTo>
                    <a:pt x="549" y="995"/>
                    <a:pt x="549" y="995"/>
                    <a:pt x="549" y="995"/>
                  </a:cubicBezTo>
                  <a:cubicBezTo>
                    <a:pt x="554" y="859"/>
                    <a:pt x="554" y="859"/>
                    <a:pt x="554" y="859"/>
                  </a:cubicBezTo>
                  <a:cubicBezTo>
                    <a:pt x="604" y="851"/>
                    <a:pt x="650" y="834"/>
                    <a:pt x="691" y="808"/>
                  </a:cubicBezTo>
                  <a:cubicBezTo>
                    <a:pt x="784" y="908"/>
                    <a:pt x="784" y="908"/>
                    <a:pt x="784" y="908"/>
                  </a:cubicBezTo>
                  <a:cubicBezTo>
                    <a:pt x="886" y="813"/>
                    <a:pt x="886" y="813"/>
                    <a:pt x="886" y="813"/>
                  </a:cubicBezTo>
                  <a:cubicBezTo>
                    <a:pt x="793" y="713"/>
                    <a:pt x="793" y="713"/>
                    <a:pt x="793" y="713"/>
                  </a:cubicBezTo>
                  <a:cubicBezTo>
                    <a:pt x="822" y="674"/>
                    <a:pt x="843" y="629"/>
                    <a:pt x="854" y="580"/>
                  </a:cubicBezTo>
                  <a:cubicBezTo>
                    <a:pt x="990" y="585"/>
                    <a:pt x="990" y="585"/>
                    <a:pt x="990" y="585"/>
                  </a:cubicBezTo>
                  <a:cubicBezTo>
                    <a:pt x="995" y="446"/>
                    <a:pt x="995" y="446"/>
                    <a:pt x="995" y="446"/>
                  </a:cubicBezTo>
                  <a:cubicBezTo>
                    <a:pt x="859" y="441"/>
                    <a:pt x="859" y="441"/>
                    <a:pt x="859" y="441"/>
                  </a:cubicBezTo>
                  <a:cubicBezTo>
                    <a:pt x="851" y="391"/>
                    <a:pt x="834" y="345"/>
                    <a:pt x="808" y="304"/>
                  </a:cubicBezTo>
                  <a:cubicBezTo>
                    <a:pt x="908" y="211"/>
                    <a:pt x="908" y="211"/>
                    <a:pt x="908" y="211"/>
                  </a:cubicBezTo>
                  <a:cubicBezTo>
                    <a:pt x="814" y="109"/>
                    <a:pt x="814" y="109"/>
                    <a:pt x="814" y="109"/>
                  </a:cubicBezTo>
                  <a:cubicBezTo>
                    <a:pt x="714" y="201"/>
                    <a:pt x="714" y="201"/>
                    <a:pt x="714" y="201"/>
                  </a:cubicBezTo>
                  <a:cubicBezTo>
                    <a:pt x="675" y="173"/>
                    <a:pt x="629" y="152"/>
                    <a:pt x="580" y="141"/>
                  </a:cubicBezTo>
                  <a:cubicBezTo>
                    <a:pt x="585" y="5"/>
                    <a:pt x="585" y="5"/>
                    <a:pt x="585" y="5"/>
                  </a:cubicBezTo>
                  <a:cubicBezTo>
                    <a:pt x="446" y="0"/>
                    <a:pt x="446" y="0"/>
                    <a:pt x="446" y="0"/>
                  </a:cubicBezTo>
                  <a:cubicBezTo>
                    <a:pt x="441" y="136"/>
                    <a:pt x="441" y="136"/>
                    <a:pt x="441" y="136"/>
                  </a:cubicBezTo>
                  <a:cubicBezTo>
                    <a:pt x="392" y="144"/>
                    <a:pt x="345" y="161"/>
                    <a:pt x="304" y="187"/>
                  </a:cubicBezTo>
                  <a:cubicBezTo>
                    <a:pt x="211" y="87"/>
                    <a:pt x="211" y="87"/>
                    <a:pt x="211" y="87"/>
                  </a:cubicBezTo>
                  <a:cubicBezTo>
                    <a:pt x="109" y="181"/>
                    <a:pt x="109" y="181"/>
                    <a:pt x="109" y="181"/>
                  </a:cubicBezTo>
                  <a:cubicBezTo>
                    <a:pt x="202" y="281"/>
                    <a:pt x="202" y="281"/>
                    <a:pt x="202" y="281"/>
                  </a:cubicBezTo>
                  <a:cubicBezTo>
                    <a:pt x="173" y="320"/>
                    <a:pt x="153" y="366"/>
                    <a:pt x="141" y="415"/>
                  </a:cubicBezTo>
                  <a:cubicBezTo>
                    <a:pt x="5" y="410"/>
                    <a:pt x="5" y="410"/>
                    <a:pt x="5" y="410"/>
                  </a:cubicBezTo>
                  <a:cubicBezTo>
                    <a:pt x="0" y="548"/>
                    <a:pt x="0" y="548"/>
                    <a:pt x="0" y="548"/>
                  </a:cubicBezTo>
                  <a:cubicBezTo>
                    <a:pt x="136" y="553"/>
                    <a:pt x="136" y="553"/>
                    <a:pt x="136" y="553"/>
                  </a:cubicBezTo>
                  <a:cubicBezTo>
                    <a:pt x="144" y="603"/>
                    <a:pt x="161" y="650"/>
                    <a:pt x="187" y="691"/>
                  </a:cubicBezTo>
                  <a:cubicBezTo>
                    <a:pt x="88" y="784"/>
                    <a:pt x="88" y="784"/>
                    <a:pt x="88" y="784"/>
                  </a:cubicBezTo>
                  <a:cubicBezTo>
                    <a:pt x="182" y="885"/>
                    <a:pt x="182" y="885"/>
                    <a:pt x="182" y="885"/>
                  </a:cubicBezTo>
                  <a:lnTo>
                    <a:pt x="282" y="793"/>
                  </a:lnTo>
                  <a:close/>
                  <a:moveTo>
                    <a:pt x="346" y="492"/>
                  </a:moveTo>
                  <a:cubicBezTo>
                    <a:pt x="349" y="408"/>
                    <a:pt x="420" y="343"/>
                    <a:pt x="503" y="346"/>
                  </a:cubicBezTo>
                  <a:cubicBezTo>
                    <a:pt x="587" y="349"/>
                    <a:pt x="652" y="419"/>
                    <a:pt x="649" y="503"/>
                  </a:cubicBezTo>
                  <a:cubicBezTo>
                    <a:pt x="646" y="586"/>
                    <a:pt x="576" y="652"/>
                    <a:pt x="492" y="649"/>
                  </a:cubicBezTo>
                  <a:cubicBezTo>
                    <a:pt x="409" y="646"/>
                    <a:pt x="343" y="575"/>
                    <a:pt x="346" y="492"/>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3">
              <a:extLst>
                <a:ext uri="{FF2B5EF4-FFF2-40B4-BE49-F238E27FC236}">
                  <a16:creationId xmlns:a16="http://schemas.microsoft.com/office/drawing/2014/main" id="{526AA78A-61D9-4D15-A417-29050DCDAEA5}"/>
                </a:ext>
              </a:extLst>
            </p:cNvPr>
            <p:cNvSpPr>
              <a:spLocks noEditPoints="1"/>
            </p:cNvSpPr>
            <p:nvPr/>
          </p:nvSpPr>
          <p:spPr bwMode="auto">
            <a:xfrm>
              <a:off x="4253695" y="3988095"/>
              <a:ext cx="218862" cy="218539"/>
            </a:xfrm>
            <a:custGeom>
              <a:avLst/>
              <a:gdLst>
                <a:gd name="T0" fmla="*/ 165 w 831"/>
                <a:gd name="T1" fmla="*/ 598 h 830"/>
                <a:gd name="T2" fmla="*/ 258 w 831"/>
                <a:gd name="T3" fmla="*/ 681 h 830"/>
                <a:gd name="T4" fmla="*/ 219 w 831"/>
                <a:gd name="T5" fmla="*/ 791 h 830"/>
                <a:gd name="T6" fmla="*/ 329 w 831"/>
                <a:gd name="T7" fmla="*/ 830 h 830"/>
                <a:gd name="T8" fmla="*/ 368 w 831"/>
                <a:gd name="T9" fmla="*/ 721 h 830"/>
                <a:gd name="T10" fmla="*/ 492 w 831"/>
                <a:gd name="T11" fmla="*/ 716 h 830"/>
                <a:gd name="T12" fmla="*/ 542 w 831"/>
                <a:gd name="T13" fmla="*/ 820 h 830"/>
                <a:gd name="T14" fmla="*/ 648 w 831"/>
                <a:gd name="T15" fmla="*/ 770 h 830"/>
                <a:gd name="T16" fmla="*/ 599 w 831"/>
                <a:gd name="T17" fmla="*/ 665 h 830"/>
                <a:gd name="T18" fmla="*/ 682 w 831"/>
                <a:gd name="T19" fmla="*/ 573 h 830"/>
                <a:gd name="T20" fmla="*/ 791 w 831"/>
                <a:gd name="T21" fmla="*/ 612 h 830"/>
                <a:gd name="T22" fmla="*/ 831 w 831"/>
                <a:gd name="T23" fmla="*/ 501 h 830"/>
                <a:gd name="T24" fmla="*/ 722 w 831"/>
                <a:gd name="T25" fmla="*/ 462 h 830"/>
                <a:gd name="T26" fmla="*/ 716 w 831"/>
                <a:gd name="T27" fmla="*/ 338 h 830"/>
                <a:gd name="T28" fmla="*/ 821 w 831"/>
                <a:gd name="T29" fmla="*/ 289 h 830"/>
                <a:gd name="T30" fmla="*/ 770 w 831"/>
                <a:gd name="T31" fmla="*/ 182 h 830"/>
                <a:gd name="T32" fmla="*/ 666 w 831"/>
                <a:gd name="T33" fmla="*/ 231 h 830"/>
                <a:gd name="T34" fmla="*/ 574 w 831"/>
                <a:gd name="T35" fmla="*/ 148 h 830"/>
                <a:gd name="T36" fmla="*/ 613 w 831"/>
                <a:gd name="T37" fmla="*/ 39 h 830"/>
                <a:gd name="T38" fmla="*/ 502 w 831"/>
                <a:gd name="T39" fmla="*/ 0 h 830"/>
                <a:gd name="T40" fmla="*/ 463 w 831"/>
                <a:gd name="T41" fmla="*/ 108 h 830"/>
                <a:gd name="T42" fmla="*/ 339 w 831"/>
                <a:gd name="T43" fmla="*/ 114 h 830"/>
                <a:gd name="T44" fmla="*/ 289 w 831"/>
                <a:gd name="T45" fmla="*/ 10 h 830"/>
                <a:gd name="T46" fmla="*/ 183 w 831"/>
                <a:gd name="T47" fmla="*/ 60 h 830"/>
                <a:gd name="T48" fmla="*/ 232 w 831"/>
                <a:gd name="T49" fmla="*/ 164 h 830"/>
                <a:gd name="T50" fmla="*/ 149 w 831"/>
                <a:gd name="T51" fmla="*/ 257 h 830"/>
                <a:gd name="T52" fmla="*/ 40 w 831"/>
                <a:gd name="T53" fmla="*/ 218 h 830"/>
                <a:gd name="T54" fmla="*/ 0 w 831"/>
                <a:gd name="T55" fmla="*/ 328 h 830"/>
                <a:gd name="T56" fmla="*/ 109 w 831"/>
                <a:gd name="T57" fmla="*/ 367 h 830"/>
                <a:gd name="T58" fmla="*/ 115 w 831"/>
                <a:gd name="T59" fmla="*/ 492 h 830"/>
                <a:gd name="T60" fmla="*/ 11 w 831"/>
                <a:gd name="T61" fmla="*/ 541 h 830"/>
                <a:gd name="T62" fmla="*/ 61 w 831"/>
                <a:gd name="T63" fmla="*/ 648 h 830"/>
                <a:gd name="T64" fmla="*/ 165 w 831"/>
                <a:gd name="T65" fmla="*/ 598 h 830"/>
                <a:gd name="T66" fmla="*/ 295 w 831"/>
                <a:gd name="T67" fmla="*/ 372 h 830"/>
                <a:gd name="T68" fmla="*/ 459 w 831"/>
                <a:gd name="T69" fmla="*/ 294 h 830"/>
                <a:gd name="T70" fmla="*/ 536 w 831"/>
                <a:gd name="T71" fmla="*/ 458 h 830"/>
                <a:gd name="T72" fmla="*/ 372 w 831"/>
                <a:gd name="T73" fmla="*/ 536 h 830"/>
                <a:gd name="T74" fmla="*/ 295 w 831"/>
                <a:gd name="T75" fmla="*/ 372 h 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31" h="830">
                  <a:moveTo>
                    <a:pt x="165" y="598"/>
                  </a:moveTo>
                  <a:cubicBezTo>
                    <a:pt x="190" y="632"/>
                    <a:pt x="221" y="660"/>
                    <a:pt x="258" y="681"/>
                  </a:cubicBezTo>
                  <a:cubicBezTo>
                    <a:pt x="219" y="791"/>
                    <a:pt x="219" y="791"/>
                    <a:pt x="219" y="791"/>
                  </a:cubicBezTo>
                  <a:cubicBezTo>
                    <a:pt x="329" y="830"/>
                    <a:pt x="329" y="830"/>
                    <a:pt x="329" y="830"/>
                  </a:cubicBezTo>
                  <a:cubicBezTo>
                    <a:pt x="368" y="721"/>
                    <a:pt x="368" y="721"/>
                    <a:pt x="368" y="721"/>
                  </a:cubicBezTo>
                  <a:cubicBezTo>
                    <a:pt x="411" y="728"/>
                    <a:pt x="453" y="726"/>
                    <a:pt x="492" y="716"/>
                  </a:cubicBezTo>
                  <a:cubicBezTo>
                    <a:pt x="542" y="820"/>
                    <a:pt x="542" y="820"/>
                    <a:pt x="542" y="820"/>
                  </a:cubicBezTo>
                  <a:cubicBezTo>
                    <a:pt x="648" y="770"/>
                    <a:pt x="648" y="770"/>
                    <a:pt x="648" y="770"/>
                  </a:cubicBezTo>
                  <a:cubicBezTo>
                    <a:pt x="599" y="665"/>
                    <a:pt x="599" y="665"/>
                    <a:pt x="599" y="665"/>
                  </a:cubicBezTo>
                  <a:cubicBezTo>
                    <a:pt x="632" y="641"/>
                    <a:pt x="661" y="610"/>
                    <a:pt x="682" y="573"/>
                  </a:cubicBezTo>
                  <a:cubicBezTo>
                    <a:pt x="791" y="612"/>
                    <a:pt x="791" y="612"/>
                    <a:pt x="791" y="612"/>
                  </a:cubicBezTo>
                  <a:cubicBezTo>
                    <a:pt x="831" y="501"/>
                    <a:pt x="831" y="501"/>
                    <a:pt x="831" y="501"/>
                  </a:cubicBezTo>
                  <a:cubicBezTo>
                    <a:pt x="722" y="462"/>
                    <a:pt x="722" y="462"/>
                    <a:pt x="722" y="462"/>
                  </a:cubicBezTo>
                  <a:cubicBezTo>
                    <a:pt x="728" y="420"/>
                    <a:pt x="727" y="378"/>
                    <a:pt x="716" y="338"/>
                  </a:cubicBezTo>
                  <a:cubicBezTo>
                    <a:pt x="821" y="289"/>
                    <a:pt x="821" y="289"/>
                    <a:pt x="821" y="289"/>
                  </a:cubicBezTo>
                  <a:cubicBezTo>
                    <a:pt x="770" y="182"/>
                    <a:pt x="770" y="182"/>
                    <a:pt x="770" y="182"/>
                  </a:cubicBezTo>
                  <a:cubicBezTo>
                    <a:pt x="666" y="231"/>
                    <a:pt x="666" y="231"/>
                    <a:pt x="666" y="231"/>
                  </a:cubicBezTo>
                  <a:cubicBezTo>
                    <a:pt x="642" y="198"/>
                    <a:pt x="611" y="170"/>
                    <a:pt x="574" y="148"/>
                  </a:cubicBezTo>
                  <a:cubicBezTo>
                    <a:pt x="613" y="39"/>
                    <a:pt x="613" y="39"/>
                    <a:pt x="613" y="39"/>
                  </a:cubicBezTo>
                  <a:cubicBezTo>
                    <a:pt x="502" y="0"/>
                    <a:pt x="502" y="0"/>
                    <a:pt x="502" y="0"/>
                  </a:cubicBezTo>
                  <a:cubicBezTo>
                    <a:pt x="463" y="108"/>
                    <a:pt x="463" y="108"/>
                    <a:pt x="463" y="108"/>
                  </a:cubicBezTo>
                  <a:cubicBezTo>
                    <a:pt x="421" y="102"/>
                    <a:pt x="378" y="104"/>
                    <a:pt x="339" y="114"/>
                  </a:cubicBezTo>
                  <a:cubicBezTo>
                    <a:pt x="289" y="10"/>
                    <a:pt x="289" y="10"/>
                    <a:pt x="289" y="10"/>
                  </a:cubicBezTo>
                  <a:cubicBezTo>
                    <a:pt x="183" y="60"/>
                    <a:pt x="183" y="60"/>
                    <a:pt x="183" y="60"/>
                  </a:cubicBezTo>
                  <a:cubicBezTo>
                    <a:pt x="232" y="164"/>
                    <a:pt x="232" y="164"/>
                    <a:pt x="232" y="164"/>
                  </a:cubicBezTo>
                  <a:cubicBezTo>
                    <a:pt x="199" y="189"/>
                    <a:pt x="170" y="220"/>
                    <a:pt x="149" y="257"/>
                  </a:cubicBezTo>
                  <a:cubicBezTo>
                    <a:pt x="40" y="218"/>
                    <a:pt x="40" y="218"/>
                    <a:pt x="40" y="218"/>
                  </a:cubicBezTo>
                  <a:cubicBezTo>
                    <a:pt x="0" y="328"/>
                    <a:pt x="0" y="328"/>
                    <a:pt x="0" y="328"/>
                  </a:cubicBezTo>
                  <a:cubicBezTo>
                    <a:pt x="109" y="367"/>
                    <a:pt x="109" y="367"/>
                    <a:pt x="109" y="367"/>
                  </a:cubicBezTo>
                  <a:cubicBezTo>
                    <a:pt x="103" y="410"/>
                    <a:pt x="105" y="452"/>
                    <a:pt x="115" y="492"/>
                  </a:cubicBezTo>
                  <a:cubicBezTo>
                    <a:pt x="11" y="541"/>
                    <a:pt x="11" y="541"/>
                    <a:pt x="11" y="541"/>
                  </a:cubicBezTo>
                  <a:cubicBezTo>
                    <a:pt x="61" y="648"/>
                    <a:pt x="61" y="648"/>
                    <a:pt x="61" y="648"/>
                  </a:cubicBezTo>
                  <a:lnTo>
                    <a:pt x="165" y="598"/>
                  </a:lnTo>
                  <a:close/>
                  <a:moveTo>
                    <a:pt x="295" y="372"/>
                  </a:moveTo>
                  <a:cubicBezTo>
                    <a:pt x="318" y="305"/>
                    <a:pt x="392" y="270"/>
                    <a:pt x="459" y="294"/>
                  </a:cubicBezTo>
                  <a:cubicBezTo>
                    <a:pt x="526" y="318"/>
                    <a:pt x="560" y="392"/>
                    <a:pt x="536" y="458"/>
                  </a:cubicBezTo>
                  <a:cubicBezTo>
                    <a:pt x="513" y="525"/>
                    <a:pt x="439" y="560"/>
                    <a:pt x="372" y="536"/>
                  </a:cubicBezTo>
                  <a:cubicBezTo>
                    <a:pt x="305" y="512"/>
                    <a:pt x="271" y="438"/>
                    <a:pt x="295" y="372"/>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74">
              <a:extLst>
                <a:ext uri="{FF2B5EF4-FFF2-40B4-BE49-F238E27FC236}">
                  <a16:creationId xmlns:a16="http://schemas.microsoft.com/office/drawing/2014/main" id="{22E40A74-670C-45E5-B3EA-E4C62E0BDD70}"/>
                </a:ext>
              </a:extLst>
            </p:cNvPr>
            <p:cNvSpPr>
              <a:spLocks noEditPoints="1"/>
            </p:cNvSpPr>
            <p:nvPr/>
          </p:nvSpPr>
          <p:spPr bwMode="auto">
            <a:xfrm>
              <a:off x="2330063" y="5287558"/>
              <a:ext cx="561267" cy="561429"/>
            </a:xfrm>
            <a:custGeom>
              <a:avLst/>
              <a:gdLst>
                <a:gd name="T0" fmla="*/ 603 w 2131"/>
                <a:gd name="T1" fmla="*/ 1699 h 2132"/>
                <a:gd name="T2" fmla="*/ 889 w 2131"/>
                <a:gd name="T3" fmla="*/ 1828 h 2132"/>
                <a:gd name="T4" fmla="*/ 878 w 2131"/>
                <a:gd name="T5" fmla="*/ 2121 h 2132"/>
                <a:gd name="T6" fmla="*/ 1175 w 2131"/>
                <a:gd name="T7" fmla="*/ 2132 h 2132"/>
                <a:gd name="T8" fmla="*/ 1186 w 2131"/>
                <a:gd name="T9" fmla="*/ 1839 h 2132"/>
                <a:gd name="T10" fmla="*/ 1480 w 2131"/>
                <a:gd name="T11" fmla="*/ 1731 h 2132"/>
                <a:gd name="T12" fmla="*/ 1679 w 2131"/>
                <a:gd name="T13" fmla="*/ 1944 h 2132"/>
                <a:gd name="T14" fmla="*/ 1897 w 2131"/>
                <a:gd name="T15" fmla="*/ 1742 h 2132"/>
                <a:gd name="T16" fmla="*/ 1698 w 2131"/>
                <a:gd name="T17" fmla="*/ 1528 h 2132"/>
                <a:gd name="T18" fmla="*/ 1828 w 2131"/>
                <a:gd name="T19" fmla="*/ 1243 h 2132"/>
                <a:gd name="T20" fmla="*/ 2120 w 2131"/>
                <a:gd name="T21" fmla="*/ 1253 h 2132"/>
                <a:gd name="T22" fmla="*/ 2131 w 2131"/>
                <a:gd name="T23" fmla="*/ 956 h 2132"/>
                <a:gd name="T24" fmla="*/ 1839 w 2131"/>
                <a:gd name="T25" fmla="*/ 945 h 2132"/>
                <a:gd name="T26" fmla="*/ 1730 w 2131"/>
                <a:gd name="T27" fmla="*/ 651 h 2132"/>
                <a:gd name="T28" fmla="*/ 1944 w 2131"/>
                <a:gd name="T29" fmla="*/ 452 h 2132"/>
                <a:gd name="T30" fmla="*/ 1742 w 2131"/>
                <a:gd name="T31" fmla="*/ 235 h 2132"/>
                <a:gd name="T32" fmla="*/ 1528 w 2131"/>
                <a:gd name="T33" fmla="*/ 433 h 2132"/>
                <a:gd name="T34" fmla="*/ 1242 w 2131"/>
                <a:gd name="T35" fmla="*/ 303 h 2132"/>
                <a:gd name="T36" fmla="*/ 1252 w 2131"/>
                <a:gd name="T37" fmla="*/ 11 h 2132"/>
                <a:gd name="T38" fmla="*/ 955 w 2131"/>
                <a:gd name="T39" fmla="*/ 0 h 2132"/>
                <a:gd name="T40" fmla="*/ 945 w 2131"/>
                <a:gd name="T41" fmla="*/ 292 h 2132"/>
                <a:gd name="T42" fmla="*/ 650 w 2131"/>
                <a:gd name="T43" fmla="*/ 400 h 2132"/>
                <a:gd name="T44" fmla="*/ 452 w 2131"/>
                <a:gd name="T45" fmla="*/ 188 h 2132"/>
                <a:gd name="T46" fmla="*/ 234 w 2131"/>
                <a:gd name="T47" fmla="*/ 390 h 2132"/>
                <a:gd name="T48" fmla="*/ 432 w 2131"/>
                <a:gd name="T49" fmla="*/ 603 h 2132"/>
                <a:gd name="T50" fmla="*/ 302 w 2131"/>
                <a:gd name="T51" fmla="*/ 889 h 2132"/>
                <a:gd name="T52" fmla="*/ 11 w 2131"/>
                <a:gd name="T53" fmla="*/ 878 h 2132"/>
                <a:gd name="T54" fmla="*/ 0 w 2131"/>
                <a:gd name="T55" fmla="*/ 1175 h 2132"/>
                <a:gd name="T56" fmla="*/ 292 w 2131"/>
                <a:gd name="T57" fmla="*/ 1186 h 2132"/>
                <a:gd name="T58" fmla="*/ 400 w 2131"/>
                <a:gd name="T59" fmla="*/ 1481 h 2132"/>
                <a:gd name="T60" fmla="*/ 187 w 2131"/>
                <a:gd name="T61" fmla="*/ 1679 h 2132"/>
                <a:gd name="T62" fmla="*/ 389 w 2131"/>
                <a:gd name="T63" fmla="*/ 1897 h 2132"/>
                <a:gd name="T64" fmla="*/ 603 w 2131"/>
                <a:gd name="T65" fmla="*/ 1699 h 2132"/>
                <a:gd name="T66" fmla="*/ 741 w 2131"/>
                <a:gd name="T67" fmla="*/ 1054 h 2132"/>
                <a:gd name="T68" fmla="*/ 1077 w 2131"/>
                <a:gd name="T69" fmla="*/ 742 h 2132"/>
                <a:gd name="T70" fmla="*/ 1389 w 2131"/>
                <a:gd name="T71" fmla="*/ 1078 h 2132"/>
                <a:gd name="T72" fmla="*/ 1054 w 2131"/>
                <a:gd name="T73" fmla="*/ 1390 h 2132"/>
                <a:gd name="T74" fmla="*/ 741 w 2131"/>
                <a:gd name="T75" fmla="*/ 1054 h 2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131" h="2132">
                  <a:moveTo>
                    <a:pt x="603" y="1699"/>
                  </a:moveTo>
                  <a:cubicBezTo>
                    <a:pt x="687" y="1760"/>
                    <a:pt x="784" y="1804"/>
                    <a:pt x="889" y="1828"/>
                  </a:cubicBezTo>
                  <a:cubicBezTo>
                    <a:pt x="878" y="2121"/>
                    <a:pt x="878" y="2121"/>
                    <a:pt x="878" y="2121"/>
                  </a:cubicBezTo>
                  <a:cubicBezTo>
                    <a:pt x="1175" y="2132"/>
                    <a:pt x="1175" y="2132"/>
                    <a:pt x="1175" y="2132"/>
                  </a:cubicBezTo>
                  <a:cubicBezTo>
                    <a:pt x="1186" y="1839"/>
                    <a:pt x="1186" y="1839"/>
                    <a:pt x="1186" y="1839"/>
                  </a:cubicBezTo>
                  <a:cubicBezTo>
                    <a:pt x="1293" y="1823"/>
                    <a:pt x="1392" y="1786"/>
                    <a:pt x="1480" y="1731"/>
                  </a:cubicBezTo>
                  <a:cubicBezTo>
                    <a:pt x="1679" y="1944"/>
                    <a:pt x="1679" y="1944"/>
                    <a:pt x="1679" y="1944"/>
                  </a:cubicBezTo>
                  <a:cubicBezTo>
                    <a:pt x="1897" y="1742"/>
                    <a:pt x="1897" y="1742"/>
                    <a:pt x="1897" y="1742"/>
                  </a:cubicBezTo>
                  <a:cubicBezTo>
                    <a:pt x="1698" y="1528"/>
                    <a:pt x="1698" y="1528"/>
                    <a:pt x="1698" y="1528"/>
                  </a:cubicBezTo>
                  <a:cubicBezTo>
                    <a:pt x="1760" y="1445"/>
                    <a:pt x="1804" y="1348"/>
                    <a:pt x="1828" y="1243"/>
                  </a:cubicBezTo>
                  <a:cubicBezTo>
                    <a:pt x="2120" y="1253"/>
                    <a:pt x="2120" y="1253"/>
                    <a:pt x="2120" y="1253"/>
                  </a:cubicBezTo>
                  <a:cubicBezTo>
                    <a:pt x="2131" y="956"/>
                    <a:pt x="2131" y="956"/>
                    <a:pt x="2131" y="956"/>
                  </a:cubicBezTo>
                  <a:cubicBezTo>
                    <a:pt x="1839" y="945"/>
                    <a:pt x="1839" y="945"/>
                    <a:pt x="1839" y="945"/>
                  </a:cubicBezTo>
                  <a:cubicBezTo>
                    <a:pt x="1822" y="839"/>
                    <a:pt x="1786" y="739"/>
                    <a:pt x="1730" y="651"/>
                  </a:cubicBezTo>
                  <a:cubicBezTo>
                    <a:pt x="1944" y="452"/>
                    <a:pt x="1944" y="452"/>
                    <a:pt x="1944" y="452"/>
                  </a:cubicBezTo>
                  <a:cubicBezTo>
                    <a:pt x="1742" y="235"/>
                    <a:pt x="1742" y="235"/>
                    <a:pt x="1742" y="235"/>
                  </a:cubicBezTo>
                  <a:cubicBezTo>
                    <a:pt x="1528" y="433"/>
                    <a:pt x="1528" y="433"/>
                    <a:pt x="1528" y="433"/>
                  </a:cubicBezTo>
                  <a:cubicBezTo>
                    <a:pt x="1444" y="372"/>
                    <a:pt x="1347" y="327"/>
                    <a:pt x="1242" y="303"/>
                  </a:cubicBezTo>
                  <a:cubicBezTo>
                    <a:pt x="1252" y="11"/>
                    <a:pt x="1252" y="11"/>
                    <a:pt x="1252" y="11"/>
                  </a:cubicBezTo>
                  <a:cubicBezTo>
                    <a:pt x="955" y="0"/>
                    <a:pt x="955" y="0"/>
                    <a:pt x="955" y="0"/>
                  </a:cubicBezTo>
                  <a:cubicBezTo>
                    <a:pt x="945" y="292"/>
                    <a:pt x="945" y="292"/>
                    <a:pt x="945" y="292"/>
                  </a:cubicBezTo>
                  <a:cubicBezTo>
                    <a:pt x="838" y="309"/>
                    <a:pt x="739" y="346"/>
                    <a:pt x="650" y="400"/>
                  </a:cubicBezTo>
                  <a:cubicBezTo>
                    <a:pt x="452" y="188"/>
                    <a:pt x="452" y="188"/>
                    <a:pt x="452" y="188"/>
                  </a:cubicBezTo>
                  <a:cubicBezTo>
                    <a:pt x="234" y="390"/>
                    <a:pt x="234" y="390"/>
                    <a:pt x="234" y="390"/>
                  </a:cubicBezTo>
                  <a:cubicBezTo>
                    <a:pt x="432" y="603"/>
                    <a:pt x="432" y="603"/>
                    <a:pt x="432" y="603"/>
                  </a:cubicBezTo>
                  <a:cubicBezTo>
                    <a:pt x="371" y="687"/>
                    <a:pt x="327" y="784"/>
                    <a:pt x="302" y="889"/>
                  </a:cubicBezTo>
                  <a:cubicBezTo>
                    <a:pt x="11" y="878"/>
                    <a:pt x="11" y="878"/>
                    <a:pt x="11" y="878"/>
                  </a:cubicBezTo>
                  <a:cubicBezTo>
                    <a:pt x="0" y="1175"/>
                    <a:pt x="0" y="1175"/>
                    <a:pt x="0" y="1175"/>
                  </a:cubicBezTo>
                  <a:cubicBezTo>
                    <a:pt x="292" y="1186"/>
                    <a:pt x="292" y="1186"/>
                    <a:pt x="292" y="1186"/>
                  </a:cubicBezTo>
                  <a:cubicBezTo>
                    <a:pt x="308" y="1293"/>
                    <a:pt x="345" y="1392"/>
                    <a:pt x="400" y="1481"/>
                  </a:cubicBezTo>
                  <a:cubicBezTo>
                    <a:pt x="187" y="1679"/>
                    <a:pt x="187" y="1679"/>
                    <a:pt x="187" y="1679"/>
                  </a:cubicBezTo>
                  <a:cubicBezTo>
                    <a:pt x="389" y="1897"/>
                    <a:pt x="389" y="1897"/>
                    <a:pt x="389" y="1897"/>
                  </a:cubicBezTo>
                  <a:lnTo>
                    <a:pt x="603" y="1699"/>
                  </a:lnTo>
                  <a:close/>
                  <a:moveTo>
                    <a:pt x="741" y="1054"/>
                  </a:moveTo>
                  <a:cubicBezTo>
                    <a:pt x="748" y="875"/>
                    <a:pt x="898" y="735"/>
                    <a:pt x="1077" y="742"/>
                  </a:cubicBezTo>
                  <a:cubicBezTo>
                    <a:pt x="1256" y="748"/>
                    <a:pt x="1396" y="899"/>
                    <a:pt x="1389" y="1078"/>
                  </a:cubicBezTo>
                  <a:cubicBezTo>
                    <a:pt x="1383" y="1257"/>
                    <a:pt x="1233" y="1396"/>
                    <a:pt x="1054" y="1390"/>
                  </a:cubicBezTo>
                  <a:cubicBezTo>
                    <a:pt x="874" y="1383"/>
                    <a:pt x="735" y="1233"/>
                    <a:pt x="741" y="1054"/>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Oval 75">
              <a:extLst>
                <a:ext uri="{FF2B5EF4-FFF2-40B4-BE49-F238E27FC236}">
                  <a16:creationId xmlns:a16="http://schemas.microsoft.com/office/drawing/2014/main" id="{4C239082-D846-4BD9-B22C-B2F083960320}"/>
                </a:ext>
              </a:extLst>
            </p:cNvPr>
            <p:cNvSpPr>
              <a:spLocks noChangeArrowheads="1"/>
            </p:cNvSpPr>
            <p:nvPr/>
          </p:nvSpPr>
          <p:spPr bwMode="auto">
            <a:xfrm>
              <a:off x="1948949" y="4318565"/>
              <a:ext cx="147735" cy="147735"/>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Rectangle 76">
              <a:extLst>
                <a:ext uri="{FF2B5EF4-FFF2-40B4-BE49-F238E27FC236}">
                  <a16:creationId xmlns:a16="http://schemas.microsoft.com/office/drawing/2014/main" id="{7E9D7091-4F0F-420D-A600-8D16C374D5D7}"/>
                </a:ext>
              </a:extLst>
            </p:cNvPr>
            <p:cNvSpPr>
              <a:spLocks noChangeArrowheads="1"/>
            </p:cNvSpPr>
            <p:nvPr/>
          </p:nvSpPr>
          <p:spPr bwMode="auto">
            <a:xfrm>
              <a:off x="1998947" y="4429528"/>
              <a:ext cx="47740" cy="52772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7">
              <a:extLst>
                <a:ext uri="{FF2B5EF4-FFF2-40B4-BE49-F238E27FC236}">
                  <a16:creationId xmlns:a16="http://schemas.microsoft.com/office/drawing/2014/main" id="{D676551D-BBF3-496C-9B4D-10734535AD47}"/>
                </a:ext>
              </a:extLst>
            </p:cNvPr>
            <p:cNvSpPr>
              <a:spLocks/>
            </p:cNvSpPr>
            <p:nvPr/>
          </p:nvSpPr>
          <p:spPr bwMode="auto">
            <a:xfrm>
              <a:off x="1946530" y="4948056"/>
              <a:ext cx="152574" cy="131931"/>
            </a:xfrm>
            <a:custGeom>
              <a:avLst/>
              <a:gdLst>
                <a:gd name="T0" fmla="*/ 474 w 946"/>
                <a:gd name="T1" fmla="*/ 0 h 818"/>
                <a:gd name="T2" fmla="*/ 946 w 946"/>
                <a:gd name="T3" fmla="*/ 0 h 818"/>
                <a:gd name="T4" fmla="*/ 709 w 946"/>
                <a:gd name="T5" fmla="*/ 408 h 818"/>
                <a:gd name="T6" fmla="*/ 474 w 946"/>
                <a:gd name="T7" fmla="*/ 818 h 818"/>
                <a:gd name="T8" fmla="*/ 237 w 946"/>
                <a:gd name="T9" fmla="*/ 408 h 818"/>
                <a:gd name="T10" fmla="*/ 0 w 946"/>
                <a:gd name="T11" fmla="*/ 0 h 818"/>
                <a:gd name="T12" fmla="*/ 474 w 946"/>
                <a:gd name="T13" fmla="*/ 0 h 818"/>
              </a:gdLst>
              <a:ahLst/>
              <a:cxnLst>
                <a:cxn ang="0">
                  <a:pos x="T0" y="T1"/>
                </a:cxn>
                <a:cxn ang="0">
                  <a:pos x="T2" y="T3"/>
                </a:cxn>
                <a:cxn ang="0">
                  <a:pos x="T4" y="T5"/>
                </a:cxn>
                <a:cxn ang="0">
                  <a:pos x="T6" y="T7"/>
                </a:cxn>
                <a:cxn ang="0">
                  <a:pos x="T8" y="T9"/>
                </a:cxn>
                <a:cxn ang="0">
                  <a:pos x="T10" y="T11"/>
                </a:cxn>
                <a:cxn ang="0">
                  <a:pos x="T12" y="T13"/>
                </a:cxn>
              </a:cxnLst>
              <a:rect l="0" t="0" r="r" b="b"/>
              <a:pathLst>
                <a:path w="946" h="818">
                  <a:moveTo>
                    <a:pt x="474" y="0"/>
                  </a:moveTo>
                  <a:lnTo>
                    <a:pt x="946" y="0"/>
                  </a:lnTo>
                  <a:lnTo>
                    <a:pt x="709" y="408"/>
                  </a:lnTo>
                  <a:lnTo>
                    <a:pt x="474" y="818"/>
                  </a:lnTo>
                  <a:lnTo>
                    <a:pt x="237" y="408"/>
                  </a:lnTo>
                  <a:lnTo>
                    <a:pt x="0" y="0"/>
                  </a:lnTo>
                  <a:lnTo>
                    <a:pt x="474"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Oval 78">
              <a:extLst>
                <a:ext uri="{FF2B5EF4-FFF2-40B4-BE49-F238E27FC236}">
                  <a16:creationId xmlns:a16="http://schemas.microsoft.com/office/drawing/2014/main" id="{2BBF8616-26B6-4689-95AF-2962F1B11FB4}"/>
                </a:ext>
              </a:extLst>
            </p:cNvPr>
            <p:cNvSpPr>
              <a:spLocks noChangeArrowheads="1"/>
            </p:cNvSpPr>
            <p:nvPr/>
          </p:nvSpPr>
          <p:spPr bwMode="auto">
            <a:xfrm>
              <a:off x="4322724" y="3403119"/>
              <a:ext cx="147735" cy="147735"/>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Rectangle 79">
              <a:extLst>
                <a:ext uri="{FF2B5EF4-FFF2-40B4-BE49-F238E27FC236}">
                  <a16:creationId xmlns:a16="http://schemas.microsoft.com/office/drawing/2014/main" id="{7B462DC8-1ADF-4CE7-BBF0-96D3A680B522}"/>
                </a:ext>
              </a:extLst>
            </p:cNvPr>
            <p:cNvSpPr>
              <a:spLocks noChangeArrowheads="1"/>
            </p:cNvSpPr>
            <p:nvPr/>
          </p:nvSpPr>
          <p:spPr bwMode="auto">
            <a:xfrm>
              <a:off x="4372722" y="2912332"/>
              <a:ext cx="47740" cy="528043"/>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0">
              <a:extLst>
                <a:ext uri="{FF2B5EF4-FFF2-40B4-BE49-F238E27FC236}">
                  <a16:creationId xmlns:a16="http://schemas.microsoft.com/office/drawing/2014/main" id="{D9F17803-93AB-43B8-8AAE-8F8B11898B71}"/>
                </a:ext>
              </a:extLst>
            </p:cNvPr>
            <p:cNvSpPr>
              <a:spLocks/>
            </p:cNvSpPr>
            <p:nvPr/>
          </p:nvSpPr>
          <p:spPr bwMode="auto">
            <a:xfrm>
              <a:off x="4320305" y="2789918"/>
              <a:ext cx="152574" cy="131931"/>
            </a:xfrm>
            <a:custGeom>
              <a:avLst/>
              <a:gdLst>
                <a:gd name="T0" fmla="*/ 474 w 946"/>
                <a:gd name="T1" fmla="*/ 818 h 818"/>
                <a:gd name="T2" fmla="*/ 0 w 946"/>
                <a:gd name="T3" fmla="*/ 818 h 818"/>
                <a:gd name="T4" fmla="*/ 237 w 946"/>
                <a:gd name="T5" fmla="*/ 408 h 818"/>
                <a:gd name="T6" fmla="*/ 474 w 946"/>
                <a:gd name="T7" fmla="*/ 0 h 818"/>
                <a:gd name="T8" fmla="*/ 709 w 946"/>
                <a:gd name="T9" fmla="*/ 408 h 818"/>
                <a:gd name="T10" fmla="*/ 946 w 946"/>
                <a:gd name="T11" fmla="*/ 818 h 818"/>
                <a:gd name="T12" fmla="*/ 474 w 946"/>
                <a:gd name="T13" fmla="*/ 818 h 818"/>
              </a:gdLst>
              <a:ahLst/>
              <a:cxnLst>
                <a:cxn ang="0">
                  <a:pos x="T0" y="T1"/>
                </a:cxn>
                <a:cxn ang="0">
                  <a:pos x="T2" y="T3"/>
                </a:cxn>
                <a:cxn ang="0">
                  <a:pos x="T4" y="T5"/>
                </a:cxn>
                <a:cxn ang="0">
                  <a:pos x="T6" y="T7"/>
                </a:cxn>
                <a:cxn ang="0">
                  <a:pos x="T8" y="T9"/>
                </a:cxn>
                <a:cxn ang="0">
                  <a:pos x="T10" y="T11"/>
                </a:cxn>
                <a:cxn ang="0">
                  <a:pos x="T12" y="T13"/>
                </a:cxn>
              </a:cxnLst>
              <a:rect l="0" t="0" r="r" b="b"/>
              <a:pathLst>
                <a:path w="946" h="818">
                  <a:moveTo>
                    <a:pt x="474" y="818"/>
                  </a:moveTo>
                  <a:lnTo>
                    <a:pt x="0" y="818"/>
                  </a:lnTo>
                  <a:lnTo>
                    <a:pt x="237" y="408"/>
                  </a:lnTo>
                  <a:lnTo>
                    <a:pt x="474" y="0"/>
                  </a:lnTo>
                  <a:lnTo>
                    <a:pt x="709" y="408"/>
                  </a:lnTo>
                  <a:lnTo>
                    <a:pt x="946" y="818"/>
                  </a:lnTo>
                  <a:lnTo>
                    <a:pt x="474" y="81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Oval 81">
              <a:extLst>
                <a:ext uri="{FF2B5EF4-FFF2-40B4-BE49-F238E27FC236}">
                  <a16:creationId xmlns:a16="http://schemas.microsoft.com/office/drawing/2014/main" id="{34C19E97-D0FB-4234-A93D-2EFC56C717FB}"/>
                </a:ext>
              </a:extLst>
            </p:cNvPr>
            <p:cNvSpPr>
              <a:spLocks noChangeArrowheads="1"/>
            </p:cNvSpPr>
            <p:nvPr/>
          </p:nvSpPr>
          <p:spPr bwMode="auto">
            <a:xfrm>
              <a:off x="4743675" y="3813425"/>
              <a:ext cx="105803" cy="105963"/>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Rectangle 82">
              <a:extLst>
                <a:ext uri="{FF2B5EF4-FFF2-40B4-BE49-F238E27FC236}">
                  <a16:creationId xmlns:a16="http://schemas.microsoft.com/office/drawing/2014/main" id="{486F73B6-92EE-404B-8D66-907CE8DA1E16}"/>
                </a:ext>
              </a:extLst>
            </p:cNvPr>
            <p:cNvSpPr>
              <a:spLocks noChangeArrowheads="1"/>
            </p:cNvSpPr>
            <p:nvPr/>
          </p:nvSpPr>
          <p:spPr bwMode="auto">
            <a:xfrm>
              <a:off x="4822865" y="3849390"/>
              <a:ext cx="377727" cy="3387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3">
              <a:extLst>
                <a:ext uri="{FF2B5EF4-FFF2-40B4-BE49-F238E27FC236}">
                  <a16:creationId xmlns:a16="http://schemas.microsoft.com/office/drawing/2014/main" id="{16C02387-982C-48F2-9190-7116F615FF60}"/>
                </a:ext>
              </a:extLst>
            </p:cNvPr>
            <p:cNvSpPr>
              <a:spLocks/>
            </p:cNvSpPr>
            <p:nvPr/>
          </p:nvSpPr>
          <p:spPr bwMode="auto">
            <a:xfrm>
              <a:off x="5193979" y="3811973"/>
              <a:ext cx="94351" cy="109028"/>
            </a:xfrm>
            <a:custGeom>
              <a:avLst/>
              <a:gdLst>
                <a:gd name="T0" fmla="*/ 0 w 585"/>
                <a:gd name="T1" fmla="*/ 338 h 676"/>
                <a:gd name="T2" fmla="*/ 0 w 585"/>
                <a:gd name="T3" fmla="*/ 0 h 676"/>
                <a:gd name="T4" fmla="*/ 293 w 585"/>
                <a:gd name="T5" fmla="*/ 168 h 676"/>
                <a:gd name="T6" fmla="*/ 585 w 585"/>
                <a:gd name="T7" fmla="*/ 338 h 676"/>
                <a:gd name="T8" fmla="*/ 293 w 585"/>
                <a:gd name="T9" fmla="*/ 506 h 676"/>
                <a:gd name="T10" fmla="*/ 0 w 585"/>
                <a:gd name="T11" fmla="*/ 676 h 676"/>
                <a:gd name="T12" fmla="*/ 0 w 585"/>
                <a:gd name="T13" fmla="*/ 338 h 676"/>
              </a:gdLst>
              <a:ahLst/>
              <a:cxnLst>
                <a:cxn ang="0">
                  <a:pos x="T0" y="T1"/>
                </a:cxn>
                <a:cxn ang="0">
                  <a:pos x="T2" y="T3"/>
                </a:cxn>
                <a:cxn ang="0">
                  <a:pos x="T4" y="T5"/>
                </a:cxn>
                <a:cxn ang="0">
                  <a:pos x="T6" y="T7"/>
                </a:cxn>
                <a:cxn ang="0">
                  <a:pos x="T8" y="T9"/>
                </a:cxn>
                <a:cxn ang="0">
                  <a:pos x="T10" y="T11"/>
                </a:cxn>
                <a:cxn ang="0">
                  <a:pos x="T12" y="T13"/>
                </a:cxn>
              </a:cxnLst>
              <a:rect l="0" t="0" r="r" b="b"/>
              <a:pathLst>
                <a:path w="585" h="676">
                  <a:moveTo>
                    <a:pt x="0" y="338"/>
                  </a:moveTo>
                  <a:lnTo>
                    <a:pt x="0" y="0"/>
                  </a:lnTo>
                  <a:lnTo>
                    <a:pt x="293" y="168"/>
                  </a:lnTo>
                  <a:lnTo>
                    <a:pt x="585" y="338"/>
                  </a:lnTo>
                  <a:lnTo>
                    <a:pt x="293" y="506"/>
                  </a:lnTo>
                  <a:lnTo>
                    <a:pt x="0" y="676"/>
                  </a:lnTo>
                  <a:lnTo>
                    <a:pt x="0" y="33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Oval 84">
              <a:extLst>
                <a:ext uri="{FF2B5EF4-FFF2-40B4-BE49-F238E27FC236}">
                  <a16:creationId xmlns:a16="http://schemas.microsoft.com/office/drawing/2014/main" id="{758328E7-FB1C-4314-8E2F-E255AEEC82AA}"/>
                </a:ext>
              </a:extLst>
            </p:cNvPr>
            <p:cNvSpPr>
              <a:spLocks noChangeArrowheads="1"/>
            </p:cNvSpPr>
            <p:nvPr/>
          </p:nvSpPr>
          <p:spPr bwMode="auto">
            <a:xfrm>
              <a:off x="2037494" y="3602304"/>
              <a:ext cx="105479" cy="105802"/>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Rectangle 85">
              <a:extLst>
                <a:ext uri="{FF2B5EF4-FFF2-40B4-BE49-F238E27FC236}">
                  <a16:creationId xmlns:a16="http://schemas.microsoft.com/office/drawing/2014/main" id="{19AE9CD6-A31B-496D-9437-8A66DC0A2211}"/>
                </a:ext>
              </a:extLst>
            </p:cNvPr>
            <p:cNvSpPr>
              <a:spLocks noChangeArrowheads="1"/>
            </p:cNvSpPr>
            <p:nvPr/>
          </p:nvSpPr>
          <p:spPr bwMode="auto">
            <a:xfrm>
              <a:off x="2116684" y="3638432"/>
              <a:ext cx="377727" cy="33870"/>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86">
              <a:extLst>
                <a:ext uri="{FF2B5EF4-FFF2-40B4-BE49-F238E27FC236}">
                  <a16:creationId xmlns:a16="http://schemas.microsoft.com/office/drawing/2014/main" id="{36392A49-9433-46C8-BFEA-F9965B77C198}"/>
                </a:ext>
              </a:extLst>
            </p:cNvPr>
            <p:cNvSpPr>
              <a:spLocks/>
            </p:cNvSpPr>
            <p:nvPr/>
          </p:nvSpPr>
          <p:spPr bwMode="auto">
            <a:xfrm>
              <a:off x="2487637" y="3600691"/>
              <a:ext cx="94190" cy="109028"/>
            </a:xfrm>
            <a:custGeom>
              <a:avLst/>
              <a:gdLst>
                <a:gd name="T0" fmla="*/ 0 w 584"/>
                <a:gd name="T1" fmla="*/ 338 h 676"/>
                <a:gd name="T2" fmla="*/ 0 w 584"/>
                <a:gd name="T3" fmla="*/ 0 h 676"/>
                <a:gd name="T4" fmla="*/ 292 w 584"/>
                <a:gd name="T5" fmla="*/ 170 h 676"/>
                <a:gd name="T6" fmla="*/ 584 w 584"/>
                <a:gd name="T7" fmla="*/ 338 h 676"/>
                <a:gd name="T8" fmla="*/ 292 w 584"/>
                <a:gd name="T9" fmla="*/ 508 h 676"/>
                <a:gd name="T10" fmla="*/ 0 w 584"/>
                <a:gd name="T11" fmla="*/ 676 h 676"/>
                <a:gd name="T12" fmla="*/ 0 w 584"/>
                <a:gd name="T13" fmla="*/ 338 h 676"/>
              </a:gdLst>
              <a:ahLst/>
              <a:cxnLst>
                <a:cxn ang="0">
                  <a:pos x="T0" y="T1"/>
                </a:cxn>
                <a:cxn ang="0">
                  <a:pos x="T2" y="T3"/>
                </a:cxn>
                <a:cxn ang="0">
                  <a:pos x="T4" y="T5"/>
                </a:cxn>
                <a:cxn ang="0">
                  <a:pos x="T6" y="T7"/>
                </a:cxn>
                <a:cxn ang="0">
                  <a:pos x="T8" y="T9"/>
                </a:cxn>
                <a:cxn ang="0">
                  <a:pos x="T10" y="T11"/>
                </a:cxn>
                <a:cxn ang="0">
                  <a:pos x="T12" y="T13"/>
                </a:cxn>
              </a:cxnLst>
              <a:rect l="0" t="0" r="r" b="b"/>
              <a:pathLst>
                <a:path w="584" h="676">
                  <a:moveTo>
                    <a:pt x="0" y="338"/>
                  </a:moveTo>
                  <a:lnTo>
                    <a:pt x="0" y="0"/>
                  </a:lnTo>
                  <a:lnTo>
                    <a:pt x="292" y="170"/>
                  </a:lnTo>
                  <a:lnTo>
                    <a:pt x="584" y="338"/>
                  </a:lnTo>
                  <a:lnTo>
                    <a:pt x="292" y="508"/>
                  </a:lnTo>
                  <a:lnTo>
                    <a:pt x="0" y="676"/>
                  </a:lnTo>
                  <a:lnTo>
                    <a:pt x="0" y="338"/>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Oval 87">
              <a:extLst>
                <a:ext uri="{FF2B5EF4-FFF2-40B4-BE49-F238E27FC236}">
                  <a16:creationId xmlns:a16="http://schemas.microsoft.com/office/drawing/2014/main" id="{D5E57F71-1483-4BA3-932C-B77A4BB8650E}"/>
                </a:ext>
              </a:extLst>
            </p:cNvPr>
            <p:cNvSpPr>
              <a:spLocks noChangeArrowheads="1"/>
            </p:cNvSpPr>
            <p:nvPr/>
          </p:nvSpPr>
          <p:spPr bwMode="auto">
            <a:xfrm>
              <a:off x="4537393" y="4772902"/>
              <a:ext cx="105641" cy="105641"/>
            </a:xfrm>
            <a:prstGeom prst="ellipse">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Rectangle 88">
              <a:extLst>
                <a:ext uri="{FF2B5EF4-FFF2-40B4-BE49-F238E27FC236}">
                  <a16:creationId xmlns:a16="http://schemas.microsoft.com/office/drawing/2014/main" id="{C506F71D-45A3-4758-92A6-1D79A3D71118}"/>
                </a:ext>
              </a:extLst>
            </p:cNvPr>
            <p:cNvSpPr>
              <a:spLocks noChangeArrowheads="1"/>
            </p:cNvSpPr>
            <p:nvPr/>
          </p:nvSpPr>
          <p:spPr bwMode="auto">
            <a:xfrm>
              <a:off x="4573198" y="4852092"/>
              <a:ext cx="34031" cy="377727"/>
            </a:xfrm>
            <a:prstGeom prst="rect">
              <a:avLst/>
            </a:pr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89">
              <a:extLst>
                <a:ext uri="{FF2B5EF4-FFF2-40B4-BE49-F238E27FC236}">
                  <a16:creationId xmlns:a16="http://schemas.microsoft.com/office/drawing/2014/main" id="{8B37D621-38D1-491C-A1CA-FD83C70B73FF}"/>
                </a:ext>
              </a:extLst>
            </p:cNvPr>
            <p:cNvSpPr>
              <a:spLocks/>
            </p:cNvSpPr>
            <p:nvPr/>
          </p:nvSpPr>
          <p:spPr bwMode="auto">
            <a:xfrm>
              <a:off x="4535458" y="5222884"/>
              <a:ext cx="109189" cy="94674"/>
            </a:xfrm>
            <a:custGeom>
              <a:avLst/>
              <a:gdLst>
                <a:gd name="T0" fmla="*/ 339 w 677"/>
                <a:gd name="T1" fmla="*/ 0 h 587"/>
                <a:gd name="T2" fmla="*/ 677 w 677"/>
                <a:gd name="T3" fmla="*/ 0 h 587"/>
                <a:gd name="T4" fmla="*/ 508 w 677"/>
                <a:gd name="T5" fmla="*/ 293 h 587"/>
                <a:gd name="T6" fmla="*/ 339 w 677"/>
                <a:gd name="T7" fmla="*/ 587 h 587"/>
                <a:gd name="T8" fmla="*/ 170 w 677"/>
                <a:gd name="T9" fmla="*/ 293 h 587"/>
                <a:gd name="T10" fmla="*/ 0 w 677"/>
                <a:gd name="T11" fmla="*/ 0 h 587"/>
                <a:gd name="T12" fmla="*/ 339 w 677"/>
                <a:gd name="T13" fmla="*/ 0 h 587"/>
              </a:gdLst>
              <a:ahLst/>
              <a:cxnLst>
                <a:cxn ang="0">
                  <a:pos x="T0" y="T1"/>
                </a:cxn>
                <a:cxn ang="0">
                  <a:pos x="T2" y="T3"/>
                </a:cxn>
                <a:cxn ang="0">
                  <a:pos x="T4" y="T5"/>
                </a:cxn>
                <a:cxn ang="0">
                  <a:pos x="T6" y="T7"/>
                </a:cxn>
                <a:cxn ang="0">
                  <a:pos x="T8" y="T9"/>
                </a:cxn>
                <a:cxn ang="0">
                  <a:pos x="T10" y="T11"/>
                </a:cxn>
                <a:cxn ang="0">
                  <a:pos x="T12" y="T13"/>
                </a:cxn>
              </a:cxnLst>
              <a:rect l="0" t="0" r="r" b="b"/>
              <a:pathLst>
                <a:path w="677" h="587">
                  <a:moveTo>
                    <a:pt x="339" y="0"/>
                  </a:moveTo>
                  <a:lnTo>
                    <a:pt x="677" y="0"/>
                  </a:lnTo>
                  <a:lnTo>
                    <a:pt x="508" y="293"/>
                  </a:lnTo>
                  <a:lnTo>
                    <a:pt x="339" y="587"/>
                  </a:lnTo>
                  <a:lnTo>
                    <a:pt x="170" y="293"/>
                  </a:lnTo>
                  <a:lnTo>
                    <a:pt x="0" y="0"/>
                  </a:lnTo>
                  <a:lnTo>
                    <a:pt x="339"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90">
              <a:extLst>
                <a:ext uri="{FF2B5EF4-FFF2-40B4-BE49-F238E27FC236}">
                  <a16:creationId xmlns:a16="http://schemas.microsoft.com/office/drawing/2014/main" id="{3A726DD2-A68D-4660-80C7-4E8D962A2C0F}"/>
                </a:ext>
              </a:extLst>
            </p:cNvPr>
            <p:cNvSpPr>
              <a:spLocks noEditPoints="1"/>
            </p:cNvSpPr>
            <p:nvPr/>
          </p:nvSpPr>
          <p:spPr bwMode="auto">
            <a:xfrm>
              <a:off x="3945481" y="2772660"/>
              <a:ext cx="290795" cy="290795"/>
            </a:xfrm>
            <a:custGeom>
              <a:avLst/>
              <a:gdLst>
                <a:gd name="T0" fmla="*/ 656 w 1104"/>
                <a:gd name="T1" fmla="*/ 153 h 1104"/>
                <a:gd name="T2" fmla="*/ 491 w 1104"/>
                <a:gd name="T3" fmla="*/ 145 h 1104"/>
                <a:gd name="T4" fmla="*/ 439 w 1104"/>
                <a:gd name="T5" fmla="*/ 0 h 1104"/>
                <a:gd name="T6" fmla="*/ 292 w 1104"/>
                <a:gd name="T7" fmla="*/ 52 h 1104"/>
                <a:gd name="T8" fmla="*/ 343 w 1104"/>
                <a:gd name="T9" fmla="*/ 197 h 1104"/>
                <a:gd name="T10" fmla="*/ 220 w 1104"/>
                <a:gd name="T11" fmla="*/ 307 h 1104"/>
                <a:gd name="T12" fmla="*/ 82 w 1104"/>
                <a:gd name="T13" fmla="*/ 241 h 1104"/>
                <a:gd name="T14" fmla="*/ 14 w 1104"/>
                <a:gd name="T15" fmla="*/ 382 h 1104"/>
                <a:gd name="T16" fmla="*/ 153 w 1104"/>
                <a:gd name="T17" fmla="*/ 449 h 1104"/>
                <a:gd name="T18" fmla="*/ 145 w 1104"/>
                <a:gd name="T19" fmla="*/ 613 h 1104"/>
                <a:gd name="T20" fmla="*/ 0 w 1104"/>
                <a:gd name="T21" fmla="*/ 665 h 1104"/>
                <a:gd name="T22" fmla="*/ 52 w 1104"/>
                <a:gd name="T23" fmla="*/ 812 h 1104"/>
                <a:gd name="T24" fmla="*/ 197 w 1104"/>
                <a:gd name="T25" fmla="*/ 761 h 1104"/>
                <a:gd name="T26" fmla="*/ 307 w 1104"/>
                <a:gd name="T27" fmla="*/ 884 h 1104"/>
                <a:gd name="T28" fmla="*/ 241 w 1104"/>
                <a:gd name="T29" fmla="*/ 1022 h 1104"/>
                <a:gd name="T30" fmla="*/ 382 w 1104"/>
                <a:gd name="T31" fmla="*/ 1090 h 1104"/>
                <a:gd name="T32" fmla="*/ 449 w 1104"/>
                <a:gd name="T33" fmla="*/ 952 h 1104"/>
                <a:gd name="T34" fmla="*/ 614 w 1104"/>
                <a:gd name="T35" fmla="*/ 960 h 1104"/>
                <a:gd name="T36" fmla="*/ 665 w 1104"/>
                <a:gd name="T37" fmla="*/ 1104 h 1104"/>
                <a:gd name="T38" fmla="*/ 812 w 1104"/>
                <a:gd name="T39" fmla="*/ 1052 h 1104"/>
                <a:gd name="T40" fmla="*/ 761 w 1104"/>
                <a:gd name="T41" fmla="*/ 907 h 1104"/>
                <a:gd name="T42" fmla="*/ 884 w 1104"/>
                <a:gd name="T43" fmla="*/ 797 h 1104"/>
                <a:gd name="T44" fmla="*/ 1023 w 1104"/>
                <a:gd name="T45" fmla="*/ 863 h 1104"/>
                <a:gd name="T46" fmla="*/ 1090 w 1104"/>
                <a:gd name="T47" fmla="*/ 722 h 1104"/>
                <a:gd name="T48" fmla="*/ 951 w 1104"/>
                <a:gd name="T49" fmla="*/ 656 h 1104"/>
                <a:gd name="T50" fmla="*/ 960 w 1104"/>
                <a:gd name="T51" fmla="*/ 491 h 1104"/>
                <a:gd name="T52" fmla="*/ 1104 w 1104"/>
                <a:gd name="T53" fmla="*/ 439 h 1104"/>
                <a:gd name="T54" fmla="*/ 1052 w 1104"/>
                <a:gd name="T55" fmla="*/ 292 h 1104"/>
                <a:gd name="T56" fmla="*/ 907 w 1104"/>
                <a:gd name="T57" fmla="*/ 343 h 1104"/>
                <a:gd name="T58" fmla="*/ 797 w 1104"/>
                <a:gd name="T59" fmla="*/ 220 h 1104"/>
                <a:gd name="T60" fmla="*/ 863 w 1104"/>
                <a:gd name="T61" fmla="*/ 82 h 1104"/>
                <a:gd name="T62" fmla="*/ 722 w 1104"/>
                <a:gd name="T63" fmla="*/ 14 h 1104"/>
                <a:gd name="T64" fmla="*/ 656 w 1104"/>
                <a:gd name="T65" fmla="*/ 153 h 1104"/>
                <a:gd name="T66" fmla="*/ 713 w 1104"/>
                <a:gd name="T67" fmla="*/ 495 h 1104"/>
                <a:gd name="T68" fmla="*/ 609 w 1104"/>
                <a:gd name="T69" fmla="*/ 713 h 1104"/>
                <a:gd name="T70" fmla="*/ 391 w 1104"/>
                <a:gd name="T71" fmla="*/ 609 h 1104"/>
                <a:gd name="T72" fmla="*/ 495 w 1104"/>
                <a:gd name="T73" fmla="*/ 391 h 1104"/>
                <a:gd name="T74" fmla="*/ 713 w 1104"/>
                <a:gd name="T75" fmla="*/ 495 h 1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04" h="1104">
                  <a:moveTo>
                    <a:pt x="656" y="153"/>
                  </a:moveTo>
                  <a:cubicBezTo>
                    <a:pt x="603" y="139"/>
                    <a:pt x="547" y="136"/>
                    <a:pt x="491" y="145"/>
                  </a:cubicBezTo>
                  <a:cubicBezTo>
                    <a:pt x="439" y="0"/>
                    <a:pt x="439" y="0"/>
                    <a:pt x="439" y="0"/>
                  </a:cubicBezTo>
                  <a:cubicBezTo>
                    <a:pt x="292" y="52"/>
                    <a:pt x="292" y="52"/>
                    <a:pt x="292" y="52"/>
                  </a:cubicBezTo>
                  <a:cubicBezTo>
                    <a:pt x="343" y="197"/>
                    <a:pt x="343" y="197"/>
                    <a:pt x="343" y="197"/>
                  </a:cubicBezTo>
                  <a:cubicBezTo>
                    <a:pt x="294" y="226"/>
                    <a:pt x="253" y="263"/>
                    <a:pt x="220" y="307"/>
                  </a:cubicBezTo>
                  <a:cubicBezTo>
                    <a:pt x="82" y="241"/>
                    <a:pt x="82" y="241"/>
                    <a:pt x="82" y="241"/>
                  </a:cubicBezTo>
                  <a:cubicBezTo>
                    <a:pt x="14" y="382"/>
                    <a:pt x="14" y="382"/>
                    <a:pt x="14" y="382"/>
                  </a:cubicBezTo>
                  <a:cubicBezTo>
                    <a:pt x="153" y="449"/>
                    <a:pt x="153" y="449"/>
                    <a:pt x="153" y="449"/>
                  </a:cubicBezTo>
                  <a:cubicBezTo>
                    <a:pt x="139" y="501"/>
                    <a:pt x="136" y="557"/>
                    <a:pt x="145" y="613"/>
                  </a:cubicBezTo>
                  <a:cubicBezTo>
                    <a:pt x="0" y="665"/>
                    <a:pt x="0" y="665"/>
                    <a:pt x="0" y="665"/>
                  </a:cubicBezTo>
                  <a:cubicBezTo>
                    <a:pt x="52" y="812"/>
                    <a:pt x="52" y="812"/>
                    <a:pt x="52" y="812"/>
                  </a:cubicBezTo>
                  <a:cubicBezTo>
                    <a:pt x="197" y="761"/>
                    <a:pt x="197" y="761"/>
                    <a:pt x="197" y="761"/>
                  </a:cubicBezTo>
                  <a:cubicBezTo>
                    <a:pt x="226" y="810"/>
                    <a:pt x="263" y="851"/>
                    <a:pt x="307" y="884"/>
                  </a:cubicBezTo>
                  <a:cubicBezTo>
                    <a:pt x="241" y="1022"/>
                    <a:pt x="241" y="1022"/>
                    <a:pt x="241" y="1022"/>
                  </a:cubicBezTo>
                  <a:cubicBezTo>
                    <a:pt x="382" y="1090"/>
                    <a:pt x="382" y="1090"/>
                    <a:pt x="382" y="1090"/>
                  </a:cubicBezTo>
                  <a:cubicBezTo>
                    <a:pt x="449" y="952"/>
                    <a:pt x="449" y="952"/>
                    <a:pt x="449" y="952"/>
                  </a:cubicBezTo>
                  <a:cubicBezTo>
                    <a:pt x="501" y="965"/>
                    <a:pt x="557" y="968"/>
                    <a:pt x="614" y="960"/>
                  </a:cubicBezTo>
                  <a:cubicBezTo>
                    <a:pt x="665" y="1104"/>
                    <a:pt x="665" y="1104"/>
                    <a:pt x="665" y="1104"/>
                  </a:cubicBezTo>
                  <a:cubicBezTo>
                    <a:pt x="812" y="1052"/>
                    <a:pt x="812" y="1052"/>
                    <a:pt x="812" y="1052"/>
                  </a:cubicBezTo>
                  <a:cubicBezTo>
                    <a:pt x="761" y="907"/>
                    <a:pt x="761" y="907"/>
                    <a:pt x="761" y="907"/>
                  </a:cubicBezTo>
                  <a:cubicBezTo>
                    <a:pt x="810" y="878"/>
                    <a:pt x="851" y="841"/>
                    <a:pt x="884" y="797"/>
                  </a:cubicBezTo>
                  <a:cubicBezTo>
                    <a:pt x="1023" y="863"/>
                    <a:pt x="1023" y="863"/>
                    <a:pt x="1023" y="863"/>
                  </a:cubicBezTo>
                  <a:cubicBezTo>
                    <a:pt x="1090" y="722"/>
                    <a:pt x="1090" y="722"/>
                    <a:pt x="1090" y="722"/>
                  </a:cubicBezTo>
                  <a:cubicBezTo>
                    <a:pt x="951" y="656"/>
                    <a:pt x="951" y="656"/>
                    <a:pt x="951" y="656"/>
                  </a:cubicBezTo>
                  <a:cubicBezTo>
                    <a:pt x="965" y="603"/>
                    <a:pt x="968" y="547"/>
                    <a:pt x="960" y="491"/>
                  </a:cubicBezTo>
                  <a:cubicBezTo>
                    <a:pt x="1104" y="439"/>
                    <a:pt x="1104" y="439"/>
                    <a:pt x="1104" y="439"/>
                  </a:cubicBezTo>
                  <a:cubicBezTo>
                    <a:pt x="1052" y="292"/>
                    <a:pt x="1052" y="292"/>
                    <a:pt x="1052" y="292"/>
                  </a:cubicBezTo>
                  <a:cubicBezTo>
                    <a:pt x="907" y="343"/>
                    <a:pt x="907" y="343"/>
                    <a:pt x="907" y="343"/>
                  </a:cubicBezTo>
                  <a:cubicBezTo>
                    <a:pt x="878" y="294"/>
                    <a:pt x="841" y="253"/>
                    <a:pt x="797" y="220"/>
                  </a:cubicBezTo>
                  <a:cubicBezTo>
                    <a:pt x="863" y="82"/>
                    <a:pt x="863" y="82"/>
                    <a:pt x="863" y="82"/>
                  </a:cubicBezTo>
                  <a:cubicBezTo>
                    <a:pt x="722" y="14"/>
                    <a:pt x="722" y="14"/>
                    <a:pt x="722" y="14"/>
                  </a:cubicBezTo>
                  <a:lnTo>
                    <a:pt x="656" y="153"/>
                  </a:lnTo>
                  <a:close/>
                  <a:moveTo>
                    <a:pt x="713" y="495"/>
                  </a:moveTo>
                  <a:cubicBezTo>
                    <a:pt x="744" y="584"/>
                    <a:pt x="698" y="681"/>
                    <a:pt x="609" y="713"/>
                  </a:cubicBezTo>
                  <a:cubicBezTo>
                    <a:pt x="520" y="744"/>
                    <a:pt x="423" y="698"/>
                    <a:pt x="391" y="609"/>
                  </a:cubicBezTo>
                  <a:cubicBezTo>
                    <a:pt x="360" y="520"/>
                    <a:pt x="406" y="423"/>
                    <a:pt x="495" y="391"/>
                  </a:cubicBezTo>
                  <a:cubicBezTo>
                    <a:pt x="584" y="360"/>
                    <a:pt x="681" y="406"/>
                    <a:pt x="713" y="495"/>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91">
              <a:extLst>
                <a:ext uri="{FF2B5EF4-FFF2-40B4-BE49-F238E27FC236}">
                  <a16:creationId xmlns:a16="http://schemas.microsoft.com/office/drawing/2014/main" id="{BA2CBC66-AF7D-4A5F-BA3E-7820ECACC8B3}"/>
                </a:ext>
              </a:extLst>
            </p:cNvPr>
            <p:cNvSpPr>
              <a:spLocks/>
            </p:cNvSpPr>
            <p:nvPr/>
          </p:nvSpPr>
          <p:spPr bwMode="auto">
            <a:xfrm>
              <a:off x="3171964" y="5231916"/>
              <a:ext cx="578363" cy="492238"/>
            </a:xfrm>
            <a:custGeom>
              <a:avLst/>
              <a:gdLst>
                <a:gd name="T0" fmla="*/ 3586 w 3586"/>
                <a:gd name="T1" fmla="*/ 0 h 3052"/>
                <a:gd name="T2" fmla="*/ 0 w 3586"/>
                <a:gd name="T3" fmla="*/ 0 h 3052"/>
                <a:gd name="T4" fmla="*/ 0 w 3586"/>
                <a:gd name="T5" fmla="*/ 2390 h 3052"/>
                <a:gd name="T6" fmla="*/ 52 w 3586"/>
                <a:gd name="T7" fmla="*/ 2390 h 3052"/>
                <a:gd name="T8" fmla="*/ 530 w 3586"/>
                <a:gd name="T9" fmla="*/ 2869 h 3052"/>
                <a:gd name="T10" fmla="*/ 1293 w 3586"/>
                <a:gd name="T11" fmla="*/ 2952 h 3052"/>
                <a:gd name="T12" fmla="*/ 1293 w 3586"/>
                <a:gd name="T13" fmla="*/ 3052 h 3052"/>
                <a:gd name="T14" fmla="*/ 1750 w 3586"/>
                <a:gd name="T15" fmla="*/ 3003 h 3052"/>
                <a:gd name="T16" fmla="*/ 2206 w 3586"/>
                <a:gd name="T17" fmla="*/ 3052 h 3052"/>
                <a:gd name="T18" fmla="*/ 2206 w 3586"/>
                <a:gd name="T19" fmla="*/ 2952 h 3052"/>
                <a:gd name="T20" fmla="*/ 2969 w 3586"/>
                <a:gd name="T21" fmla="*/ 2869 h 3052"/>
                <a:gd name="T22" fmla="*/ 3449 w 3586"/>
                <a:gd name="T23" fmla="*/ 2390 h 3052"/>
                <a:gd name="T24" fmla="*/ 3586 w 3586"/>
                <a:gd name="T25" fmla="*/ 2390 h 3052"/>
                <a:gd name="T26" fmla="*/ 3586 w 3586"/>
                <a:gd name="T27" fmla="*/ 0 h 30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86" h="3052">
                  <a:moveTo>
                    <a:pt x="3586" y="0"/>
                  </a:moveTo>
                  <a:lnTo>
                    <a:pt x="0" y="0"/>
                  </a:lnTo>
                  <a:lnTo>
                    <a:pt x="0" y="2390"/>
                  </a:lnTo>
                  <a:lnTo>
                    <a:pt x="52" y="2390"/>
                  </a:lnTo>
                  <a:lnTo>
                    <a:pt x="530" y="2869"/>
                  </a:lnTo>
                  <a:lnTo>
                    <a:pt x="1293" y="2952"/>
                  </a:lnTo>
                  <a:lnTo>
                    <a:pt x="1293" y="3052"/>
                  </a:lnTo>
                  <a:lnTo>
                    <a:pt x="1750" y="3003"/>
                  </a:lnTo>
                  <a:lnTo>
                    <a:pt x="2206" y="3052"/>
                  </a:lnTo>
                  <a:lnTo>
                    <a:pt x="2206" y="2952"/>
                  </a:lnTo>
                  <a:lnTo>
                    <a:pt x="2969" y="2869"/>
                  </a:lnTo>
                  <a:lnTo>
                    <a:pt x="3449" y="2390"/>
                  </a:lnTo>
                  <a:lnTo>
                    <a:pt x="3586" y="2390"/>
                  </a:lnTo>
                  <a:lnTo>
                    <a:pt x="3586" y="0"/>
                  </a:lnTo>
                  <a:close/>
                </a:path>
              </a:pathLst>
            </a:custGeom>
            <a:solidFill>
              <a:schemeClr val="tx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92">
              <a:extLst>
                <a:ext uri="{FF2B5EF4-FFF2-40B4-BE49-F238E27FC236}">
                  <a16:creationId xmlns:a16="http://schemas.microsoft.com/office/drawing/2014/main" id="{A924E694-848D-4578-8CDF-CFB9C98FFD3D}"/>
                </a:ext>
              </a:extLst>
            </p:cNvPr>
            <p:cNvSpPr>
              <a:spLocks/>
            </p:cNvSpPr>
            <p:nvPr/>
          </p:nvSpPr>
          <p:spPr bwMode="auto">
            <a:xfrm>
              <a:off x="3069710" y="5298848"/>
              <a:ext cx="769162" cy="136446"/>
            </a:xfrm>
            <a:custGeom>
              <a:avLst/>
              <a:gdLst>
                <a:gd name="T0" fmla="*/ 2920 w 2920"/>
                <a:gd name="T1" fmla="*/ 259 h 518"/>
                <a:gd name="T2" fmla="*/ 2660 w 2920"/>
                <a:gd name="T3" fmla="*/ 518 h 518"/>
                <a:gd name="T4" fmla="*/ 259 w 2920"/>
                <a:gd name="T5" fmla="*/ 518 h 518"/>
                <a:gd name="T6" fmla="*/ 0 w 2920"/>
                <a:gd name="T7" fmla="*/ 259 h 518"/>
                <a:gd name="T8" fmla="*/ 0 w 2920"/>
                <a:gd name="T9" fmla="*/ 259 h 518"/>
                <a:gd name="T10" fmla="*/ 259 w 2920"/>
                <a:gd name="T11" fmla="*/ 0 h 518"/>
                <a:gd name="T12" fmla="*/ 2660 w 2920"/>
                <a:gd name="T13" fmla="*/ 0 h 518"/>
                <a:gd name="T14" fmla="*/ 2920 w 2920"/>
                <a:gd name="T15" fmla="*/ 259 h 5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20" h="518">
                  <a:moveTo>
                    <a:pt x="2920" y="259"/>
                  </a:moveTo>
                  <a:cubicBezTo>
                    <a:pt x="2920" y="402"/>
                    <a:pt x="2803" y="518"/>
                    <a:pt x="2660" y="518"/>
                  </a:cubicBezTo>
                  <a:cubicBezTo>
                    <a:pt x="259" y="518"/>
                    <a:pt x="259" y="518"/>
                    <a:pt x="259" y="518"/>
                  </a:cubicBezTo>
                  <a:cubicBezTo>
                    <a:pt x="116" y="518"/>
                    <a:pt x="0" y="402"/>
                    <a:pt x="0" y="259"/>
                  </a:cubicBezTo>
                  <a:cubicBezTo>
                    <a:pt x="0" y="259"/>
                    <a:pt x="0" y="259"/>
                    <a:pt x="0" y="259"/>
                  </a:cubicBezTo>
                  <a:cubicBezTo>
                    <a:pt x="0" y="116"/>
                    <a:pt x="116" y="0"/>
                    <a:pt x="259" y="0"/>
                  </a:cubicBezTo>
                  <a:cubicBezTo>
                    <a:pt x="2660" y="0"/>
                    <a:pt x="2660" y="0"/>
                    <a:pt x="2660" y="0"/>
                  </a:cubicBezTo>
                  <a:cubicBezTo>
                    <a:pt x="2803" y="0"/>
                    <a:pt x="2920" y="116"/>
                    <a:pt x="2920" y="259"/>
                  </a:cubicBezTo>
                  <a:close/>
                </a:path>
              </a:pathLst>
            </a:custGeom>
            <a:solidFill>
              <a:schemeClr val="bg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93">
              <a:extLst>
                <a:ext uri="{FF2B5EF4-FFF2-40B4-BE49-F238E27FC236}">
                  <a16:creationId xmlns:a16="http://schemas.microsoft.com/office/drawing/2014/main" id="{E0C37285-47B3-450A-B5AF-E03AF7FD7497}"/>
                </a:ext>
              </a:extLst>
            </p:cNvPr>
            <p:cNvSpPr>
              <a:spLocks/>
            </p:cNvSpPr>
            <p:nvPr/>
          </p:nvSpPr>
          <p:spPr bwMode="auto">
            <a:xfrm>
              <a:off x="3069710" y="5489002"/>
              <a:ext cx="769162" cy="136608"/>
            </a:xfrm>
            <a:custGeom>
              <a:avLst/>
              <a:gdLst>
                <a:gd name="T0" fmla="*/ 2920 w 2920"/>
                <a:gd name="T1" fmla="*/ 259 h 519"/>
                <a:gd name="T2" fmla="*/ 2660 w 2920"/>
                <a:gd name="T3" fmla="*/ 519 h 519"/>
                <a:gd name="T4" fmla="*/ 259 w 2920"/>
                <a:gd name="T5" fmla="*/ 519 h 519"/>
                <a:gd name="T6" fmla="*/ 0 w 2920"/>
                <a:gd name="T7" fmla="*/ 259 h 519"/>
                <a:gd name="T8" fmla="*/ 0 w 2920"/>
                <a:gd name="T9" fmla="*/ 259 h 519"/>
                <a:gd name="T10" fmla="*/ 259 w 2920"/>
                <a:gd name="T11" fmla="*/ 0 h 519"/>
                <a:gd name="T12" fmla="*/ 2660 w 2920"/>
                <a:gd name="T13" fmla="*/ 0 h 519"/>
                <a:gd name="T14" fmla="*/ 2920 w 2920"/>
                <a:gd name="T15" fmla="*/ 259 h 5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20" h="519">
                  <a:moveTo>
                    <a:pt x="2920" y="259"/>
                  </a:moveTo>
                  <a:cubicBezTo>
                    <a:pt x="2920" y="403"/>
                    <a:pt x="2803" y="519"/>
                    <a:pt x="2660" y="519"/>
                  </a:cubicBezTo>
                  <a:cubicBezTo>
                    <a:pt x="259" y="519"/>
                    <a:pt x="259" y="519"/>
                    <a:pt x="259" y="519"/>
                  </a:cubicBezTo>
                  <a:cubicBezTo>
                    <a:pt x="116" y="519"/>
                    <a:pt x="0" y="403"/>
                    <a:pt x="0" y="259"/>
                  </a:cubicBezTo>
                  <a:cubicBezTo>
                    <a:pt x="0" y="259"/>
                    <a:pt x="0" y="259"/>
                    <a:pt x="0" y="259"/>
                  </a:cubicBezTo>
                  <a:cubicBezTo>
                    <a:pt x="0" y="116"/>
                    <a:pt x="116" y="0"/>
                    <a:pt x="259" y="0"/>
                  </a:cubicBezTo>
                  <a:cubicBezTo>
                    <a:pt x="2660" y="0"/>
                    <a:pt x="2660" y="0"/>
                    <a:pt x="2660" y="0"/>
                  </a:cubicBezTo>
                  <a:cubicBezTo>
                    <a:pt x="2803" y="0"/>
                    <a:pt x="2920" y="116"/>
                    <a:pt x="2920" y="259"/>
                  </a:cubicBezTo>
                  <a:close/>
                </a:path>
              </a:pathLst>
            </a:custGeom>
            <a:solidFill>
              <a:schemeClr val="bg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94">
              <a:extLst>
                <a:ext uri="{FF2B5EF4-FFF2-40B4-BE49-F238E27FC236}">
                  <a16:creationId xmlns:a16="http://schemas.microsoft.com/office/drawing/2014/main" id="{07F9A163-8CB2-4024-98FF-AA7F25C80C50}"/>
                </a:ext>
              </a:extLst>
            </p:cNvPr>
            <p:cNvSpPr>
              <a:spLocks/>
            </p:cNvSpPr>
            <p:nvPr/>
          </p:nvSpPr>
          <p:spPr bwMode="auto">
            <a:xfrm>
              <a:off x="3235188" y="5662704"/>
              <a:ext cx="437885" cy="136446"/>
            </a:xfrm>
            <a:custGeom>
              <a:avLst/>
              <a:gdLst>
                <a:gd name="T0" fmla="*/ 1663 w 1663"/>
                <a:gd name="T1" fmla="*/ 259 h 518"/>
                <a:gd name="T2" fmla="*/ 1404 w 1663"/>
                <a:gd name="T3" fmla="*/ 518 h 518"/>
                <a:gd name="T4" fmla="*/ 259 w 1663"/>
                <a:gd name="T5" fmla="*/ 518 h 518"/>
                <a:gd name="T6" fmla="*/ 0 w 1663"/>
                <a:gd name="T7" fmla="*/ 259 h 518"/>
                <a:gd name="T8" fmla="*/ 0 w 1663"/>
                <a:gd name="T9" fmla="*/ 259 h 518"/>
                <a:gd name="T10" fmla="*/ 259 w 1663"/>
                <a:gd name="T11" fmla="*/ 0 h 518"/>
                <a:gd name="T12" fmla="*/ 1404 w 1663"/>
                <a:gd name="T13" fmla="*/ 0 h 518"/>
                <a:gd name="T14" fmla="*/ 1663 w 1663"/>
                <a:gd name="T15" fmla="*/ 259 h 5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63" h="518">
                  <a:moveTo>
                    <a:pt x="1663" y="259"/>
                  </a:moveTo>
                  <a:cubicBezTo>
                    <a:pt x="1663" y="402"/>
                    <a:pt x="1547" y="518"/>
                    <a:pt x="1404" y="518"/>
                  </a:cubicBezTo>
                  <a:cubicBezTo>
                    <a:pt x="259" y="518"/>
                    <a:pt x="259" y="518"/>
                    <a:pt x="259" y="518"/>
                  </a:cubicBezTo>
                  <a:cubicBezTo>
                    <a:pt x="116" y="518"/>
                    <a:pt x="0" y="402"/>
                    <a:pt x="0" y="259"/>
                  </a:cubicBezTo>
                  <a:cubicBezTo>
                    <a:pt x="0" y="259"/>
                    <a:pt x="0" y="259"/>
                    <a:pt x="0" y="259"/>
                  </a:cubicBezTo>
                  <a:cubicBezTo>
                    <a:pt x="0" y="116"/>
                    <a:pt x="116" y="0"/>
                    <a:pt x="259" y="0"/>
                  </a:cubicBezTo>
                  <a:cubicBezTo>
                    <a:pt x="1404" y="0"/>
                    <a:pt x="1404" y="0"/>
                    <a:pt x="1404" y="0"/>
                  </a:cubicBezTo>
                  <a:cubicBezTo>
                    <a:pt x="1547" y="0"/>
                    <a:pt x="1663" y="116"/>
                    <a:pt x="1663" y="259"/>
                  </a:cubicBezTo>
                  <a:close/>
                </a:path>
              </a:pathLst>
            </a:custGeom>
            <a:solidFill>
              <a:schemeClr val="bg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95">
              <a:extLst>
                <a:ext uri="{FF2B5EF4-FFF2-40B4-BE49-F238E27FC236}">
                  <a16:creationId xmlns:a16="http://schemas.microsoft.com/office/drawing/2014/main" id="{BDF5D1AD-CA6B-4084-A749-DCAEF25075A6}"/>
                </a:ext>
              </a:extLst>
            </p:cNvPr>
            <p:cNvSpPr>
              <a:spLocks/>
            </p:cNvSpPr>
            <p:nvPr/>
          </p:nvSpPr>
          <p:spPr bwMode="auto">
            <a:xfrm>
              <a:off x="2663597" y="3331509"/>
              <a:ext cx="1581065" cy="1908632"/>
            </a:xfrm>
            <a:custGeom>
              <a:avLst/>
              <a:gdLst>
                <a:gd name="T0" fmla="*/ 3002 w 6003"/>
                <a:gd name="T1" fmla="*/ 0 h 7247"/>
                <a:gd name="T2" fmla="*/ 3002 w 6003"/>
                <a:gd name="T3" fmla="*/ 0 h 7247"/>
                <a:gd name="T4" fmla="*/ 0 w 6003"/>
                <a:gd name="T5" fmla="*/ 2945 h 7247"/>
                <a:gd name="T6" fmla="*/ 942 w 6003"/>
                <a:gd name="T7" fmla="*/ 5391 h 7247"/>
                <a:gd name="T8" fmla="*/ 967 w 6003"/>
                <a:gd name="T9" fmla="*/ 5423 h 7247"/>
                <a:gd name="T10" fmla="*/ 1719 w 6003"/>
                <a:gd name="T11" fmla="*/ 7007 h 7247"/>
                <a:gd name="T12" fmla="*/ 1902 w 6003"/>
                <a:gd name="T13" fmla="*/ 7240 h 7247"/>
                <a:gd name="T14" fmla="*/ 1902 w 6003"/>
                <a:gd name="T15" fmla="*/ 7247 h 7247"/>
                <a:gd name="T16" fmla="*/ 2359 w 6003"/>
                <a:gd name="T17" fmla="*/ 7247 h 7247"/>
                <a:gd name="T18" fmla="*/ 2432 w 6003"/>
                <a:gd name="T19" fmla="*/ 7247 h 7247"/>
                <a:gd name="T20" fmla="*/ 2506 w 6003"/>
                <a:gd name="T21" fmla="*/ 7247 h 7247"/>
                <a:gd name="T22" fmla="*/ 2924 w 6003"/>
                <a:gd name="T23" fmla="*/ 7247 h 7247"/>
                <a:gd name="T24" fmla="*/ 3002 w 6003"/>
                <a:gd name="T25" fmla="*/ 7247 h 7247"/>
                <a:gd name="T26" fmla="*/ 3123 w 6003"/>
                <a:gd name="T27" fmla="*/ 7247 h 7247"/>
                <a:gd name="T28" fmla="*/ 3419 w 6003"/>
                <a:gd name="T29" fmla="*/ 7247 h 7247"/>
                <a:gd name="T30" fmla="*/ 3494 w 6003"/>
                <a:gd name="T31" fmla="*/ 7247 h 7247"/>
                <a:gd name="T32" fmla="*/ 3852 w 6003"/>
                <a:gd name="T33" fmla="*/ 7247 h 7247"/>
                <a:gd name="T34" fmla="*/ 3950 w 6003"/>
                <a:gd name="T35" fmla="*/ 7247 h 7247"/>
                <a:gd name="T36" fmla="*/ 3950 w 6003"/>
                <a:gd name="T37" fmla="*/ 7232 h 7247"/>
                <a:gd name="T38" fmla="*/ 4147 w 6003"/>
                <a:gd name="T39" fmla="*/ 7228 h 7247"/>
                <a:gd name="T40" fmla="*/ 4295 w 6003"/>
                <a:gd name="T41" fmla="*/ 7007 h 7247"/>
                <a:gd name="T42" fmla="*/ 5046 w 6003"/>
                <a:gd name="T43" fmla="*/ 5424 h 7247"/>
                <a:gd name="T44" fmla="*/ 5067 w 6003"/>
                <a:gd name="T45" fmla="*/ 5392 h 7247"/>
                <a:gd name="T46" fmla="*/ 5087 w 6003"/>
                <a:gd name="T47" fmla="*/ 5361 h 7247"/>
                <a:gd name="T48" fmla="*/ 6003 w 6003"/>
                <a:gd name="T49" fmla="*/ 2945 h 7247"/>
                <a:gd name="T50" fmla="*/ 3002 w 6003"/>
                <a:gd name="T51" fmla="*/ 0 h 7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003" h="7247">
                  <a:moveTo>
                    <a:pt x="3002" y="0"/>
                  </a:moveTo>
                  <a:cubicBezTo>
                    <a:pt x="3002" y="0"/>
                    <a:pt x="3002" y="0"/>
                    <a:pt x="3002" y="0"/>
                  </a:cubicBezTo>
                  <a:cubicBezTo>
                    <a:pt x="1346" y="0"/>
                    <a:pt x="0" y="1321"/>
                    <a:pt x="0" y="2945"/>
                  </a:cubicBezTo>
                  <a:cubicBezTo>
                    <a:pt x="0" y="3779"/>
                    <a:pt x="352" y="4693"/>
                    <a:pt x="942" y="5391"/>
                  </a:cubicBezTo>
                  <a:cubicBezTo>
                    <a:pt x="967" y="5423"/>
                    <a:pt x="967" y="5423"/>
                    <a:pt x="967" y="5423"/>
                  </a:cubicBezTo>
                  <a:cubicBezTo>
                    <a:pt x="1044" y="5521"/>
                    <a:pt x="1719" y="6396"/>
                    <a:pt x="1719" y="7007"/>
                  </a:cubicBezTo>
                  <a:cubicBezTo>
                    <a:pt x="1719" y="7120"/>
                    <a:pt x="1797" y="7214"/>
                    <a:pt x="1902" y="7240"/>
                  </a:cubicBezTo>
                  <a:cubicBezTo>
                    <a:pt x="1902" y="7247"/>
                    <a:pt x="1902" y="7247"/>
                    <a:pt x="1902" y="7247"/>
                  </a:cubicBezTo>
                  <a:cubicBezTo>
                    <a:pt x="2359" y="7247"/>
                    <a:pt x="2359" y="7247"/>
                    <a:pt x="2359" y="7247"/>
                  </a:cubicBezTo>
                  <a:cubicBezTo>
                    <a:pt x="2432" y="7247"/>
                    <a:pt x="2432" y="7247"/>
                    <a:pt x="2432" y="7247"/>
                  </a:cubicBezTo>
                  <a:cubicBezTo>
                    <a:pt x="2506" y="7247"/>
                    <a:pt x="2506" y="7247"/>
                    <a:pt x="2506" y="7247"/>
                  </a:cubicBezTo>
                  <a:cubicBezTo>
                    <a:pt x="2924" y="7247"/>
                    <a:pt x="2924" y="7247"/>
                    <a:pt x="2924" y="7247"/>
                  </a:cubicBezTo>
                  <a:cubicBezTo>
                    <a:pt x="3002" y="7247"/>
                    <a:pt x="3002" y="7247"/>
                    <a:pt x="3002" y="7247"/>
                  </a:cubicBezTo>
                  <a:cubicBezTo>
                    <a:pt x="3123" y="7247"/>
                    <a:pt x="3123" y="7247"/>
                    <a:pt x="3123" y="7247"/>
                  </a:cubicBezTo>
                  <a:cubicBezTo>
                    <a:pt x="3419" y="7247"/>
                    <a:pt x="3419" y="7247"/>
                    <a:pt x="3419" y="7247"/>
                  </a:cubicBezTo>
                  <a:cubicBezTo>
                    <a:pt x="3494" y="7247"/>
                    <a:pt x="3494" y="7247"/>
                    <a:pt x="3494" y="7247"/>
                  </a:cubicBezTo>
                  <a:cubicBezTo>
                    <a:pt x="3852" y="7247"/>
                    <a:pt x="3852" y="7247"/>
                    <a:pt x="3852" y="7247"/>
                  </a:cubicBezTo>
                  <a:cubicBezTo>
                    <a:pt x="3950" y="7247"/>
                    <a:pt x="3950" y="7247"/>
                    <a:pt x="3950" y="7247"/>
                  </a:cubicBezTo>
                  <a:cubicBezTo>
                    <a:pt x="3950" y="7232"/>
                    <a:pt x="3950" y="7232"/>
                    <a:pt x="3950" y="7232"/>
                  </a:cubicBezTo>
                  <a:cubicBezTo>
                    <a:pt x="4147" y="7228"/>
                    <a:pt x="4147" y="7228"/>
                    <a:pt x="4147" y="7228"/>
                  </a:cubicBezTo>
                  <a:cubicBezTo>
                    <a:pt x="4237" y="7191"/>
                    <a:pt x="4295" y="7104"/>
                    <a:pt x="4295" y="7007"/>
                  </a:cubicBezTo>
                  <a:cubicBezTo>
                    <a:pt x="4295" y="6467"/>
                    <a:pt x="4837" y="5681"/>
                    <a:pt x="5046" y="5424"/>
                  </a:cubicBezTo>
                  <a:cubicBezTo>
                    <a:pt x="5057" y="5411"/>
                    <a:pt x="5064" y="5398"/>
                    <a:pt x="5067" y="5392"/>
                  </a:cubicBezTo>
                  <a:cubicBezTo>
                    <a:pt x="5087" y="5361"/>
                    <a:pt x="5087" y="5361"/>
                    <a:pt x="5087" y="5361"/>
                  </a:cubicBezTo>
                  <a:cubicBezTo>
                    <a:pt x="5661" y="4663"/>
                    <a:pt x="6003" y="3762"/>
                    <a:pt x="6003" y="2945"/>
                  </a:cubicBezTo>
                  <a:cubicBezTo>
                    <a:pt x="6003" y="1321"/>
                    <a:pt x="4657" y="0"/>
                    <a:pt x="3002" y="0"/>
                  </a:cubicBezTo>
                  <a:close/>
                </a:path>
              </a:pathLst>
            </a:custGeom>
            <a:gradFill flip="none" rotWithShape="1">
              <a:gsLst>
                <a:gs pos="0">
                  <a:schemeClr val="accent4">
                    <a:lumMod val="89000"/>
                  </a:schemeClr>
                </a:gs>
                <a:gs pos="23000">
                  <a:schemeClr val="accent4">
                    <a:lumMod val="89000"/>
                  </a:schemeClr>
                </a:gs>
                <a:gs pos="69000">
                  <a:schemeClr val="accent4">
                    <a:lumMod val="75000"/>
                  </a:schemeClr>
                </a:gs>
                <a:gs pos="97000">
                  <a:schemeClr val="accent4">
                    <a:lumMod val="70000"/>
                  </a:schemeClr>
                </a:gs>
              </a:gsLst>
              <a:path path="circle">
                <a:fillToRect l="50000" t="50000" r="50000" b="50000"/>
              </a:path>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96">
              <a:extLst>
                <a:ext uri="{FF2B5EF4-FFF2-40B4-BE49-F238E27FC236}">
                  <a16:creationId xmlns:a16="http://schemas.microsoft.com/office/drawing/2014/main" id="{C28A8FB1-A740-47EA-B7DC-04CC56DBAA80}"/>
                </a:ext>
              </a:extLst>
            </p:cNvPr>
            <p:cNvSpPr>
              <a:spLocks noEditPoints="1"/>
            </p:cNvSpPr>
            <p:nvPr/>
          </p:nvSpPr>
          <p:spPr bwMode="auto">
            <a:xfrm>
              <a:off x="3146158" y="4363403"/>
              <a:ext cx="616749" cy="875610"/>
            </a:xfrm>
            <a:custGeom>
              <a:avLst/>
              <a:gdLst>
                <a:gd name="T0" fmla="*/ 2338 w 2342"/>
                <a:gd name="T1" fmla="*/ 399 h 3325"/>
                <a:gd name="T2" fmla="*/ 2231 w 2342"/>
                <a:gd name="T3" fmla="*/ 98 h 3325"/>
                <a:gd name="T4" fmla="*/ 1979 w 2342"/>
                <a:gd name="T5" fmla="*/ 0 h 3325"/>
                <a:gd name="T6" fmla="*/ 1653 w 2342"/>
                <a:gd name="T7" fmla="*/ 132 h 3325"/>
                <a:gd name="T8" fmla="*/ 1525 w 2342"/>
                <a:gd name="T9" fmla="*/ 597 h 3325"/>
                <a:gd name="T10" fmla="*/ 1525 w 2342"/>
                <a:gd name="T11" fmla="*/ 638 h 3325"/>
                <a:gd name="T12" fmla="*/ 1209 w 2342"/>
                <a:gd name="T13" fmla="*/ 638 h 3325"/>
                <a:gd name="T14" fmla="*/ 1134 w 2342"/>
                <a:gd name="T15" fmla="*/ 638 h 3325"/>
                <a:gd name="T16" fmla="*/ 818 w 2342"/>
                <a:gd name="T17" fmla="*/ 638 h 3325"/>
                <a:gd name="T18" fmla="*/ 818 w 2342"/>
                <a:gd name="T19" fmla="*/ 597 h 3325"/>
                <a:gd name="T20" fmla="*/ 689 w 2342"/>
                <a:gd name="T21" fmla="*/ 132 h 3325"/>
                <a:gd name="T22" fmla="*/ 363 w 2342"/>
                <a:gd name="T23" fmla="*/ 0 h 3325"/>
                <a:gd name="T24" fmla="*/ 112 w 2342"/>
                <a:gd name="T25" fmla="*/ 98 h 3325"/>
                <a:gd name="T26" fmla="*/ 5 w 2342"/>
                <a:gd name="T27" fmla="*/ 399 h 3325"/>
                <a:gd name="T28" fmla="*/ 86 w 2342"/>
                <a:gd name="T29" fmla="*/ 637 h 3325"/>
                <a:gd name="T30" fmla="*/ 377 w 2342"/>
                <a:gd name="T31" fmla="*/ 745 h 3325"/>
                <a:gd name="T32" fmla="*/ 710 w 2342"/>
                <a:gd name="T33" fmla="*/ 745 h 3325"/>
                <a:gd name="T34" fmla="*/ 710 w 2342"/>
                <a:gd name="T35" fmla="*/ 3325 h 3325"/>
                <a:gd name="T36" fmla="*/ 818 w 2342"/>
                <a:gd name="T37" fmla="*/ 3325 h 3325"/>
                <a:gd name="T38" fmla="*/ 818 w 2342"/>
                <a:gd name="T39" fmla="*/ 745 h 3325"/>
                <a:gd name="T40" fmla="*/ 1134 w 2342"/>
                <a:gd name="T41" fmla="*/ 745 h 3325"/>
                <a:gd name="T42" fmla="*/ 1209 w 2342"/>
                <a:gd name="T43" fmla="*/ 745 h 3325"/>
                <a:gd name="T44" fmla="*/ 1525 w 2342"/>
                <a:gd name="T45" fmla="*/ 745 h 3325"/>
                <a:gd name="T46" fmla="*/ 1525 w 2342"/>
                <a:gd name="T47" fmla="*/ 3325 h 3325"/>
                <a:gd name="T48" fmla="*/ 1632 w 2342"/>
                <a:gd name="T49" fmla="*/ 3325 h 3325"/>
                <a:gd name="T50" fmla="*/ 1632 w 2342"/>
                <a:gd name="T51" fmla="*/ 745 h 3325"/>
                <a:gd name="T52" fmla="*/ 1965 w 2342"/>
                <a:gd name="T53" fmla="*/ 745 h 3325"/>
                <a:gd name="T54" fmla="*/ 2257 w 2342"/>
                <a:gd name="T55" fmla="*/ 637 h 3325"/>
                <a:gd name="T56" fmla="*/ 2338 w 2342"/>
                <a:gd name="T57" fmla="*/ 399 h 3325"/>
                <a:gd name="T58" fmla="*/ 711 w 2342"/>
                <a:gd name="T59" fmla="*/ 589 h 3325"/>
                <a:gd name="T60" fmla="*/ 710 w 2342"/>
                <a:gd name="T61" fmla="*/ 638 h 3325"/>
                <a:gd name="T62" fmla="*/ 377 w 2342"/>
                <a:gd name="T63" fmla="*/ 638 h 3325"/>
                <a:gd name="T64" fmla="*/ 166 w 2342"/>
                <a:gd name="T65" fmla="*/ 565 h 3325"/>
                <a:gd name="T66" fmla="*/ 112 w 2342"/>
                <a:gd name="T67" fmla="*/ 405 h 3325"/>
                <a:gd name="T68" fmla="*/ 112 w 2342"/>
                <a:gd name="T69" fmla="*/ 402 h 3325"/>
                <a:gd name="T70" fmla="*/ 112 w 2342"/>
                <a:gd name="T71" fmla="*/ 398 h 3325"/>
                <a:gd name="T72" fmla="*/ 190 w 2342"/>
                <a:gd name="T73" fmla="*/ 172 h 3325"/>
                <a:gd name="T74" fmla="*/ 363 w 2342"/>
                <a:gd name="T75" fmla="*/ 108 h 3325"/>
                <a:gd name="T76" fmla="*/ 609 w 2342"/>
                <a:gd name="T77" fmla="*/ 204 h 3325"/>
                <a:gd name="T78" fmla="*/ 711 w 2342"/>
                <a:gd name="T79" fmla="*/ 589 h 3325"/>
                <a:gd name="T80" fmla="*/ 2177 w 2342"/>
                <a:gd name="T81" fmla="*/ 565 h 3325"/>
                <a:gd name="T82" fmla="*/ 1965 w 2342"/>
                <a:gd name="T83" fmla="*/ 638 h 3325"/>
                <a:gd name="T84" fmla="*/ 1632 w 2342"/>
                <a:gd name="T85" fmla="*/ 638 h 3325"/>
                <a:gd name="T86" fmla="*/ 1632 w 2342"/>
                <a:gd name="T87" fmla="*/ 589 h 3325"/>
                <a:gd name="T88" fmla="*/ 1734 w 2342"/>
                <a:gd name="T89" fmla="*/ 204 h 3325"/>
                <a:gd name="T90" fmla="*/ 1979 w 2342"/>
                <a:gd name="T91" fmla="*/ 108 h 3325"/>
                <a:gd name="T92" fmla="*/ 2153 w 2342"/>
                <a:gd name="T93" fmla="*/ 172 h 3325"/>
                <a:gd name="T94" fmla="*/ 2231 w 2342"/>
                <a:gd name="T95" fmla="*/ 398 h 3325"/>
                <a:gd name="T96" fmla="*/ 2230 w 2342"/>
                <a:gd name="T97" fmla="*/ 402 h 3325"/>
                <a:gd name="T98" fmla="*/ 2231 w 2342"/>
                <a:gd name="T99" fmla="*/ 405 h 3325"/>
                <a:gd name="T100" fmla="*/ 2177 w 2342"/>
                <a:gd name="T101" fmla="*/ 565 h 3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42" h="3325">
                  <a:moveTo>
                    <a:pt x="2338" y="399"/>
                  </a:moveTo>
                  <a:cubicBezTo>
                    <a:pt x="2339" y="373"/>
                    <a:pt x="2337" y="208"/>
                    <a:pt x="2231" y="98"/>
                  </a:cubicBezTo>
                  <a:cubicBezTo>
                    <a:pt x="2169" y="33"/>
                    <a:pt x="2084" y="0"/>
                    <a:pt x="1979" y="0"/>
                  </a:cubicBezTo>
                  <a:cubicBezTo>
                    <a:pt x="1842" y="0"/>
                    <a:pt x="1732" y="44"/>
                    <a:pt x="1653" y="132"/>
                  </a:cubicBezTo>
                  <a:cubicBezTo>
                    <a:pt x="1503" y="299"/>
                    <a:pt x="1522" y="564"/>
                    <a:pt x="1525" y="597"/>
                  </a:cubicBezTo>
                  <a:cubicBezTo>
                    <a:pt x="1525" y="638"/>
                    <a:pt x="1525" y="638"/>
                    <a:pt x="1525" y="638"/>
                  </a:cubicBezTo>
                  <a:cubicBezTo>
                    <a:pt x="1209" y="638"/>
                    <a:pt x="1209" y="638"/>
                    <a:pt x="1209" y="638"/>
                  </a:cubicBezTo>
                  <a:cubicBezTo>
                    <a:pt x="1134" y="638"/>
                    <a:pt x="1134" y="638"/>
                    <a:pt x="1134" y="638"/>
                  </a:cubicBezTo>
                  <a:cubicBezTo>
                    <a:pt x="818" y="638"/>
                    <a:pt x="818" y="638"/>
                    <a:pt x="818" y="638"/>
                  </a:cubicBezTo>
                  <a:cubicBezTo>
                    <a:pt x="818" y="597"/>
                    <a:pt x="818" y="597"/>
                    <a:pt x="818" y="597"/>
                  </a:cubicBezTo>
                  <a:cubicBezTo>
                    <a:pt x="821" y="564"/>
                    <a:pt x="840" y="299"/>
                    <a:pt x="689" y="132"/>
                  </a:cubicBezTo>
                  <a:cubicBezTo>
                    <a:pt x="611" y="44"/>
                    <a:pt x="501" y="0"/>
                    <a:pt x="363" y="0"/>
                  </a:cubicBezTo>
                  <a:cubicBezTo>
                    <a:pt x="259" y="0"/>
                    <a:pt x="174" y="33"/>
                    <a:pt x="112" y="98"/>
                  </a:cubicBezTo>
                  <a:cubicBezTo>
                    <a:pt x="6" y="208"/>
                    <a:pt x="4" y="373"/>
                    <a:pt x="5" y="399"/>
                  </a:cubicBezTo>
                  <a:cubicBezTo>
                    <a:pt x="3" y="423"/>
                    <a:pt x="0" y="543"/>
                    <a:pt x="86" y="637"/>
                  </a:cubicBezTo>
                  <a:cubicBezTo>
                    <a:pt x="151" y="709"/>
                    <a:pt x="249" y="745"/>
                    <a:pt x="377" y="745"/>
                  </a:cubicBezTo>
                  <a:cubicBezTo>
                    <a:pt x="710" y="745"/>
                    <a:pt x="710" y="745"/>
                    <a:pt x="710" y="745"/>
                  </a:cubicBezTo>
                  <a:cubicBezTo>
                    <a:pt x="710" y="3325"/>
                    <a:pt x="710" y="3325"/>
                    <a:pt x="710" y="3325"/>
                  </a:cubicBezTo>
                  <a:cubicBezTo>
                    <a:pt x="818" y="3325"/>
                    <a:pt x="818" y="3325"/>
                    <a:pt x="818" y="3325"/>
                  </a:cubicBezTo>
                  <a:cubicBezTo>
                    <a:pt x="818" y="745"/>
                    <a:pt x="818" y="745"/>
                    <a:pt x="818" y="745"/>
                  </a:cubicBezTo>
                  <a:cubicBezTo>
                    <a:pt x="1134" y="745"/>
                    <a:pt x="1134" y="745"/>
                    <a:pt x="1134" y="745"/>
                  </a:cubicBezTo>
                  <a:cubicBezTo>
                    <a:pt x="1209" y="745"/>
                    <a:pt x="1209" y="745"/>
                    <a:pt x="1209" y="745"/>
                  </a:cubicBezTo>
                  <a:cubicBezTo>
                    <a:pt x="1525" y="745"/>
                    <a:pt x="1525" y="745"/>
                    <a:pt x="1525" y="745"/>
                  </a:cubicBezTo>
                  <a:cubicBezTo>
                    <a:pt x="1525" y="3325"/>
                    <a:pt x="1525" y="3325"/>
                    <a:pt x="1525" y="3325"/>
                  </a:cubicBezTo>
                  <a:cubicBezTo>
                    <a:pt x="1632" y="3325"/>
                    <a:pt x="1632" y="3325"/>
                    <a:pt x="1632" y="3325"/>
                  </a:cubicBezTo>
                  <a:cubicBezTo>
                    <a:pt x="1632" y="745"/>
                    <a:pt x="1632" y="745"/>
                    <a:pt x="1632" y="745"/>
                  </a:cubicBezTo>
                  <a:cubicBezTo>
                    <a:pt x="1965" y="745"/>
                    <a:pt x="1965" y="745"/>
                    <a:pt x="1965" y="745"/>
                  </a:cubicBezTo>
                  <a:cubicBezTo>
                    <a:pt x="2094" y="745"/>
                    <a:pt x="2192" y="709"/>
                    <a:pt x="2257" y="637"/>
                  </a:cubicBezTo>
                  <a:cubicBezTo>
                    <a:pt x="2342" y="543"/>
                    <a:pt x="2340" y="423"/>
                    <a:pt x="2338" y="399"/>
                  </a:cubicBezTo>
                  <a:close/>
                  <a:moveTo>
                    <a:pt x="711" y="589"/>
                  </a:moveTo>
                  <a:cubicBezTo>
                    <a:pt x="710" y="638"/>
                    <a:pt x="710" y="638"/>
                    <a:pt x="710" y="638"/>
                  </a:cubicBezTo>
                  <a:cubicBezTo>
                    <a:pt x="377" y="638"/>
                    <a:pt x="377" y="638"/>
                    <a:pt x="377" y="638"/>
                  </a:cubicBezTo>
                  <a:cubicBezTo>
                    <a:pt x="281" y="638"/>
                    <a:pt x="210" y="613"/>
                    <a:pt x="166" y="565"/>
                  </a:cubicBezTo>
                  <a:cubicBezTo>
                    <a:pt x="105" y="499"/>
                    <a:pt x="112" y="406"/>
                    <a:pt x="112" y="405"/>
                  </a:cubicBezTo>
                  <a:cubicBezTo>
                    <a:pt x="112" y="402"/>
                    <a:pt x="112" y="402"/>
                    <a:pt x="112" y="402"/>
                  </a:cubicBezTo>
                  <a:cubicBezTo>
                    <a:pt x="112" y="398"/>
                    <a:pt x="112" y="398"/>
                    <a:pt x="112" y="398"/>
                  </a:cubicBezTo>
                  <a:cubicBezTo>
                    <a:pt x="112" y="397"/>
                    <a:pt x="108" y="256"/>
                    <a:pt x="190" y="172"/>
                  </a:cubicBezTo>
                  <a:cubicBezTo>
                    <a:pt x="232" y="129"/>
                    <a:pt x="288" y="108"/>
                    <a:pt x="363" y="108"/>
                  </a:cubicBezTo>
                  <a:cubicBezTo>
                    <a:pt x="469" y="108"/>
                    <a:pt x="552" y="140"/>
                    <a:pt x="609" y="204"/>
                  </a:cubicBezTo>
                  <a:cubicBezTo>
                    <a:pt x="734" y="342"/>
                    <a:pt x="711" y="586"/>
                    <a:pt x="711" y="589"/>
                  </a:cubicBezTo>
                  <a:close/>
                  <a:moveTo>
                    <a:pt x="2177" y="565"/>
                  </a:moveTo>
                  <a:cubicBezTo>
                    <a:pt x="2133" y="613"/>
                    <a:pt x="2062" y="638"/>
                    <a:pt x="1965" y="638"/>
                  </a:cubicBezTo>
                  <a:cubicBezTo>
                    <a:pt x="1632" y="638"/>
                    <a:pt x="1632" y="638"/>
                    <a:pt x="1632" y="638"/>
                  </a:cubicBezTo>
                  <a:cubicBezTo>
                    <a:pt x="1632" y="589"/>
                    <a:pt x="1632" y="589"/>
                    <a:pt x="1632" y="589"/>
                  </a:cubicBezTo>
                  <a:cubicBezTo>
                    <a:pt x="1632" y="586"/>
                    <a:pt x="1609" y="342"/>
                    <a:pt x="1734" y="204"/>
                  </a:cubicBezTo>
                  <a:cubicBezTo>
                    <a:pt x="1791" y="140"/>
                    <a:pt x="1874" y="108"/>
                    <a:pt x="1979" y="108"/>
                  </a:cubicBezTo>
                  <a:cubicBezTo>
                    <a:pt x="2054" y="108"/>
                    <a:pt x="2111" y="129"/>
                    <a:pt x="2153" y="172"/>
                  </a:cubicBezTo>
                  <a:cubicBezTo>
                    <a:pt x="2234" y="256"/>
                    <a:pt x="2231" y="397"/>
                    <a:pt x="2231" y="398"/>
                  </a:cubicBezTo>
                  <a:cubicBezTo>
                    <a:pt x="2230" y="402"/>
                    <a:pt x="2230" y="402"/>
                    <a:pt x="2230" y="402"/>
                  </a:cubicBezTo>
                  <a:cubicBezTo>
                    <a:pt x="2231" y="405"/>
                    <a:pt x="2231" y="405"/>
                    <a:pt x="2231" y="405"/>
                  </a:cubicBezTo>
                  <a:cubicBezTo>
                    <a:pt x="2231" y="406"/>
                    <a:pt x="2238" y="499"/>
                    <a:pt x="2177" y="56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97">
              <a:extLst>
                <a:ext uri="{FF2B5EF4-FFF2-40B4-BE49-F238E27FC236}">
                  <a16:creationId xmlns:a16="http://schemas.microsoft.com/office/drawing/2014/main" id="{918AC601-8C7F-4FD8-A598-9DF18BCB636D}"/>
                </a:ext>
              </a:extLst>
            </p:cNvPr>
            <p:cNvSpPr>
              <a:spLocks/>
            </p:cNvSpPr>
            <p:nvPr/>
          </p:nvSpPr>
          <p:spPr bwMode="auto">
            <a:xfrm>
              <a:off x="2777303" y="3464084"/>
              <a:ext cx="574009" cy="989315"/>
            </a:xfrm>
            <a:custGeom>
              <a:avLst/>
              <a:gdLst>
                <a:gd name="T0" fmla="*/ 558 w 2179"/>
                <a:gd name="T1" fmla="*/ 3756 h 3757"/>
                <a:gd name="T2" fmla="*/ 436 w 2179"/>
                <a:gd name="T3" fmla="*/ 3686 h 3757"/>
                <a:gd name="T4" fmla="*/ 152 w 2179"/>
                <a:gd name="T5" fmla="*/ 3031 h 3757"/>
                <a:gd name="T6" fmla="*/ 161 w 2179"/>
                <a:gd name="T7" fmla="*/ 1486 h 3757"/>
                <a:gd name="T8" fmla="*/ 617 w 2179"/>
                <a:gd name="T9" fmla="*/ 739 h 3757"/>
                <a:gd name="T10" fmla="*/ 1224 w 2179"/>
                <a:gd name="T11" fmla="*/ 293 h 3757"/>
                <a:gd name="T12" fmla="*/ 1986 w 2179"/>
                <a:gd name="T13" fmla="*/ 15 h 3757"/>
                <a:gd name="T14" fmla="*/ 2164 w 2179"/>
                <a:gd name="T15" fmla="*/ 139 h 3757"/>
                <a:gd name="T16" fmla="*/ 2041 w 2179"/>
                <a:gd name="T17" fmla="*/ 317 h 3757"/>
                <a:gd name="T18" fmla="*/ 1360 w 2179"/>
                <a:gd name="T19" fmla="*/ 569 h 3757"/>
                <a:gd name="T20" fmla="*/ 453 w 2179"/>
                <a:gd name="T21" fmla="*/ 1580 h 3757"/>
                <a:gd name="T22" fmla="*/ 693 w 2179"/>
                <a:gd name="T23" fmla="*/ 3518 h 3757"/>
                <a:gd name="T24" fmla="*/ 648 w 2179"/>
                <a:gd name="T25" fmla="*/ 3731 h 3757"/>
                <a:gd name="T26" fmla="*/ 558 w 2179"/>
                <a:gd name="T27" fmla="*/ 3756 h 37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79" h="3757">
                  <a:moveTo>
                    <a:pt x="558" y="3756"/>
                  </a:moveTo>
                  <a:cubicBezTo>
                    <a:pt x="510" y="3754"/>
                    <a:pt x="464" y="3729"/>
                    <a:pt x="436" y="3686"/>
                  </a:cubicBezTo>
                  <a:cubicBezTo>
                    <a:pt x="429" y="3676"/>
                    <a:pt x="267" y="3426"/>
                    <a:pt x="152" y="3031"/>
                  </a:cubicBezTo>
                  <a:cubicBezTo>
                    <a:pt x="0" y="2508"/>
                    <a:pt x="3" y="1974"/>
                    <a:pt x="161" y="1486"/>
                  </a:cubicBezTo>
                  <a:cubicBezTo>
                    <a:pt x="251" y="1207"/>
                    <a:pt x="405" y="956"/>
                    <a:pt x="617" y="739"/>
                  </a:cubicBezTo>
                  <a:cubicBezTo>
                    <a:pt x="785" y="568"/>
                    <a:pt x="989" y="418"/>
                    <a:pt x="1224" y="293"/>
                  </a:cubicBezTo>
                  <a:cubicBezTo>
                    <a:pt x="1622" y="83"/>
                    <a:pt x="1971" y="18"/>
                    <a:pt x="1986" y="15"/>
                  </a:cubicBezTo>
                  <a:cubicBezTo>
                    <a:pt x="2069" y="0"/>
                    <a:pt x="2149" y="55"/>
                    <a:pt x="2164" y="139"/>
                  </a:cubicBezTo>
                  <a:cubicBezTo>
                    <a:pt x="2179" y="222"/>
                    <a:pt x="2124" y="302"/>
                    <a:pt x="2041" y="317"/>
                  </a:cubicBezTo>
                  <a:cubicBezTo>
                    <a:pt x="2035" y="319"/>
                    <a:pt x="1715" y="380"/>
                    <a:pt x="1360" y="569"/>
                  </a:cubicBezTo>
                  <a:cubicBezTo>
                    <a:pt x="895" y="817"/>
                    <a:pt x="590" y="1157"/>
                    <a:pt x="453" y="1580"/>
                  </a:cubicBezTo>
                  <a:cubicBezTo>
                    <a:pt x="117" y="2620"/>
                    <a:pt x="687" y="3509"/>
                    <a:pt x="693" y="3518"/>
                  </a:cubicBezTo>
                  <a:cubicBezTo>
                    <a:pt x="739" y="3589"/>
                    <a:pt x="719" y="3685"/>
                    <a:pt x="648" y="3731"/>
                  </a:cubicBezTo>
                  <a:cubicBezTo>
                    <a:pt x="620" y="3749"/>
                    <a:pt x="589" y="3757"/>
                    <a:pt x="558" y="375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026" name="Picture 2" descr="Idea Sharing icon">
              <a:extLst>
                <a:ext uri="{FF2B5EF4-FFF2-40B4-BE49-F238E27FC236}">
                  <a16:creationId xmlns:a16="http://schemas.microsoft.com/office/drawing/2014/main" id="{93240A29-1726-46B3-8C0F-C5A89BFD76C3}"/>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867536" y="2439725"/>
              <a:ext cx="420559" cy="42055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dea Light icon">
              <a:extLst>
                <a:ext uri="{FF2B5EF4-FFF2-40B4-BE49-F238E27FC236}">
                  <a16:creationId xmlns:a16="http://schemas.microsoft.com/office/drawing/2014/main" id="{264834F1-B2EA-4ECE-931C-CC01D9AF42C7}"/>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4751613" y="5519115"/>
              <a:ext cx="420559" cy="42055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dea icon">
              <a:extLst>
                <a:ext uri="{FF2B5EF4-FFF2-40B4-BE49-F238E27FC236}">
                  <a16:creationId xmlns:a16="http://schemas.microsoft.com/office/drawing/2014/main" id="{D1A0A425-D6D1-488A-88E1-65294F4229DE}"/>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3402151" y="2078611"/>
              <a:ext cx="420559" cy="42055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No Idea icon">
              <a:extLst>
                <a:ext uri="{FF2B5EF4-FFF2-40B4-BE49-F238E27FC236}">
                  <a16:creationId xmlns:a16="http://schemas.microsoft.com/office/drawing/2014/main" id="{62F4B6D8-04F5-43FB-AAF2-EC6A24A6860F}"/>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323363" y="4199169"/>
              <a:ext cx="420559" cy="42055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Idea Piggy Bank icon">
              <a:extLst>
                <a:ext uri="{FF2B5EF4-FFF2-40B4-BE49-F238E27FC236}">
                  <a16:creationId xmlns:a16="http://schemas.microsoft.com/office/drawing/2014/main" id="{8D227A1C-5A90-4667-BA86-6EB9F805198E}"/>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4834593" y="2730682"/>
              <a:ext cx="420559" cy="42055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Idea icon">
              <a:extLst>
                <a:ext uri="{FF2B5EF4-FFF2-40B4-BE49-F238E27FC236}">
                  <a16:creationId xmlns:a16="http://schemas.microsoft.com/office/drawing/2014/main" id="{4B29DB76-D305-48E5-B7D1-988CA99EBEE6}"/>
                </a:ext>
              </a:extLst>
            </p:cNvPr>
            <p:cNvPicPr>
              <a:picLocks noChangeAspect="1" noChangeArrowheads="1"/>
            </p:cNvPicPr>
            <p:nvPr/>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233529" y="3653386"/>
              <a:ext cx="420559" cy="420559"/>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Insidea icon">
              <a:extLst>
                <a:ext uri="{FF2B5EF4-FFF2-40B4-BE49-F238E27FC236}">
                  <a16:creationId xmlns:a16="http://schemas.microsoft.com/office/drawing/2014/main" id="{3A2F26DE-6455-4B46-A488-E0D6EEF6EE50}"/>
                </a:ext>
              </a:extLst>
            </p:cNvPr>
            <p:cNvPicPr>
              <a:picLocks noChangeAspect="1" noChangeArrowheads="1"/>
            </p:cNvPicPr>
            <p:nvPr/>
          </p:nvPicPr>
          <p:blipFill>
            <a:blip r:embed="rId14">
              <a:extLst>
                <a:ext uri="{BEBA8EAE-BF5A-486C-A8C5-ECC9F3942E4B}">
                  <a14:imgProps xmlns:a14="http://schemas.microsoft.com/office/drawing/2010/main">
                    <a14:imgLayer r:embed="rId1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26671" y="5109213"/>
              <a:ext cx="420559" cy="42055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3" name="Group 62">
            <a:extLst>
              <a:ext uri="{FF2B5EF4-FFF2-40B4-BE49-F238E27FC236}">
                <a16:creationId xmlns:a16="http://schemas.microsoft.com/office/drawing/2014/main" id="{1E4102F5-82F0-47F0-9F02-28421A674C3D}"/>
              </a:ext>
            </a:extLst>
          </p:cNvPr>
          <p:cNvGrpSpPr/>
          <p:nvPr/>
        </p:nvGrpSpPr>
        <p:grpSpPr>
          <a:xfrm>
            <a:off x="5703776" y="1378176"/>
            <a:ext cx="6010748" cy="5645547"/>
            <a:chOff x="6077201" y="1378176"/>
            <a:chExt cx="6010748" cy="5645547"/>
          </a:xfrm>
        </p:grpSpPr>
        <p:sp>
          <p:nvSpPr>
            <p:cNvPr id="59" name="AutoShape 14" descr="Green Idea icon">
              <a:extLst>
                <a:ext uri="{FF2B5EF4-FFF2-40B4-BE49-F238E27FC236}">
                  <a16:creationId xmlns:a16="http://schemas.microsoft.com/office/drawing/2014/main" id="{C0A3A1A7-3330-4163-8F85-CC240AD4CEE7}"/>
                </a:ext>
              </a:extLst>
            </p:cNvPr>
            <p:cNvSpPr>
              <a:spLocks noChangeAspect="1" noChangeArrowheads="1"/>
            </p:cNvSpPr>
            <p:nvPr/>
          </p:nvSpPr>
          <p:spPr bwMode="auto">
            <a:xfrm>
              <a:off x="6464249" y="2899989"/>
              <a:ext cx="540000" cy="540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8" name="Oval 67">
              <a:extLst>
                <a:ext uri="{FF2B5EF4-FFF2-40B4-BE49-F238E27FC236}">
                  <a16:creationId xmlns:a16="http://schemas.microsoft.com/office/drawing/2014/main" id="{79858EBD-A248-49DC-8273-320F748E95D6}"/>
                </a:ext>
              </a:extLst>
            </p:cNvPr>
            <p:cNvSpPr/>
            <p:nvPr/>
          </p:nvSpPr>
          <p:spPr>
            <a:xfrm>
              <a:off x="6077201" y="1768856"/>
              <a:ext cx="339635" cy="33963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Georgia Pro Cond Semibold" panose="02040706050405020303" pitchFamily="18" charset="0"/>
                </a:rPr>
                <a:t>1</a:t>
              </a:r>
            </a:p>
          </p:txBody>
        </p:sp>
        <p:sp>
          <p:nvSpPr>
            <p:cNvPr id="69" name="Oval 68">
              <a:extLst>
                <a:ext uri="{FF2B5EF4-FFF2-40B4-BE49-F238E27FC236}">
                  <a16:creationId xmlns:a16="http://schemas.microsoft.com/office/drawing/2014/main" id="{D11C6209-31B9-4DB6-A85E-6706FA69965A}"/>
                </a:ext>
              </a:extLst>
            </p:cNvPr>
            <p:cNvSpPr/>
            <p:nvPr/>
          </p:nvSpPr>
          <p:spPr>
            <a:xfrm>
              <a:off x="6077201" y="3084600"/>
              <a:ext cx="339635" cy="3396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latin typeface="Georgia Pro Cond Semibold" panose="02040706050405020303" pitchFamily="18" charset="0"/>
                </a:rPr>
                <a:t>2</a:t>
              </a:r>
            </a:p>
          </p:txBody>
        </p:sp>
        <p:sp>
          <p:nvSpPr>
            <p:cNvPr id="70" name="Oval 69">
              <a:extLst>
                <a:ext uri="{FF2B5EF4-FFF2-40B4-BE49-F238E27FC236}">
                  <a16:creationId xmlns:a16="http://schemas.microsoft.com/office/drawing/2014/main" id="{75343A32-A991-43AB-8FC8-8A12ACB1BCB7}"/>
                </a:ext>
              </a:extLst>
            </p:cNvPr>
            <p:cNvSpPr/>
            <p:nvPr/>
          </p:nvSpPr>
          <p:spPr>
            <a:xfrm>
              <a:off x="9228930" y="2602843"/>
              <a:ext cx="339635" cy="339635"/>
            </a:xfrm>
            <a:prstGeom prst="ellipse">
              <a:avLst/>
            </a:prstGeom>
            <a:gradFill flip="none" rotWithShape="1">
              <a:gsLst>
                <a:gs pos="0">
                  <a:schemeClr val="accent5">
                    <a:lumMod val="40000"/>
                    <a:lumOff val="60000"/>
                  </a:schemeClr>
                </a:gs>
                <a:gs pos="46000">
                  <a:schemeClr val="accent5">
                    <a:lumMod val="95000"/>
                    <a:lumOff val="5000"/>
                  </a:schemeClr>
                </a:gs>
                <a:gs pos="100000">
                  <a:schemeClr val="accent5">
                    <a:lumMod val="60000"/>
                  </a:schemeClr>
                </a:gs>
              </a:gsLst>
              <a:path path="circle">
                <a:fillToRect l="50000" t="130000" r="50000" b="-30000"/>
              </a:path>
              <a:tileRect/>
            </a:gradFill>
            <a:ln>
              <a:noFill/>
            </a:ln>
          </p:spPr>
          <p:txBody>
            <a:bodyPr vert="horz" wrap="square" lIns="91440" tIns="45720" rIns="91440" bIns="45720" numCol="1" anchor="ctr" anchorCtr="0" compatLnSpc="1">
              <a:prstTxWarp prst="textNoShape">
                <a:avLst/>
              </a:prstTxWarp>
            </a:bodyPr>
            <a:lstStyle/>
            <a:p>
              <a:pPr algn="ctr"/>
              <a:r>
                <a:rPr lang="en-US" sz="2000" dirty="0">
                  <a:solidFill>
                    <a:schemeClr val="bg1"/>
                  </a:solidFill>
                  <a:latin typeface="Georgia Pro Cond Semibold" panose="02040706050405020303" pitchFamily="18" charset="0"/>
                </a:rPr>
                <a:t>5</a:t>
              </a:r>
            </a:p>
          </p:txBody>
        </p:sp>
        <p:sp>
          <p:nvSpPr>
            <p:cNvPr id="71" name="Oval 70">
              <a:extLst>
                <a:ext uri="{FF2B5EF4-FFF2-40B4-BE49-F238E27FC236}">
                  <a16:creationId xmlns:a16="http://schemas.microsoft.com/office/drawing/2014/main" id="{9BD96C55-2277-4DA6-9C41-D284A7826161}"/>
                </a:ext>
              </a:extLst>
            </p:cNvPr>
            <p:cNvSpPr/>
            <p:nvPr/>
          </p:nvSpPr>
          <p:spPr>
            <a:xfrm>
              <a:off x="6077201" y="4400344"/>
              <a:ext cx="339635" cy="339635"/>
            </a:xfrm>
            <a:prstGeom prst="ellipse">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p:spPr>
          <p:txBody>
            <a:bodyPr vert="horz" wrap="square" lIns="91440" tIns="45720" rIns="91440" bIns="45720" numCol="1" anchor="ctr" anchorCtr="0" compatLnSpc="1">
              <a:prstTxWarp prst="textNoShape">
                <a:avLst/>
              </a:prstTxWarp>
            </a:bodyPr>
            <a:lstStyle/>
            <a:p>
              <a:pPr algn="ctr"/>
              <a:r>
                <a:rPr lang="en-US" sz="2000" dirty="0">
                  <a:solidFill>
                    <a:schemeClr val="bg1"/>
                  </a:solidFill>
                  <a:latin typeface="Georgia Pro Cond Semibold" panose="02040706050405020303" pitchFamily="18" charset="0"/>
                </a:rPr>
                <a:t>3</a:t>
              </a:r>
            </a:p>
          </p:txBody>
        </p:sp>
        <p:sp>
          <p:nvSpPr>
            <p:cNvPr id="72" name="Oval 71">
              <a:extLst>
                <a:ext uri="{FF2B5EF4-FFF2-40B4-BE49-F238E27FC236}">
                  <a16:creationId xmlns:a16="http://schemas.microsoft.com/office/drawing/2014/main" id="{EF8B946C-CF58-4F7B-AA8B-60996D78C2B9}"/>
                </a:ext>
              </a:extLst>
            </p:cNvPr>
            <p:cNvSpPr/>
            <p:nvPr/>
          </p:nvSpPr>
          <p:spPr>
            <a:xfrm>
              <a:off x="9228930" y="4017239"/>
              <a:ext cx="339635" cy="339635"/>
            </a:xfrm>
            <a:prstGeom prst="ellipse">
              <a:avLst/>
            </a:prstGeom>
            <a:gradFill flip="none" rotWithShape="1">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a:ln>
              <a:noFill/>
            </a:ln>
          </p:spPr>
          <p:txBody>
            <a:bodyPr vert="horz" wrap="square" lIns="91440" tIns="45720" rIns="91440" bIns="45720" numCol="1" anchor="ctr" anchorCtr="0" compatLnSpc="1">
              <a:prstTxWarp prst="textNoShape">
                <a:avLst/>
              </a:prstTxWarp>
            </a:bodyPr>
            <a:lstStyle/>
            <a:p>
              <a:pPr algn="ctr"/>
              <a:r>
                <a:rPr lang="en-US" sz="2000" dirty="0">
                  <a:solidFill>
                    <a:schemeClr val="bg1"/>
                  </a:solidFill>
                  <a:latin typeface="Georgia Pro Cond Semibold" panose="02040706050405020303" pitchFamily="18" charset="0"/>
                </a:rPr>
                <a:t>6</a:t>
              </a:r>
            </a:p>
          </p:txBody>
        </p:sp>
        <p:sp>
          <p:nvSpPr>
            <p:cNvPr id="73" name="Oval 72">
              <a:extLst>
                <a:ext uri="{FF2B5EF4-FFF2-40B4-BE49-F238E27FC236}">
                  <a16:creationId xmlns:a16="http://schemas.microsoft.com/office/drawing/2014/main" id="{EEE06D0D-611D-4D00-A591-B7C0BE2BC03C}"/>
                </a:ext>
              </a:extLst>
            </p:cNvPr>
            <p:cNvSpPr/>
            <p:nvPr/>
          </p:nvSpPr>
          <p:spPr>
            <a:xfrm>
              <a:off x="6077201" y="5716088"/>
              <a:ext cx="339635" cy="339635"/>
            </a:xfrm>
            <a:prstGeom prst="ellipse">
              <a:avLst/>
            </a:prstGeom>
            <a:gradFill flip="none" rotWithShape="1">
              <a:gsLst>
                <a:gs pos="0">
                  <a:schemeClr val="accent6">
                    <a:lumMod val="40000"/>
                    <a:lumOff val="60000"/>
                  </a:schemeClr>
                </a:gs>
                <a:gs pos="46000">
                  <a:schemeClr val="accent6">
                    <a:lumMod val="95000"/>
                    <a:lumOff val="5000"/>
                  </a:schemeClr>
                </a:gs>
                <a:gs pos="100000">
                  <a:schemeClr val="accent6">
                    <a:lumMod val="60000"/>
                  </a:schemeClr>
                </a:gs>
              </a:gsLst>
              <a:path path="circle">
                <a:fillToRect l="50000" t="130000" r="50000" b="-30000"/>
              </a:path>
              <a:tileRect/>
            </a:gradFill>
            <a:ln>
              <a:noFill/>
            </a:ln>
          </p:spPr>
          <p:txBody>
            <a:bodyPr vert="horz" wrap="square" lIns="91440" tIns="45720" rIns="91440" bIns="45720" numCol="1" anchor="ctr" anchorCtr="0" compatLnSpc="1">
              <a:prstTxWarp prst="textNoShape">
                <a:avLst/>
              </a:prstTxWarp>
            </a:bodyPr>
            <a:lstStyle/>
            <a:p>
              <a:pPr algn="ctr"/>
              <a:r>
                <a:rPr lang="en-US" sz="2000" dirty="0">
                  <a:solidFill>
                    <a:schemeClr val="bg1"/>
                  </a:solidFill>
                  <a:latin typeface="Georgia Pro Cond Semibold" panose="02040706050405020303" pitchFamily="18" charset="0"/>
                </a:rPr>
                <a:t>4</a:t>
              </a:r>
            </a:p>
          </p:txBody>
        </p:sp>
        <p:sp>
          <p:nvSpPr>
            <p:cNvPr id="74" name="Oval 73">
              <a:extLst>
                <a:ext uri="{FF2B5EF4-FFF2-40B4-BE49-F238E27FC236}">
                  <a16:creationId xmlns:a16="http://schemas.microsoft.com/office/drawing/2014/main" id="{48341224-F75D-46B8-B80D-731BAA307BEF}"/>
                </a:ext>
              </a:extLst>
            </p:cNvPr>
            <p:cNvSpPr/>
            <p:nvPr/>
          </p:nvSpPr>
          <p:spPr>
            <a:xfrm>
              <a:off x="9228930" y="5431635"/>
              <a:ext cx="339635" cy="339635"/>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130000" r="50000" b="-30000"/>
              </a:path>
              <a:tileRect/>
            </a:gradFill>
            <a:ln>
              <a:noFill/>
            </a:ln>
          </p:spPr>
          <p:txBody>
            <a:bodyPr vert="horz" wrap="square" lIns="91440" tIns="45720" rIns="91440" bIns="45720" numCol="1" anchor="ctr" anchorCtr="0" compatLnSpc="1">
              <a:prstTxWarp prst="textNoShape">
                <a:avLst/>
              </a:prstTxWarp>
            </a:bodyPr>
            <a:lstStyle/>
            <a:p>
              <a:pPr algn="ctr"/>
              <a:r>
                <a:rPr lang="en-US" sz="2000" dirty="0">
                  <a:solidFill>
                    <a:schemeClr val="bg1"/>
                  </a:solidFill>
                  <a:latin typeface="Georgia Pro Cond Semibold" panose="02040706050405020303" pitchFamily="18" charset="0"/>
                </a:rPr>
                <a:t>7</a:t>
              </a:r>
            </a:p>
          </p:txBody>
        </p:sp>
        <p:grpSp>
          <p:nvGrpSpPr>
            <p:cNvPr id="61" name="Group 60">
              <a:extLst>
                <a:ext uri="{FF2B5EF4-FFF2-40B4-BE49-F238E27FC236}">
                  <a16:creationId xmlns:a16="http://schemas.microsoft.com/office/drawing/2014/main" id="{9476B542-499D-4747-BEED-668DF0B0560F}"/>
                </a:ext>
              </a:extLst>
            </p:cNvPr>
            <p:cNvGrpSpPr/>
            <p:nvPr/>
          </p:nvGrpSpPr>
          <p:grpSpPr>
            <a:xfrm>
              <a:off x="6646595" y="1378176"/>
              <a:ext cx="2532234" cy="1336437"/>
              <a:chOff x="7602107" y="1621040"/>
              <a:chExt cx="2532234" cy="1336437"/>
            </a:xfrm>
          </p:grpSpPr>
          <p:sp>
            <p:nvSpPr>
              <p:cNvPr id="76" name="TextBox 75">
                <a:extLst>
                  <a:ext uri="{FF2B5EF4-FFF2-40B4-BE49-F238E27FC236}">
                    <a16:creationId xmlns:a16="http://schemas.microsoft.com/office/drawing/2014/main" id="{3440ABD9-BF8A-4205-97E3-2C06DDB7543B}"/>
                  </a:ext>
                </a:extLst>
              </p:cNvPr>
              <p:cNvSpPr txBox="1"/>
              <p:nvPr/>
            </p:nvSpPr>
            <p:spPr>
              <a:xfrm>
                <a:off x="7602107" y="2003370"/>
                <a:ext cx="2532234" cy="954107"/>
              </a:xfrm>
              <a:prstGeom prst="rect">
                <a:avLst/>
              </a:prstGeom>
              <a:noFill/>
            </p:spPr>
            <p:txBody>
              <a:bodyPr wrap="square" rtlCol="0">
                <a:spAutoFit/>
              </a:bodyPr>
              <a:lstStyle/>
              <a:p>
                <a:pPr lvl="0"/>
                <a:r>
                  <a:rPr lang="en-US" sz="1400" dirty="0">
                    <a:latin typeface="Georgia Pro Cond Light" panose="02040306050405020303" pitchFamily="18" charset="0"/>
                  </a:rPr>
                  <a:t>To build machine learning models that predicts doctor availability and medicine stock status based on structured hospital datasets</a:t>
                </a:r>
              </a:p>
            </p:txBody>
          </p:sp>
          <p:sp>
            <p:nvSpPr>
              <p:cNvPr id="77" name="TextBox 76">
                <a:extLst>
                  <a:ext uri="{FF2B5EF4-FFF2-40B4-BE49-F238E27FC236}">
                    <a16:creationId xmlns:a16="http://schemas.microsoft.com/office/drawing/2014/main" id="{13DBA2BC-0B3D-43B5-A3D9-DAEEAAC9A1D8}"/>
                  </a:ext>
                </a:extLst>
              </p:cNvPr>
              <p:cNvSpPr txBox="1"/>
              <p:nvPr/>
            </p:nvSpPr>
            <p:spPr>
              <a:xfrm>
                <a:off x="7602107" y="1621040"/>
                <a:ext cx="2469283" cy="465640"/>
              </a:xfrm>
              <a:prstGeom prst="rect">
                <a:avLst/>
              </a:prstGeom>
              <a:noFill/>
            </p:spPr>
            <p:txBody>
              <a:bodyPr wrap="square" rtlCol="0">
                <a:spAutoFit/>
              </a:bodyPr>
              <a:lstStyle/>
              <a:p>
                <a:pPr lvl="0">
                  <a:lnSpc>
                    <a:spcPct val="150000"/>
                  </a:lnSpc>
                </a:pPr>
                <a:r>
                  <a:rPr lang="en-US" dirty="0">
                    <a:latin typeface="Georgia Pro Cond Semibold" panose="02040706050405020303" pitchFamily="18" charset="0"/>
                  </a:rPr>
                  <a:t>Project Objective </a:t>
                </a:r>
                <a:endParaRPr lang="en-IN" dirty="0">
                  <a:latin typeface="Georgia Pro Cond Semibold" panose="02040706050405020303" pitchFamily="18" charset="0"/>
                </a:endParaRPr>
              </a:p>
            </p:txBody>
          </p:sp>
        </p:grpSp>
        <p:grpSp>
          <p:nvGrpSpPr>
            <p:cNvPr id="80" name="Group 79">
              <a:extLst>
                <a:ext uri="{FF2B5EF4-FFF2-40B4-BE49-F238E27FC236}">
                  <a16:creationId xmlns:a16="http://schemas.microsoft.com/office/drawing/2014/main" id="{765930FA-93E2-4BD4-A1DC-08D8B68EAE91}"/>
                </a:ext>
              </a:extLst>
            </p:cNvPr>
            <p:cNvGrpSpPr/>
            <p:nvPr/>
          </p:nvGrpSpPr>
          <p:grpSpPr>
            <a:xfrm>
              <a:off x="6646595" y="2693920"/>
              <a:ext cx="2469283" cy="1336437"/>
              <a:chOff x="7602107" y="1621040"/>
              <a:chExt cx="2469283" cy="1336437"/>
            </a:xfrm>
          </p:grpSpPr>
          <p:sp>
            <p:nvSpPr>
              <p:cNvPr id="81" name="TextBox 80">
                <a:extLst>
                  <a:ext uri="{FF2B5EF4-FFF2-40B4-BE49-F238E27FC236}">
                    <a16:creationId xmlns:a16="http://schemas.microsoft.com/office/drawing/2014/main" id="{42BB6B94-4974-48D7-82EF-CC3380AE251E}"/>
                  </a:ext>
                </a:extLst>
              </p:cNvPr>
              <p:cNvSpPr txBox="1"/>
              <p:nvPr/>
            </p:nvSpPr>
            <p:spPr>
              <a:xfrm>
                <a:off x="7602107" y="2003370"/>
                <a:ext cx="2469283" cy="954107"/>
              </a:xfrm>
              <a:prstGeom prst="rect">
                <a:avLst/>
              </a:prstGeom>
              <a:noFill/>
            </p:spPr>
            <p:txBody>
              <a:bodyPr wrap="square" rtlCol="0">
                <a:spAutoFit/>
              </a:bodyPr>
              <a:lstStyle/>
              <a:p>
                <a:pPr lvl="0"/>
                <a:r>
                  <a:rPr lang="en-US" sz="1400" dirty="0">
                    <a:latin typeface="Georgia Pro Cond Light" panose="02040306050405020303" pitchFamily="18" charset="0"/>
                  </a:rPr>
                  <a:t>Hospital often face uncertainty in doctor schedules and medicine shortages leading to delays and poor patient experience.</a:t>
                </a:r>
              </a:p>
            </p:txBody>
          </p:sp>
          <p:sp>
            <p:nvSpPr>
              <p:cNvPr id="82" name="TextBox 81">
                <a:extLst>
                  <a:ext uri="{FF2B5EF4-FFF2-40B4-BE49-F238E27FC236}">
                    <a16:creationId xmlns:a16="http://schemas.microsoft.com/office/drawing/2014/main" id="{7C92AB3C-86EF-410A-982F-ADCC1AA01B4D}"/>
                  </a:ext>
                </a:extLst>
              </p:cNvPr>
              <p:cNvSpPr txBox="1"/>
              <p:nvPr/>
            </p:nvSpPr>
            <p:spPr>
              <a:xfrm>
                <a:off x="7602107" y="1621040"/>
                <a:ext cx="2469283" cy="465640"/>
              </a:xfrm>
              <a:prstGeom prst="rect">
                <a:avLst/>
              </a:prstGeom>
              <a:noFill/>
            </p:spPr>
            <p:txBody>
              <a:bodyPr wrap="square" rtlCol="0">
                <a:spAutoFit/>
              </a:bodyPr>
              <a:lstStyle/>
              <a:p>
                <a:pPr lvl="0">
                  <a:lnSpc>
                    <a:spcPct val="150000"/>
                  </a:lnSpc>
                </a:pPr>
                <a:r>
                  <a:rPr lang="en-US" dirty="0">
                    <a:latin typeface="Georgia Pro Cond Semibold" panose="02040706050405020303" pitchFamily="18" charset="0"/>
                  </a:rPr>
                  <a:t>Problem Context</a:t>
                </a:r>
                <a:endParaRPr lang="en-IN" dirty="0">
                  <a:latin typeface="Georgia Pro Cond Semibold" panose="02040706050405020303" pitchFamily="18" charset="0"/>
                </a:endParaRPr>
              </a:p>
            </p:txBody>
          </p:sp>
        </p:grpSp>
        <p:grpSp>
          <p:nvGrpSpPr>
            <p:cNvPr id="83" name="Group 82">
              <a:extLst>
                <a:ext uri="{FF2B5EF4-FFF2-40B4-BE49-F238E27FC236}">
                  <a16:creationId xmlns:a16="http://schemas.microsoft.com/office/drawing/2014/main" id="{72E0E08B-1DFC-4188-9C28-D92F66958A24}"/>
                </a:ext>
              </a:extLst>
            </p:cNvPr>
            <p:cNvGrpSpPr/>
            <p:nvPr/>
          </p:nvGrpSpPr>
          <p:grpSpPr>
            <a:xfrm>
              <a:off x="6646595" y="4009664"/>
              <a:ext cx="2622247" cy="1336437"/>
              <a:chOff x="7602107" y="1621040"/>
              <a:chExt cx="2622247" cy="1336437"/>
            </a:xfrm>
          </p:grpSpPr>
          <p:sp>
            <p:nvSpPr>
              <p:cNvPr id="84" name="TextBox 83">
                <a:extLst>
                  <a:ext uri="{FF2B5EF4-FFF2-40B4-BE49-F238E27FC236}">
                    <a16:creationId xmlns:a16="http://schemas.microsoft.com/office/drawing/2014/main" id="{063B60AF-F226-4E49-84CF-77CEA29805D3}"/>
                  </a:ext>
                </a:extLst>
              </p:cNvPr>
              <p:cNvSpPr txBox="1"/>
              <p:nvPr/>
            </p:nvSpPr>
            <p:spPr>
              <a:xfrm>
                <a:off x="7602107" y="2003370"/>
                <a:ext cx="2582335" cy="954107"/>
              </a:xfrm>
              <a:prstGeom prst="rect">
                <a:avLst/>
              </a:prstGeom>
              <a:noFill/>
            </p:spPr>
            <p:txBody>
              <a:bodyPr wrap="square" rtlCol="0">
                <a:spAutoFit/>
              </a:bodyPr>
              <a:lstStyle/>
              <a:p>
                <a:pPr lvl="0"/>
                <a:r>
                  <a:rPr lang="en-US" sz="1400" dirty="0">
                    <a:latin typeface="Georgia Pro Cond Light" panose="02040306050405020303" pitchFamily="18" charset="0"/>
                  </a:rPr>
                  <a:t>ML identifies patterns in factors like working hours patient load expiry dates stock levels and departmental sizes.</a:t>
                </a:r>
              </a:p>
            </p:txBody>
          </p:sp>
          <p:sp>
            <p:nvSpPr>
              <p:cNvPr id="85" name="TextBox 84">
                <a:extLst>
                  <a:ext uri="{FF2B5EF4-FFF2-40B4-BE49-F238E27FC236}">
                    <a16:creationId xmlns:a16="http://schemas.microsoft.com/office/drawing/2014/main" id="{F2A8F18A-F165-414F-8AA5-6060203A17BD}"/>
                  </a:ext>
                </a:extLst>
              </p:cNvPr>
              <p:cNvSpPr txBox="1"/>
              <p:nvPr/>
            </p:nvSpPr>
            <p:spPr>
              <a:xfrm>
                <a:off x="7602107" y="1621040"/>
                <a:ext cx="2622247" cy="465640"/>
              </a:xfrm>
              <a:prstGeom prst="rect">
                <a:avLst/>
              </a:prstGeom>
              <a:noFill/>
            </p:spPr>
            <p:txBody>
              <a:bodyPr wrap="square" rtlCol="0">
                <a:spAutoFit/>
              </a:bodyPr>
              <a:lstStyle/>
              <a:p>
                <a:pPr lvl="0">
                  <a:lnSpc>
                    <a:spcPct val="150000"/>
                  </a:lnSpc>
                </a:pPr>
                <a:r>
                  <a:rPr lang="en-US" dirty="0">
                    <a:latin typeface="Georgia Pro Cond Semibold" panose="02040706050405020303" pitchFamily="18" charset="0"/>
                  </a:rPr>
                  <a:t>Why Machine Learning</a:t>
                </a:r>
                <a:endParaRPr lang="en-IN" dirty="0">
                  <a:latin typeface="Georgia Pro Cond Semibold" panose="02040706050405020303" pitchFamily="18" charset="0"/>
                </a:endParaRPr>
              </a:p>
            </p:txBody>
          </p:sp>
        </p:grpSp>
        <p:grpSp>
          <p:nvGrpSpPr>
            <p:cNvPr id="86" name="Group 85">
              <a:extLst>
                <a:ext uri="{FF2B5EF4-FFF2-40B4-BE49-F238E27FC236}">
                  <a16:creationId xmlns:a16="http://schemas.microsoft.com/office/drawing/2014/main" id="{C4898255-A6E3-45E5-BBD6-B9F714DCD4EF}"/>
                </a:ext>
              </a:extLst>
            </p:cNvPr>
            <p:cNvGrpSpPr/>
            <p:nvPr/>
          </p:nvGrpSpPr>
          <p:grpSpPr>
            <a:xfrm>
              <a:off x="6646595" y="5325408"/>
              <a:ext cx="2469283" cy="1336437"/>
              <a:chOff x="7602107" y="1621040"/>
              <a:chExt cx="2469283" cy="1336437"/>
            </a:xfrm>
          </p:grpSpPr>
          <p:sp>
            <p:nvSpPr>
              <p:cNvPr id="87" name="TextBox 86">
                <a:extLst>
                  <a:ext uri="{FF2B5EF4-FFF2-40B4-BE49-F238E27FC236}">
                    <a16:creationId xmlns:a16="http://schemas.microsoft.com/office/drawing/2014/main" id="{9186171A-DFA3-4471-9757-CD2A97898D6C}"/>
                  </a:ext>
                </a:extLst>
              </p:cNvPr>
              <p:cNvSpPr txBox="1"/>
              <p:nvPr/>
            </p:nvSpPr>
            <p:spPr>
              <a:xfrm>
                <a:off x="7602107" y="2003370"/>
                <a:ext cx="2469283" cy="954107"/>
              </a:xfrm>
              <a:prstGeom prst="rect">
                <a:avLst/>
              </a:prstGeom>
              <a:noFill/>
            </p:spPr>
            <p:txBody>
              <a:bodyPr wrap="square" rtlCol="0">
                <a:spAutoFit/>
              </a:bodyPr>
              <a:lstStyle/>
              <a:p>
                <a:pPr lvl="0"/>
                <a:r>
                  <a:rPr lang="en-US" sz="1400" dirty="0">
                    <a:latin typeface="Georgia Pro Cond Light" panose="02040306050405020303" pitchFamily="18" charset="0"/>
                  </a:rPr>
                  <a:t>Used Algorithms</a:t>
                </a:r>
              </a:p>
              <a:p>
                <a:pPr marL="285750" lvl="0" indent="-285750">
                  <a:buFont typeface="Arial" panose="020B0604020202020204" pitchFamily="34" charset="0"/>
                  <a:buChar char="•"/>
                </a:pPr>
                <a:r>
                  <a:rPr lang="en-US" sz="1400" dirty="0">
                    <a:latin typeface="Georgia Pro Cond Light" panose="02040306050405020303" pitchFamily="18" charset="0"/>
                  </a:rPr>
                  <a:t>Logistic Regression</a:t>
                </a:r>
              </a:p>
              <a:p>
                <a:pPr marL="285750" lvl="0" indent="-285750">
                  <a:buFont typeface="Arial" panose="020B0604020202020204" pitchFamily="34" charset="0"/>
                  <a:buChar char="•"/>
                </a:pPr>
                <a:r>
                  <a:rPr lang="en-US" sz="1400" dirty="0">
                    <a:latin typeface="Georgia Pro Cond Light" panose="02040306050405020303" pitchFamily="18" charset="0"/>
                  </a:rPr>
                  <a:t>Random Forest </a:t>
                </a:r>
              </a:p>
              <a:p>
                <a:pPr marL="285750" lvl="0" indent="-285750">
                  <a:buFont typeface="Arial" panose="020B0604020202020204" pitchFamily="34" charset="0"/>
                  <a:buChar char="•"/>
                </a:pPr>
                <a:r>
                  <a:rPr lang="en-US" sz="1400" dirty="0">
                    <a:latin typeface="Georgia Pro Cond Light" panose="02040306050405020303" pitchFamily="18" charset="0"/>
                  </a:rPr>
                  <a:t>Gradient Boosting</a:t>
                </a:r>
              </a:p>
            </p:txBody>
          </p:sp>
          <p:sp>
            <p:nvSpPr>
              <p:cNvPr id="88" name="TextBox 87">
                <a:extLst>
                  <a:ext uri="{FF2B5EF4-FFF2-40B4-BE49-F238E27FC236}">
                    <a16:creationId xmlns:a16="http://schemas.microsoft.com/office/drawing/2014/main" id="{DDC1C1C9-F8F0-4550-93F9-36E7458061AB}"/>
                  </a:ext>
                </a:extLst>
              </p:cNvPr>
              <p:cNvSpPr txBox="1"/>
              <p:nvPr/>
            </p:nvSpPr>
            <p:spPr>
              <a:xfrm>
                <a:off x="7602107" y="1621040"/>
                <a:ext cx="2469283" cy="465640"/>
              </a:xfrm>
              <a:prstGeom prst="rect">
                <a:avLst/>
              </a:prstGeom>
              <a:noFill/>
            </p:spPr>
            <p:txBody>
              <a:bodyPr wrap="square" rtlCol="0">
                <a:spAutoFit/>
              </a:bodyPr>
              <a:lstStyle/>
              <a:p>
                <a:pPr lvl="0">
                  <a:lnSpc>
                    <a:spcPct val="150000"/>
                  </a:lnSpc>
                </a:pPr>
                <a:r>
                  <a:rPr lang="en-US" dirty="0">
                    <a:latin typeface="Georgia Pro Cond Semibold" panose="02040706050405020303" pitchFamily="18" charset="0"/>
                  </a:rPr>
                  <a:t>Model Approach</a:t>
                </a:r>
                <a:endParaRPr lang="en-IN" dirty="0">
                  <a:latin typeface="Georgia Pro Cond Semibold" panose="02040706050405020303" pitchFamily="18" charset="0"/>
                </a:endParaRPr>
              </a:p>
            </p:txBody>
          </p:sp>
        </p:grpSp>
        <p:grpSp>
          <p:nvGrpSpPr>
            <p:cNvPr id="89" name="Group 88">
              <a:extLst>
                <a:ext uri="{FF2B5EF4-FFF2-40B4-BE49-F238E27FC236}">
                  <a16:creationId xmlns:a16="http://schemas.microsoft.com/office/drawing/2014/main" id="{7E8ABE9A-1A70-4537-9FBD-BD7D4E7DBEAC}"/>
                </a:ext>
              </a:extLst>
            </p:cNvPr>
            <p:cNvGrpSpPr/>
            <p:nvPr/>
          </p:nvGrpSpPr>
          <p:grpSpPr>
            <a:xfrm>
              <a:off x="9618666" y="2212163"/>
              <a:ext cx="2469283" cy="1336437"/>
              <a:chOff x="7602107" y="1621040"/>
              <a:chExt cx="2469283" cy="1336437"/>
            </a:xfrm>
          </p:grpSpPr>
          <p:sp>
            <p:nvSpPr>
              <p:cNvPr id="90" name="TextBox 89">
                <a:extLst>
                  <a:ext uri="{FF2B5EF4-FFF2-40B4-BE49-F238E27FC236}">
                    <a16:creationId xmlns:a16="http://schemas.microsoft.com/office/drawing/2014/main" id="{1E7AFEFB-8C62-449B-88F3-C4CED1E2334A}"/>
                  </a:ext>
                </a:extLst>
              </p:cNvPr>
              <p:cNvSpPr txBox="1"/>
              <p:nvPr/>
            </p:nvSpPr>
            <p:spPr>
              <a:xfrm>
                <a:off x="7602107" y="2003370"/>
                <a:ext cx="2469283" cy="954107"/>
              </a:xfrm>
              <a:prstGeom prst="rect">
                <a:avLst/>
              </a:prstGeom>
              <a:noFill/>
            </p:spPr>
            <p:txBody>
              <a:bodyPr wrap="square" rtlCol="0">
                <a:spAutoFit/>
              </a:bodyPr>
              <a:lstStyle/>
              <a:p>
                <a:pPr lvl="0"/>
                <a:r>
                  <a:rPr lang="en-US" sz="1400" dirty="0">
                    <a:latin typeface="Georgia Pro Cond Light" panose="02040306050405020303" pitchFamily="18" charset="0"/>
                  </a:rPr>
                  <a:t>This project focus on :</a:t>
                </a:r>
              </a:p>
              <a:p>
                <a:pPr marL="285750" lvl="0" indent="-285750">
                  <a:buFont typeface="Arial" panose="020B0604020202020204" pitchFamily="34" charset="0"/>
                  <a:buChar char="•"/>
                </a:pPr>
                <a:r>
                  <a:rPr lang="en-US" sz="1400" dirty="0">
                    <a:latin typeface="Georgia Pro Cond Light" panose="02040306050405020303" pitchFamily="18" charset="0"/>
                  </a:rPr>
                  <a:t>Doctor availability</a:t>
                </a:r>
              </a:p>
              <a:p>
                <a:pPr marL="285750" lvl="0" indent="-285750">
                  <a:buFont typeface="Arial" panose="020B0604020202020204" pitchFamily="34" charset="0"/>
                  <a:buChar char="•"/>
                </a:pPr>
                <a:r>
                  <a:rPr lang="en-US" sz="1400" dirty="0">
                    <a:latin typeface="Georgia Pro Cond Light" panose="02040306050405020303" pitchFamily="18" charset="0"/>
                  </a:rPr>
                  <a:t>Medicine Stock classification</a:t>
                </a:r>
              </a:p>
              <a:p>
                <a:pPr marL="285750" lvl="0" indent="-285750">
                  <a:buFont typeface="Arial" panose="020B0604020202020204" pitchFamily="34" charset="0"/>
                  <a:buChar char="•"/>
                </a:pPr>
                <a:r>
                  <a:rPr lang="en-US" sz="1400" dirty="0">
                    <a:latin typeface="Georgia Pro Cond Light" panose="02040306050405020303" pitchFamily="18" charset="0"/>
                  </a:rPr>
                  <a:t>Evaluating ML Algorithms</a:t>
                </a:r>
              </a:p>
            </p:txBody>
          </p:sp>
          <p:sp>
            <p:nvSpPr>
              <p:cNvPr id="91" name="TextBox 90">
                <a:extLst>
                  <a:ext uri="{FF2B5EF4-FFF2-40B4-BE49-F238E27FC236}">
                    <a16:creationId xmlns:a16="http://schemas.microsoft.com/office/drawing/2014/main" id="{F7ADF5CC-1D97-4F17-82DE-71372536EA4B}"/>
                  </a:ext>
                </a:extLst>
              </p:cNvPr>
              <p:cNvSpPr txBox="1"/>
              <p:nvPr/>
            </p:nvSpPr>
            <p:spPr>
              <a:xfrm>
                <a:off x="7602107" y="1621040"/>
                <a:ext cx="2469283" cy="465640"/>
              </a:xfrm>
              <a:prstGeom prst="rect">
                <a:avLst/>
              </a:prstGeom>
              <a:noFill/>
            </p:spPr>
            <p:txBody>
              <a:bodyPr wrap="square" rtlCol="0">
                <a:spAutoFit/>
              </a:bodyPr>
              <a:lstStyle/>
              <a:p>
                <a:pPr lvl="0">
                  <a:lnSpc>
                    <a:spcPct val="150000"/>
                  </a:lnSpc>
                </a:pPr>
                <a:r>
                  <a:rPr lang="en-US" dirty="0">
                    <a:latin typeface="Georgia Pro Cond Semibold" panose="02040706050405020303" pitchFamily="18" charset="0"/>
                  </a:rPr>
                  <a:t>Scope of the Project</a:t>
                </a:r>
                <a:endParaRPr lang="en-IN" dirty="0">
                  <a:latin typeface="Georgia Pro Cond Semibold" panose="02040706050405020303" pitchFamily="18" charset="0"/>
                </a:endParaRPr>
              </a:p>
            </p:txBody>
          </p:sp>
        </p:grpSp>
        <p:grpSp>
          <p:nvGrpSpPr>
            <p:cNvPr id="92" name="Group 91">
              <a:extLst>
                <a:ext uri="{FF2B5EF4-FFF2-40B4-BE49-F238E27FC236}">
                  <a16:creationId xmlns:a16="http://schemas.microsoft.com/office/drawing/2014/main" id="{20F05D29-3958-4D68-A363-7BCCC01E7325}"/>
                </a:ext>
              </a:extLst>
            </p:cNvPr>
            <p:cNvGrpSpPr/>
            <p:nvPr/>
          </p:nvGrpSpPr>
          <p:grpSpPr>
            <a:xfrm>
              <a:off x="9618666" y="3626559"/>
              <a:ext cx="2469283" cy="1120994"/>
              <a:chOff x="7602107" y="1621040"/>
              <a:chExt cx="2469283" cy="1120994"/>
            </a:xfrm>
          </p:grpSpPr>
          <p:sp>
            <p:nvSpPr>
              <p:cNvPr id="93" name="TextBox 92">
                <a:extLst>
                  <a:ext uri="{FF2B5EF4-FFF2-40B4-BE49-F238E27FC236}">
                    <a16:creationId xmlns:a16="http://schemas.microsoft.com/office/drawing/2014/main" id="{7A236405-6F11-41A7-ABDF-51B82B58F1EE}"/>
                  </a:ext>
                </a:extLst>
              </p:cNvPr>
              <p:cNvSpPr txBox="1"/>
              <p:nvPr/>
            </p:nvSpPr>
            <p:spPr>
              <a:xfrm>
                <a:off x="7602107" y="2003370"/>
                <a:ext cx="2469283" cy="738664"/>
              </a:xfrm>
              <a:prstGeom prst="rect">
                <a:avLst/>
              </a:prstGeom>
              <a:noFill/>
            </p:spPr>
            <p:txBody>
              <a:bodyPr wrap="square" rtlCol="0">
                <a:spAutoFit/>
              </a:bodyPr>
              <a:lstStyle/>
              <a:p>
                <a:pPr lvl="0"/>
                <a:r>
                  <a:rPr lang="en-US" sz="1400" dirty="0">
                    <a:latin typeface="Georgia Pro Cond Light" panose="02040306050405020303" pitchFamily="18" charset="0"/>
                  </a:rPr>
                  <a:t>Two dataset Used</a:t>
                </a:r>
              </a:p>
              <a:p>
                <a:pPr marL="285750" lvl="0" indent="-285750">
                  <a:buFont typeface="Arial" panose="020B0604020202020204" pitchFamily="34" charset="0"/>
                  <a:buChar char="•"/>
                </a:pPr>
                <a:r>
                  <a:rPr lang="en-US" sz="1400" dirty="0">
                    <a:latin typeface="Georgia Pro Cond Light" panose="02040306050405020303" pitchFamily="18" charset="0"/>
                  </a:rPr>
                  <a:t>One for doctor availability </a:t>
                </a:r>
              </a:p>
              <a:p>
                <a:pPr marL="285750" lvl="0" indent="-285750">
                  <a:buFont typeface="Arial" panose="020B0604020202020204" pitchFamily="34" charset="0"/>
                  <a:buChar char="•"/>
                </a:pPr>
                <a:r>
                  <a:rPr lang="en-US" sz="1400" dirty="0">
                    <a:latin typeface="Georgia Pro Cond Light" panose="02040306050405020303" pitchFamily="18" charset="0"/>
                  </a:rPr>
                  <a:t>And one for  medicine stock</a:t>
                </a:r>
              </a:p>
            </p:txBody>
          </p:sp>
          <p:sp>
            <p:nvSpPr>
              <p:cNvPr id="94" name="TextBox 93">
                <a:extLst>
                  <a:ext uri="{FF2B5EF4-FFF2-40B4-BE49-F238E27FC236}">
                    <a16:creationId xmlns:a16="http://schemas.microsoft.com/office/drawing/2014/main" id="{AA7EBE16-92BC-441D-BF36-7E0B86BA2B6B}"/>
                  </a:ext>
                </a:extLst>
              </p:cNvPr>
              <p:cNvSpPr txBox="1"/>
              <p:nvPr/>
            </p:nvSpPr>
            <p:spPr>
              <a:xfrm>
                <a:off x="7602107" y="1621040"/>
                <a:ext cx="2469283" cy="465640"/>
              </a:xfrm>
              <a:prstGeom prst="rect">
                <a:avLst/>
              </a:prstGeom>
              <a:noFill/>
            </p:spPr>
            <p:txBody>
              <a:bodyPr wrap="square" rtlCol="0">
                <a:spAutoFit/>
              </a:bodyPr>
              <a:lstStyle/>
              <a:p>
                <a:pPr lvl="0">
                  <a:lnSpc>
                    <a:spcPct val="150000"/>
                  </a:lnSpc>
                </a:pPr>
                <a:r>
                  <a:rPr lang="en-US" dirty="0">
                    <a:latin typeface="Georgia Pro Cond Semibold" panose="02040706050405020303" pitchFamily="18" charset="0"/>
                  </a:rPr>
                  <a:t>Dataset Overview </a:t>
                </a:r>
                <a:endParaRPr lang="en-IN" dirty="0">
                  <a:latin typeface="Georgia Pro Cond Semibold" panose="02040706050405020303" pitchFamily="18" charset="0"/>
                </a:endParaRPr>
              </a:p>
            </p:txBody>
          </p:sp>
        </p:grpSp>
        <p:grpSp>
          <p:nvGrpSpPr>
            <p:cNvPr id="95" name="Group 94">
              <a:extLst>
                <a:ext uri="{FF2B5EF4-FFF2-40B4-BE49-F238E27FC236}">
                  <a16:creationId xmlns:a16="http://schemas.microsoft.com/office/drawing/2014/main" id="{BE05BE5B-619F-46E7-8B44-FC6A0B7113F0}"/>
                </a:ext>
              </a:extLst>
            </p:cNvPr>
            <p:cNvGrpSpPr/>
            <p:nvPr/>
          </p:nvGrpSpPr>
          <p:grpSpPr>
            <a:xfrm>
              <a:off x="9618666" y="5040955"/>
              <a:ext cx="2469283" cy="1982768"/>
              <a:chOff x="7602107" y="1621040"/>
              <a:chExt cx="2469283" cy="1982768"/>
            </a:xfrm>
          </p:grpSpPr>
          <p:sp>
            <p:nvSpPr>
              <p:cNvPr id="96" name="TextBox 95">
                <a:extLst>
                  <a:ext uri="{FF2B5EF4-FFF2-40B4-BE49-F238E27FC236}">
                    <a16:creationId xmlns:a16="http://schemas.microsoft.com/office/drawing/2014/main" id="{9D2A3630-7530-404A-B34B-753F5E324D42}"/>
                  </a:ext>
                </a:extLst>
              </p:cNvPr>
              <p:cNvSpPr txBox="1"/>
              <p:nvPr/>
            </p:nvSpPr>
            <p:spPr>
              <a:xfrm>
                <a:off x="7602107" y="2003370"/>
                <a:ext cx="2469283" cy="1600438"/>
              </a:xfrm>
              <a:prstGeom prst="rect">
                <a:avLst/>
              </a:prstGeom>
              <a:noFill/>
            </p:spPr>
            <p:txBody>
              <a:bodyPr wrap="square" rtlCol="0">
                <a:spAutoFit/>
              </a:bodyPr>
              <a:lstStyle/>
              <a:p>
                <a:pPr lvl="0"/>
                <a:r>
                  <a:rPr lang="en-US" sz="1400" dirty="0">
                    <a:latin typeface="Georgia Pro Cond Light" panose="02040306050405020303" pitchFamily="18" charset="0"/>
                  </a:rPr>
                  <a:t>Accurate predictions can support hospitals in planning doctor schedules avoiding stock outs reducing delays and improving operational decision making through data-driven insights</a:t>
                </a:r>
              </a:p>
              <a:p>
                <a:pPr lvl="0"/>
                <a:endParaRPr lang="en-US" sz="1400" dirty="0">
                  <a:latin typeface="Georgia Pro Cond Light" panose="02040306050405020303" pitchFamily="18" charset="0"/>
                </a:endParaRPr>
              </a:p>
            </p:txBody>
          </p:sp>
          <p:sp>
            <p:nvSpPr>
              <p:cNvPr id="97" name="TextBox 96">
                <a:extLst>
                  <a:ext uri="{FF2B5EF4-FFF2-40B4-BE49-F238E27FC236}">
                    <a16:creationId xmlns:a16="http://schemas.microsoft.com/office/drawing/2014/main" id="{01288DDC-692E-426C-9D57-17FAD72D14A2}"/>
                  </a:ext>
                </a:extLst>
              </p:cNvPr>
              <p:cNvSpPr txBox="1"/>
              <p:nvPr/>
            </p:nvSpPr>
            <p:spPr>
              <a:xfrm>
                <a:off x="7602107" y="1621040"/>
                <a:ext cx="2469283" cy="465640"/>
              </a:xfrm>
              <a:prstGeom prst="rect">
                <a:avLst/>
              </a:prstGeom>
              <a:noFill/>
            </p:spPr>
            <p:txBody>
              <a:bodyPr wrap="square" rtlCol="0">
                <a:spAutoFit/>
              </a:bodyPr>
              <a:lstStyle/>
              <a:p>
                <a:pPr lvl="0">
                  <a:lnSpc>
                    <a:spcPct val="150000"/>
                  </a:lnSpc>
                </a:pPr>
                <a:r>
                  <a:rPr lang="en-US" dirty="0">
                    <a:latin typeface="Georgia Pro Cond Semibold" panose="02040706050405020303" pitchFamily="18" charset="0"/>
                  </a:rPr>
                  <a:t>Expected Impact </a:t>
                </a:r>
                <a:endParaRPr lang="en-IN" dirty="0">
                  <a:latin typeface="Georgia Pro Cond Semibold" panose="02040706050405020303" pitchFamily="18" charset="0"/>
                </a:endParaRPr>
              </a:p>
            </p:txBody>
          </p:sp>
        </p:grpSp>
      </p:grpSp>
      <p:sp>
        <p:nvSpPr>
          <p:cNvPr id="65" name="TextBox 64">
            <a:extLst>
              <a:ext uri="{FF2B5EF4-FFF2-40B4-BE49-F238E27FC236}">
                <a16:creationId xmlns:a16="http://schemas.microsoft.com/office/drawing/2014/main" id="{28958DDD-F2FB-446C-B730-C49F3351D67B}"/>
              </a:ext>
            </a:extLst>
          </p:cNvPr>
          <p:cNvSpPr txBox="1"/>
          <p:nvPr/>
        </p:nvSpPr>
        <p:spPr>
          <a:xfrm>
            <a:off x="0" y="0"/>
            <a:ext cx="12192000" cy="769441"/>
          </a:xfrm>
          <a:prstGeom prst="rect">
            <a:avLst/>
          </a:prstGeom>
          <a:noFill/>
        </p:spPr>
        <p:txBody>
          <a:bodyPr wrap="square" rtlCol="0">
            <a:spAutoFit/>
          </a:bodyPr>
          <a:lstStyle/>
          <a:p>
            <a:pPr algn="ctr"/>
            <a:r>
              <a:rPr lang="en-US" sz="4400" dirty="0">
                <a:latin typeface="Georgia Pro Cond Semibold" panose="02040706050405020303" pitchFamily="18" charset="0"/>
              </a:rPr>
              <a:t>Introduction</a:t>
            </a:r>
            <a:endParaRPr lang="en-IN" sz="4400" dirty="0">
              <a:solidFill>
                <a:schemeClr val="accent4">
                  <a:lumMod val="75000"/>
                </a:schemeClr>
              </a:solidFill>
              <a:latin typeface="Georgia Pro Cond Semibold" panose="02040706050405020303" pitchFamily="18" charset="0"/>
            </a:endParaRPr>
          </a:p>
        </p:txBody>
      </p:sp>
      <p:cxnSp>
        <p:nvCxnSpPr>
          <p:cNvPr id="78" name="Straight Connector 77">
            <a:extLst>
              <a:ext uri="{FF2B5EF4-FFF2-40B4-BE49-F238E27FC236}">
                <a16:creationId xmlns:a16="http://schemas.microsoft.com/office/drawing/2014/main" id="{EC0E94C3-CD4D-4B0B-9152-2C0F2D7AC31C}"/>
              </a:ext>
            </a:extLst>
          </p:cNvPr>
          <p:cNvCxnSpPr/>
          <p:nvPr/>
        </p:nvCxnSpPr>
        <p:spPr>
          <a:xfrm>
            <a:off x="0" y="769258"/>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F2FA71F-0EA0-4822-A1C8-DE961CEDF95C}"/>
              </a:ext>
            </a:extLst>
          </p:cNvPr>
          <p:cNvCxnSpPr/>
          <p:nvPr/>
        </p:nvCxnSpPr>
        <p:spPr>
          <a:xfrm>
            <a:off x="0" y="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484989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Box 57">
            <a:extLst>
              <a:ext uri="{FF2B5EF4-FFF2-40B4-BE49-F238E27FC236}">
                <a16:creationId xmlns:a16="http://schemas.microsoft.com/office/drawing/2014/main" id="{41C920C7-5F3D-9F53-09B9-55CEA6565499}"/>
              </a:ext>
            </a:extLst>
          </p:cNvPr>
          <p:cNvSpPr txBox="1"/>
          <p:nvPr/>
        </p:nvSpPr>
        <p:spPr>
          <a:xfrm>
            <a:off x="9527" y="537217"/>
            <a:ext cx="12172948"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Segoe UI" panose="020B0502040204020203" pitchFamily="34" charset="0"/>
              </a:rPr>
              <a:t>Core Components of Our Prediction System</a:t>
            </a:r>
          </a:p>
        </p:txBody>
      </p:sp>
      <p:grpSp>
        <p:nvGrpSpPr>
          <p:cNvPr id="2" name="Group 1">
            <a:extLst>
              <a:ext uri="{FF2B5EF4-FFF2-40B4-BE49-F238E27FC236}">
                <a16:creationId xmlns:a16="http://schemas.microsoft.com/office/drawing/2014/main" id="{784FBC5E-0D7F-D77D-9F68-94774A6EE5FB}"/>
              </a:ext>
            </a:extLst>
          </p:cNvPr>
          <p:cNvGrpSpPr/>
          <p:nvPr/>
        </p:nvGrpSpPr>
        <p:grpSpPr>
          <a:xfrm>
            <a:off x="398080" y="1784283"/>
            <a:ext cx="11395840" cy="4288157"/>
            <a:chOff x="398080" y="1784283"/>
            <a:chExt cx="11395840" cy="4288157"/>
          </a:xfrm>
        </p:grpSpPr>
        <p:sp>
          <p:nvSpPr>
            <p:cNvPr id="5" name="Freeform: Shape 4">
              <a:extLst>
                <a:ext uri="{FF2B5EF4-FFF2-40B4-BE49-F238E27FC236}">
                  <a16:creationId xmlns:a16="http://schemas.microsoft.com/office/drawing/2014/main" id="{D34B0868-35CF-FBE6-8AA2-C614BFB78DEB}"/>
                </a:ext>
              </a:extLst>
            </p:cNvPr>
            <p:cNvSpPr/>
            <p:nvPr/>
          </p:nvSpPr>
          <p:spPr>
            <a:xfrm>
              <a:off x="3761358" y="2054075"/>
              <a:ext cx="1743563" cy="1743563"/>
            </a:xfrm>
            <a:custGeom>
              <a:avLst/>
              <a:gdLst>
                <a:gd name="connsiteX0" fmla="*/ 834599 w 1669264"/>
                <a:gd name="connsiteY0" fmla="*/ 1669094 h 1669264"/>
                <a:gd name="connsiteX1" fmla="*/ -33 w 1669264"/>
                <a:gd name="connsiteY1" fmla="*/ 834461 h 1669264"/>
                <a:gd name="connsiteX2" fmla="*/ 834599 w 1669264"/>
                <a:gd name="connsiteY2" fmla="*/ -171 h 1669264"/>
                <a:gd name="connsiteX3" fmla="*/ 1669232 w 1669264"/>
                <a:gd name="connsiteY3" fmla="*/ 834461 h 1669264"/>
                <a:gd name="connsiteX4" fmla="*/ 834599 w 1669264"/>
                <a:gd name="connsiteY4" fmla="*/ 1669094 h 1669264"/>
                <a:gd name="connsiteX5" fmla="*/ 834599 w 1669264"/>
                <a:gd name="connsiteY5" fmla="*/ 30470 h 1669264"/>
                <a:gd name="connsiteX6" fmla="*/ 30608 w 1669264"/>
                <a:gd name="connsiteY6" fmla="*/ 834461 h 1669264"/>
                <a:gd name="connsiteX7" fmla="*/ 834599 w 1669264"/>
                <a:gd name="connsiteY7" fmla="*/ 1638453 h 1669264"/>
                <a:gd name="connsiteX8" fmla="*/ 1638591 w 1669264"/>
                <a:gd name="connsiteY8" fmla="*/ 834461 h 1669264"/>
                <a:gd name="connsiteX9" fmla="*/ 834599 w 1669264"/>
                <a:gd name="connsiteY9" fmla="*/ 30470 h 166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9264" h="1669264">
                  <a:moveTo>
                    <a:pt x="834599" y="1669094"/>
                  </a:moveTo>
                  <a:cubicBezTo>
                    <a:pt x="373637" y="1669094"/>
                    <a:pt x="-33" y="1295424"/>
                    <a:pt x="-33" y="834461"/>
                  </a:cubicBezTo>
                  <a:cubicBezTo>
                    <a:pt x="-33" y="373514"/>
                    <a:pt x="373637" y="-171"/>
                    <a:pt x="834599" y="-171"/>
                  </a:cubicBezTo>
                  <a:cubicBezTo>
                    <a:pt x="1295546" y="-171"/>
                    <a:pt x="1669232" y="373514"/>
                    <a:pt x="1669232" y="834461"/>
                  </a:cubicBezTo>
                  <a:cubicBezTo>
                    <a:pt x="1668705" y="1295201"/>
                    <a:pt x="1295339" y="1668567"/>
                    <a:pt x="834599" y="1669094"/>
                  </a:cubicBezTo>
                  <a:close/>
                  <a:moveTo>
                    <a:pt x="834599" y="30470"/>
                  </a:moveTo>
                  <a:cubicBezTo>
                    <a:pt x="390568" y="30470"/>
                    <a:pt x="30608" y="390431"/>
                    <a:pt x="30608" y="834461"/>
                  </a:cubicBezTo>
                  <a:cubicBezTo>
                    <a:pt x="30608" y="1278492"/>
                    <a:pt x="390568" y="1638453"/>
                    <a:pt x="834599" y="1638453"/>
                  </a:cubicBezTo>
                  <a:cubicBezTo>
                    <a:pt x="1278630" y="1638453"/>
                    <a:pt x="1638591" y="1278492"/>
                    <a:pt x="1638591" y="834461"/>
                  </a:cubicBezTo>
                  <a:cubicBezTo>
                    <a:pt x="1638065" y="390654"/>
                    <a:pt x="1278407" y="30996"/>
                    <a:pt x="834599" y="30470"/>
                  </a:cubicBezTo>
                  <a:close/>
                </a:path>
              </a:pathLst>
            </a:custGeom>
            <a:solidFill>
              <a:schemeClr val="accent1"/>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6" name="Freeform: Shape 5">
              <a:extLst>
                <a:ext uri="{FF2B5EF4-FFF2-40B4-BE49-F238E27FC236}">
                  <a16:creationId xmlns:a16="http://schemas.microsoft.com/office/drawing/2014/main" id="{178DE364-FC5D-C975-C844-768621908A52}"/>
                </a:ext>
              </a:extLst>
            </p:cNvPr>
            <p:cNvSpPr/>
            <p:nvPr/>
          </p:nvSpPr>
          <p:spPr>
            <a:xfrm>
              <a:off x="398080" y="2051074"/>
              <a:ext cx="2066606" cy="1718727"/>
            </a:xfrm>
            <a:custGeom>
              <a:avLst/>
              <a:gdLst>
                <a:gd name="connsiteX0" fmla="*/ 0 w 1978541"/>
                <a:gd name="connsiteY0" fmla="*/ 1645486 h 1645486"/>
                <a:gd name="connsiteX1" fmla="*/ 1645486 w 1978541"/>
                <a:gd name="connsiteY1" fmla="*/ 0 h 1645486"/>
                <a:gd name="connsiteX2" fmla="*/ 1978541 w 1978541"/>
                <a:gd name="connsiteY2" fmla="*/ 0 h 1645486"/>
              </a:gdLst>
              <a:ahLst/>
              <a:cxnLst>
                <a:cxn ang="0">
                  <a:pos x="connsiteX0" y="connsiteY0"/>
                </a:cxn>
                <a:cxn ang="0">
                  <a:pos x="connsiteX1" y="connsiteY1"/>
                </a:cxn>
                <a:cxn ang="0">
                  <a:pos x="connsiteX2" y="connsiteY2"/>
                </a:cxn>
              </a:cxnLst>
              <a:rect l="l" t="t" r="r" b="b"/>
              <a:pathLst>
                <a:path w="1978541" h="1645486">
                  <a:moveTo>
                    <a:pt x="0" y="1645486"/>
                  </a:moveTo>
                  <a:lnTo>
                    <a:pt x="1645486" y="0"/>
                  </a:lnTo>
                  <a:lnTo>
                    <a:pt x="1978541" y="0"/>
                  </a:lnTo>
                </a:path>
              </a:pathLst>
            </a:custGeom>
            <a:noFill/>
            <a:ln w="15959" cap="flat">
              <a:solidFill>
                <a:srgbClr val="BCBCB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7" name="Freeform: Shape 6">
              <a:extLst>
                <a:ext uri="{FF2B5EF4-FFF2-40B4-BE49-F238E27FC236}">
                  <a16:creationId xmlns:a16="http://schemas.microsoft.com/office/drawing/2014/main" id="{B513D37B-E158-A1C5-E19A-BE23333FF630}"/>
                </a:ext>
              </a:extLst>
            </p:cNvPr>
            <p:cNvSpPr/>
            <p:nvPr/>
          </p:nvSpPr>
          <p:spPr>
            <a:xfrm>
              <a:off x="2458519" y="1991400"/>
              <a:ext cx="114015" cy="114015"/>
            </a:xfrm>
            <a:custGeom>
              <a:avLst/>
              <a:gdLst>
                <a:gd name="connsiteX0" fmla="*/ 109157 w 109156"/>
                <a:gd name="connsiteY0" fmla="*/ 54578 h 109156"/>
                <a:gd name="connsiteX1" fmla="*/ 54578 w 109156"/>
                <a:gd name="connsiteY1" fmla="*/ 109157 h 109156"/>
                <a:gd name="connsiteX2" fmla="*/ 0 w 109156"/>
                <a:gd name="connsiteY2" fmla="*/ 54578 h 109156"/>
                <a:gd name="connsiteX3" fmla="*/ 54578 w 109156"/>
                <a:gd name="connsiteY3" fmla="*/ 0 h 109156"/>
                <a:gd name="connsiteX4" fmla="*/ 109157 w 109156"/>
                <a:gd name="connsiteY4" fmla="*/ 54578 h 109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156" h="109156">
                  <a:moveTo>
                    <a:pt x="109157" y="54578"/>
                  </a:moveTo>
                  <a:cubicBezTo>
                    <a:pt x="109157" y="84721"/>
                    <a:pt x="84721" y="109157"/>
                    <a:pt x="54578" y="109157"/>
                  </a:cubicBezTo>
                  <a:cubicBezTo>
                    <a:pt x="24436" y="109157"/>
                    <a:pt x="0" y="84721"/>
                    <a:pt x="0" y="54578"/>
                  </a:cubicBezTo>
                  <a:cubicBezTo>
                    <a:pt x="0" y="24436"/>
                    <a:pt x="24436" y="0"/>
                    <a:pt x="54578" y="0"/>
                  </a:cubicBezTo>
                  <a:cubicBezTo>
                    <a:pt x="84721" y="0"/>
                    <a:pt x="109157" y="24436"/>
                    <a:pt x="109157" y="54578"/>
                  </a:cubicBezTo>
                  <a:close/>
                </a:path>
              </a:pathLst>
            </a:custGeom>
            <a:noFill/>
            <a:ln w="15959" cap="flat">
              <a:solidFill>
                <a:srgbClr val="BCBCB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8" name="Freeform: Shape 7">
              <a:extLst>
                <a:ext uri="{FF2B5EF4-FFF2-40B4-BE49-F238E27FC236}">
                  <a16:creationId xmlns:a16="http://schemas.microsoft.com/office/drawing/2014/main" id="{DB6FA136-1C89-8E0E-41FD-CA4AF3A68C82}"/>
                </a:ext>
              </a:extLst>
            </p:cNvPr>
            <p:cNvSpPr/>
            <p:nvPr/>
          </p:nvSpPr>
          <p:spPr>
            <a:xfrm>
              <a:off x="1289531" y="2349281"/>
              <a:ext cx="3901682" cy="1152986"/>
            </a:xfrm>
            <a:custGeom>
              <a:avLst/>
              <a:gdLst>
                <a:gd name="connsiteX0" fmla="*/ 3183539 w 3735418"/>
                <a:gd name="connsiteY0" fmla="*/ 1103682 h 1103853"/>
                <a:gd name="connsiteX1" fmla="*/ -33 w 3735418"/>
                <a:gd name="connsiteY1" fmla="*/ 1103682 h 1103853"/>
                <a:gd name="connsiteX2" fmla="*/ -33 w 3735418"/>
                <a:gd name="connsiteY2" fmla="*/ -171 h 1103853"/>
                <a:gd name="connsiteX3" fmla="*/ 3183539 w 3735418"/>
                <a:gd name="connsiteY3" fmla="*/ -171 h 1103853"/>
                <a:gd name="connsiteX4" fmla="*/ 3735386 w 3735418"/>
                <a:gd name="connsiteY4" fmla="*/ 551676 h 1103853"/>
                <a:gd name="connsiteX5" fmla="*/ 3735386 w 3735418"/>
                <a:gd name="connsiteY5" fmla="*/ 551676 h 1103853"/>
                <a:gd name="connsiteX6" fmla="*/ 3183698 w 3735418"/>
                <a:gd name="connsiteY6" fmla="*/ 1103682 h 1103853"/>
                <a:gd name="connsiteX7" fmla="*/ 3183539 w 3735418"/>
                <a:gd name="connsiteY7" fmla="*/ 1103682 h 110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5418" h="1103853">
                  <a:moveTo>
                    <a:pt x="3183539" y="1103682"/>
                  </a:moveTo>
                  <a:lnTo>
                    <a:pt x="-33" y="1103682"/>
                  </a:lnTo>
                  <a:lnTo>
                    <a:pt x="-33" y="-171"/>
                  </a:lnTo>
                  <a:lnTo>
                    <a:pt x="3183539" y="-171"/>
                  </a:lnTo>
                  <a:cubicBezTo>
                    <a:pt x="3488315" y="-171"/>
                    <a:pt x="3735386" y="246899"/>
                    <a:pt x="3735386" y="551676"/>
                  </a:cubicBezTo>
                  <a:lnTo>
                    <a:pt x="3735386" y="551676"/>
                  </a:lnTo>
                  <a:cubicBezTo>
                    <a:pt x="3735482" y="856452"/>
                    <a:pt x="3488475" y="1103586"/>
                    <a:pt x="3183698" y="1103682"/>
                  </a:cubicBezTo>
                  <a:cubicBezTo>
                    <a:pt x="3183651" y="1103682"/>
                    <a:pt x="3183587" y="1103682"/>
                    <a:pt x="3183539" y="1103682"/>
                  </a:cubicBezTo>
                  <a:close/>
                </a:path>
              </a:pathLst>
            </a:custGeom>
            <a:solidFill>
              <a:srgbClr val="FFFFFF"/>
            </a:solidFill>
            <a:ln w="15959"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9" name="Freeform: Shape 8">
              <a:extLst>
                <a:ext uri="{FF2B5EF4-FFF2-40B4-BE49-F238E27FC236}">
                  <a16:creationId xmlns:a16="http://schemas.microsoft.com/office/drawing/2014/main" id="{E458AC61-0640-154E-6B93-A6B41D879C36}"/>
                </a:ext>
              </a:extLst>
            </p:cNvPr>
            <p:cNvSpPr/>
            <p:nvPr/>
          </p:nvSpPr>
          <p:spPr>
            <a:xfrm>
              <a:off x="1329537" y="2389453"/>
              <a:ext cx="3821672" cy="1072808"/>
            </a:xfrm>
            <a:custGeom>
              <a:avLst/>
              <a:gdLst>
                <a:gd name="connsiteX0" fmla="*/ 3145239 w 3658817"/>
                <a:gd name="connsiteY0" fmla="*/ 1026921 h 1027092"/>
                <a:gd name="connsiteX1" fmla="*/ -33 w 3658817"/>
                <a:gd name="connsiteY1" fmla="*/ 1026921 h 1027092"/>
                <a:gd name="connsiteX2" fmla="*/ -33 w 3658817"/>
                <a:gd name="connsiteY2" fmla="*/ -171 h 1027092"/>
                <a:gd name="connsiteX3" fmla="*/ 3145239 w 3658817"/>
                <a:gd name="connsiteY3" fmla="*/ -171 h 1027092"/>
                <a:gd name="connsiteX4" fmla="*/ 3658785 w 3658817"/>
                <a:gd name="connsiteY4" fmla="*/ 513375 h 1027092"/>
                <a:gd name="connsiteX5" fmla="*/ 3145239 w 3658817"/>
                <a:gd name="connsiteY5" fmla="*/ 1026921 h 1027092"/>
                <a:gd name="connsiteX6" fmla="*/ 46087 w 3658817"/>
                <a:gd name="connsiteY6" fmla="*/ 980961 h 1027092"/>
                <a:gd name="connsiteX7" fmla="*/ 3145239 w 3658817"/>
                <a:gd name="connsiteY7" fmla="*/ 980961 h 1027092"/>
                <a:gd name="connsiteX8" fmla="*/ 3604111 w 3658817"/>
                <a:gd name="connsiteY8" fmla="*/ 504821 h 1027092"/>
                <a:gd name="connsiteX9" fmla="*/ 3145239 w 3658817"/>
                <a:gd name="connsiteY9" fmla="*/ 45949 h 1027092"/>
                <a:gd name="connsiteX10" fmla="*/ 46087 w 3658817"/>
                <a:gd name="connsiteY10" fmla="*/ 45949 h 102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58817" h="1027092">
                  <a:moveTo>
                    <a:pt x="3145239" y="1026921"/>
                  </a:moveTo>
                  <a:lnTo>
                    <a:pt x="-33" y="1026921"/>
                  </a:lnTo>
                  <a:lnTo>
                    <a:pt x="-33" y="-171"/>
                  </a:lnTo>
                  <a:lnTo>
                    <a:pt x="3145239" y="-171"/>
                  </a:lnTo>
                  <a:cubicBezTo>
                    <a:pt x="3428870" y="-171"/>
                    <a:pt x="3658785" y="229744"/>
                    <a:pt x="3658785" y="513375"/>
                  </a:cubicBezTo>
                  <a:cubicBezTo>
                    <a:pt x="3658785" y="797007"/>
                    <a:pt x="3428870" y="1026921"/>
                    <a:pt x="3145239" y="1026921"/>
                  </a:cubicBezTo>
                  <a:close/>
                  <a:moveTo>
                    <a:pt x="46087" y="980961"/>
                  </a:moveTo>
                  <a:lnTo>
                    <a:pt x="3145239" y="980961"/>
                  </a:lnTo>
                  <a:cubicBezTo>
                    <a:pt x="3403432" y="976189"/>
                    <a:pt x="3608882" y="763015"/>
                    <a:pt x="3604111" y="504821"/>
                  </a:cubicBezTo>
                  <a:cubicBezTo>
                    <a:pt x="3599467" y="253347"/>
                    <a:pt x="3396713" y="50593"/>
                    <a:pt x="3145239" y="45949"/>
                  </a:cubicBezTo>
                  <a:lnTo>
                    <a:pt x="46087" y="45949"/>
                  </a:lnTo>
                  <a:close/>
                </a:path>
              </a:pathLst>
            </a:custGeom>
            <a:solidFill>
              <a:srgbClr val="FFFFFF"/>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10" name="Freeform: Shape 9">
              <a:extLst>
                <a:ext uri="{FF2B5EF4-FFF2-40B4-BE49-F238E27FC236}">
                  <a16:creationId xmlns:a16="http://schemas.microsoft.com/office/drawing/2014/main" id="{186F0E72-1D95-7F0E-A0E1-8E64CDE76076}"/>
                </a:ext>
              </a:extLst>
            </p:cNvPr>
            <p:cNvSpPr/>
            <p:nvPr/>
          </p:nvSpPr>
          <p:spPr>
            <a:xfrm>
              <a:off x="1345706" y="3249067"/>
              <a:ext cx="2299303" cy="427056"/>
            </a:xfrm>
            <a:custGeom>
              <a:avLst/>
              <a:gdLst>
                <a:gd name="connsiteX0" fmla="*/ 1996894 w 2201322"/>
                <a:gd name="connsiteY0" fmla="*/ 0 h 408858"/>
                <a:gd name="connsiteX1" fmla="*/ 2201323 w 2201322"/>
                <a:gd name="connsiteY1" fmla="*/ 0 h 408858"/>
                <a:gd name="connsiteX2" fmla="*/ 2201323 w 2201322"/>
                <a:gd name="connsiteY2" fmla="*/ 408858 h 408858"/>
                <a:gd name="connsiteX3" fmla="*/ 1996894 w 2201322"/>
                <a:gd name="connsiteY3" fmla="*/ 408858 h 408858"/>
                <a:gd name="connsiteX4" fmla="*/ 204429 w 2201322"/>
                <a:gd name="connsiteY4" fmla="*/ 408858 h 408858"/>
                <a:gd name="connsiteX5" fmla="*/ 0 w 2201322"/>
                <a:gd name="connsiteY5" fmla="*/ 408858 h 408858"/>
                <a:gd name="connsiteX6" fmla="*/ 0 w 2201322"/>
                <a:gd name="connsiteY6" fmla="*/ 0 h 408858"/>
                <a:gd name="connsiteX7" fmla="*/ 204429 w 2201322"/>
                <a:gd name="connsiteY7" fmla="*/ 0 h 40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1322" h="408858">
                  <a:moveTo>
                    <a:pt x="1996894" y="0"/>
                  </a:moveTo>
                  <a:cubicBezTo>
                    <a:pt x="2109797" y="0"/>
                    <a:pt x="2201323" y="0"/>
                    <a:pt x="2201323" y="0"/>
                  </a:cubicBezTo>
                  <a:lnTo>
                    <a:pt x="2201323" y="408858"/>
                  </a:lnTo>
                  <a:cubicBezTo>
                    <a:pt x="2201323" y="408858"/>
                    <a:pt x="2109797" y="408858"/>
                    <a:pt x="1996894" y="408858"/>
                  </a:cubicBezTo>
                  <a:lnTo>
                    <a:pt x="204429" y="408858"/>
                  </a:lnTo>
                  <a:cubicBezTo>
                    <a:pt x="91526" y="408858"/>
                    <a:pt x="0" y="408858"/>
                    <a:pt x="0" y="408858"/>
                  </a:cubicBezTo>
                  <a:lnTo>
                    <a:pt x="0" y="0"/>
                  </a:lnTo>
                  <a:cubicBezTo>
                    <a:pt x="0" y="0"/>
                    <a:pt x="91526" y="0"/>
                    <a:pt x="204429" y="0"/>
                  </a:cubicBezTo>
                  <a:close/>
                </a:path>
              </a:pathLst>
            </a:custGeom>
            <a:solidFill>
              <a:srgbClr val="FFFFFF"/>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11" name="Freeform: Shape 10">
              <a:extLst>
                <a:ext uri="{FF2B5EF4-FFF2-40B4-BE49-F238E27FC236}">
                  <a16:creationId xmlns:a16="http://schemas.microsoft.com/office/drawing/2014/main" id="{73EE5FBE-7E2E-1E17-F597-C3936283D87F}"/>
                </a:ext>
              </a:extLst>
            </p:cNvPr>
            <p:cNvSpPr/>
            <p:nvPr/>
          </p:nvSpPr>
          <p:spPr>
            <a:xfrm>
              <a:off x="1372207" y="3280983"/>
              <a:ext cx="2235465" cy="363053"/>
            </a:xfrm>
            <a:custGeom>
              <a:avLst/>
              <a:gdLst>
                <a:gd name="connsiteX0" fmla="*/ 179024 w 2140204"/>
                <a:gd name="connsiteY0" fmla="*/ 347331 h 347582"/>
                <a:gd name="connsiteX1" fmla="*/ 49 w 2140204"/>
                <a:gd name="connsiteY1" fmla="*/ 178888 h 347582"/>
                <a:gd name="connsiteX2" fmla="*/ 168491 w 2140204"/>
                <a:gd name="connsiteY2" fmla="*/ -87 h 347582"/>
                <a:gd name="connsiteX3" fmla="*/ 179024 w 2140204"/>
                <a:gd name="connsiteY3" fmla="*/ -87 h 347582"/>
                <a:gd name="connsiteX4" fmla="*/ 1971648 w 2140204"/>
                <a:gd name="connsiteY4" fmla="*/ -87 h 347582"/>
                <a:gd name="connsiteX5" fmla="*/ 2140091 w 2140204"/>
                <a:gd name="connsiteY5" fmla="*/ 178888 h 347582"/>
                <a:gd name="connsiteX6" fmla="*/ 1971648 w 2140204"/>
                <a:gd name="connsiteY6" fmla="*/ 347331 h 347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0204" h="347582">
                  <a:moveTo>
                    <a:pt x="179024" y="347331"/>
                  </a:moveTo>
                  <a:cubicBezTo>
                    <a:pt x="83087" y="350235"/>
                    <a:pt x="2958" y="274831"/>
                    <a:pt x="49" y="178888"/>
                  </a:cubicBezTo>
                  <a:cubicBezTo>
                    <a:pt x="-2859" y="82945"/>
                    <a:pt x="72556" y="2817"/>
                    <a:pt x="168491" y="-87"/>
                  </a:cubicBezTo>
                  <a:cubicBezTo>
                    <a:pt x="172002" y="-199"/>
                    <a:pt x="175513" y="-199"/>
                    <a:pt x="179024" y="-87"/>
                  </a:cubicBezTo>
                  <a:lnTo>
                    <a:pt x="1971648" y="-87"/>
                  </a:lnTo>
                  <a:cubicBezTo>
                    <a:pt x="2067591" y="2817"/>
                    <a:pt x="2142995" y="82945"/>
                    <a:pt x="2140091" y="178888"/>
                  </a:cubicBezTo>
                  <a:cubicBezTo>
                    <a:pt x="2137314" y="270745"/>
                    <a:pt x="2063505" y="344554"/>
                    <a:pt x="1971648" y="347331"/>
                  </a:cubicBezTo>
                  <a:close/>
                </a:path>
              </a:pathLst>
            </a:custGeom>
            <a:solidFill>
              <a:schemeClr val="accent1"/>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12" name="Freeform: Shape 11">
              <a:extLst>
                <a:ext uri="{FF2B5EF4-FFF2-40B4-BE49-F238E27FC236}">
                  <a16:creationId xmlns:a16="http://schemas.microsoft.com/office/drawing/2014/main" id="{7DB0D677-D9DF-68B2-D0ED-7E0F002C8236}"/>
                </a:ext>
              </a:extLst>
            </p:cNvPr>
            <p:cNvSpPr/>
            <p:nvPr/>
          </p:nvSpPr>
          <p:spPr>
            <a:xfrm rot="18900000">
              <a:off x="641946" y="2243900"/>
              <a:ext cx="1364013" cy="1364013"/>
            </a:xfrm>
            <a:custGeom>
              <a:avLst/>
              <a:gdLst>
                <a:gd name="connsiteX0" fmla="*/ 1198455 w 1305888"/>
                <a:gd name="connsiteY0" fmla="*/ -171 h 1305888"/>
                <a:gd name="connsiteX1" fmla="*/ 1305856 w 1305888"/>
                <a:gd name="connsiteY1" fmla="*/ -171 h 1305888"/>
                <a:gd name="connsiteX2" fmla="*/ 1305856 w 1305888"/>
                <a:gd name="connsiteY2" fmla="*/ 1305717 h 1305888"/>
                <a:gd name="connsiteX3" fmla="*/ 1198455 w 1305888"/>
                <a:gd name="connsiteY3" fmla="*/ 1305717 h 1305888"/>
                <a:gd name="connsiteX4" fmla="*/ 107368 w 1305888"/>
                <a:gd name="connsiteY4" fmla="*/ 1305717 h 1305888"/>
                <a:gd name="connsiteX5" fmla="*/ -33 w 1305888"/>
                <a:gd name="connsiteY5" fmla="*/ 1305717 h 1305888"/>
                <a:gd name="connsiteX6" fmla="*/ -33 w 1305888"/>
                <a:gd name="connsiteY6" fmla="*/ -171 h 1305888"/>
                <a:gd name="connsiteX7" fmla="*/ 107368 w 1305888"/>
                <a:gd name="connsiteY7" fmla="*/ -171 h 1305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888" h="1305888">
                  <a:moveTo>
                    <a:pt x="1198455" y="-171"/>
                  </a:moveTo>
                  <a:cubicBezTo>
                    <a:pt x="1257771" y="-171"/>
                    <a:pt x="1305856" y="-171"/>
                    <a:pt x="1305856" y="-171"/>
                  </a:cubicBezTo>
                  <a:lnTo>
                    <a:pt x="1305856" y="1305717"/>
                  </a:lnTo>
                  <a:cubicBezTo>
                    <a:pt x="1305856" y="1305717"/>
                    <a:pt x="1257771" y="1305717"/>
                    <a:pt x="1198455" y="1305717"/>
                  </a:cubicBezTo>
                  <a:lnTo>
                    <a:pt x="107368" y="1305717"/>
                  </a:lnTo>
                  <a:cubicBezTo>
                    <a:pt x="48052" y="1305717"/>
                    <a:pt x="-33" y="1305717"/>
                    <a:pt x="-33" y="1305717"/>
                  </a:cubicBezTo>
                  <a:lnTo>
                    <a:pt x="-33" y="-171"/>
                  </a:lnTo>
                  <a:cubicBezTo>
                    <a:pt x="-33" y="-171"/>
                    <a:pt x="48052" y="-171"/>
                    <a:pt x="107368" y="-171"/>
                  </a:cubicBezTo>
                  <a:close/>
                </a:path>
              </a:pathLst>
            </a:custGeom>
            <a:solidFill>
              <a:srgbClr val="FFFFFF"/>
            </a:solidFill>
            <a:ln w="15959"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13" name="Freeform: Shape 12">
              <a:extLst>
                <a:ext uri="{FF2B5EF4-FFF2-40B4-BE49-F238E27FC236}">
                  <a16:creationId xmlns:a16="http://schemas.microsoft.com/office/drawing/2014/main" id="{34D30AFB-FBA4-8448-F80F-D33F37AF3470}"/>
                </a:ext>
              </a:extLst>
            </p:cNvPr>
            <p:cNvSpPr/>
            <p:nvPr/>
          </p:nvSpPr>
          <p:spPr>
            <a:xfrm rot="18900000">
              <a:off x="753926" y="2355998"/>
              <a:ext cx="1139818" cy="1139818"/>
            </a:xfrm>
            <a:custGeom>
              <a:avLst/>
              <a:gdLst>
                <a:gd name="connsiteX0" fmla="*/ 1041901 w 1091246"/>
                <a:gd name="connsiteY0" fmla="*/ -171 h 1091246"/>
                <a:gd name="connsiteX1" fmla="*/ 1091213 w 1091246"/>
                <a:gd name="connsiteY1" fmla="*/ -171 h 1091246"/>
                <a:gd name="connsiteX2" fmla="*/ 1091213 w 1091246"/>
                <a:gd name="connsiteY2" fmla="*/ 1091075 h 1091246"/>
                <a:gd name="connsiteX3" fmla="*/ 1041901 w 1091246"/>
                <a:gd name="connsiteY3" fmla="*/ 1091075 h 1091246"/>
                <a:gd name="connsiteX4" fmla="*/ 49279 w 1091246"/>
                <a:gd name="connsiteY4" fmla="*/ 1091075 h 1091246"/>
                <a:gd name="connsiteX5" fmla="*/ -33 w 1091246"/>
                <a:gd name="connsiteY5" fmla="*/ 1091075 h 1091246"/>
                <a:gd name="connsiteX6" fmla="*/ -33 w 1091246"/>
                <a:gd name="connsiteY6" fmla="*/ -171 h 1091246"/>
                <a:gd name="connsiteX7" fmla="*/ 49279 w 1091246"/>
                <a:gd name="connsiteY7" fmla="*/ -171 h 109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246" h="1091246">
                  <a:moveTo>
                    <a:pt x="1041901" y="-171"/>
                  </a:moveTo>
                  <a:cubicBezTo>
                    <a:pt x="1069136" y="-171"/>
                    <a:pt x="1091213" y="-171"/>
                    <a:pt x="1091213" y="-171"/>
                  </a:cubicBezTo>
                  <a:lnTo>
                    <a:pt x="1091213" y="1091075"/>
                  </a:lnTo>
                  <a:cubicBezTo>
                    <a:pt x="1091213" y="1091075"/>
                    <a:pt x="1069136" y="1091075"/>
                    <a:pt x="1041901" y="1091075"/>
                  </a:cubicBezTo>
                  <a:lnTo>
                    <a:pt x="49279" y="1091075"/>
                  </a:lnTo>
                  <a:cubicBezTo>
                    <a:pt x="22045" y="1091075"/>
                    <a:pt x="-33" y="1091075"/>
                    <a:pt x="-33" y="1091075"/>
                  </a:cubicBezTo>
                  <a:lnTo>
                    <a:pt x="-33" y="-171"/>
                  </a:lnTo>
                  <a:cubicBezTo>
                    <a:pt x="-33" y="-171"/>
                    <a:pt x="22045" y="-171"/>
                    <a:pt x="49279" y="-171"/>
                  </a:cubicBezTo>
                  <a:close/>
                </a:path>
              </a:pathLst>
            </a:custGeom>
            <a:solidFill>
              <a:srgbClr val="FFFFFF"/>
            </a:solidFill>
            <a:ln w="15959"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14" name="Freeform: Shape 13">
              <a:extLst>
                <a:ext uri="{FF2B5EF4-FFF2-40B4-BE49-F238E27FC236}">
                  <a16:creationId xmlns:a16="http://schemas.microsoft.com/office/drawing/2014/main" id="{468142C0-3D26-9CEE-E537-A1F7B4A184FB}"/>
                </a:ext>
              </a:extLst>
            </p:cNvPr>
            <p:cNvSpPr/>
            <p:nvPr/>
          </p:nvSpPr>
          <p:spPr>
            <a:xfrm>
              <a:off x="538640" y="2267937"/>
              <a:ext cx="637376" cy="1315841"/>
            </a:xfrm>
            <a:custGeom>
              <a:avLst/>
              <a:gdLst>
                <a:gd name="connsiteX0" fmla="*/ 13652 w 610215"/>
                <a:gd name="connsiteY0" fmla="*/ 596200 h 1259768"/>
                <a:gd name="connsiteX1" fmla="*/ 13652 w 610215"/>
                <a:gd name="connsiteY1" fmla="*/ 663226 h 1259768"/>
                <a:gd name="connsiteX2" fmla="*/ 610183 w 610215"/>
                <a:gd name="connsiteY2" fmla="*/ 1259597 h 1259768"/>
                <a:gd name="connsiteX3" fmla="*/ 610183 w 610215"/>
                <a:gd name="connsiteY3" fmla="*/ -171 h 1259768"/>
              </a:gdLst>
              <a:ahLst/>
              <a:cxnLst>
                <a:cxn ang="0">
                  <a:pos x="connsiteX0" y="connsiteY0"/>
                </a:cxn>
                <a:cxn ang="0">
                  <a:pos x="connsiteX1" y="connsiteY1"/>
                </a:cxn>
                <a:cxn ang="0">
                  <a:pos x="connsiteX2" y="connsiteY2"/>
                </a:cxn>
                <a:cxn ang="0">
                  <a:pos x="connsiteX3" y="connsiteY3"/>
                </a:cxn>
              </a:cxnLst>
              <a:rect l="l" t="t" r="r" b="b"/>
              <a:pathLst>
                <a:path w="610215" h="1259768">
                  <a:moveTo>
                    <a:pt x="13652" y="596200"/>
                  </a:moveTo>
                  <a:cubicBezTo>
                    <a:pt x="-4595" y="614824"/>
                    <a:pt x="-4595" y="644602"/>
                    <a:pt x="13652" y="663226"/>
                  </a:cubicBezTo>
                  <a:lnTo>
                    <a:pt x="610183" y="1259597"/>
                  </a:lnTo>
                  <a:lnTo>
                    <a:pt x="610183" y="-171"/>
                  </a:lnTo>
                  <a:close/>
                </a:path>
              </a:pathLst>
            </a:custGeom>
            <a:solidFill>
              <a:schemeClr val="accent1"/>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21" name="Freeform: Shape 20">
              <a:extLst>
                <a:ext uri="{FF2B5EF4-FFF2-40B4-BE49-F238E27FC236}">
                  <a16:creationId xmlns:a16="http://schemas.microsoft.com/office/drawing/2014/main" id="{5F29CE1B-AD2A-F188-01E5-2077758D7EC0}"/>
                </a:ext>
              </a:extLst>
            </p:cNvPr>
            <p:cNvSpPr/>
            <p:nvPr/>
          </p:nvSpPr>
          <p:spPr>
            <a:xfrm>
              <a:off x="4844501" y="4328877"/>
              <a:ext cx="1743563" cy="1743563"/>
            </a:xfrm>
            <a:custGeom>
              <a:avLst/>
              <a:gdLst>
                <a:gd name="connsiteX0" fmla="*/ 834599 w 1669264"/>
                <a:gd name="connsiteY0" fmla="*/ 1669093 h 1669264"/>
                <a:gd name="connsiteX1" fmla="*/ -33 w 1669264"/>
                <a:gd name="connsiteY1" fmla="*/ 834461 h 1669264"/>
                <a:gd name="connsiteX2" fmla="*/ 834599 w 1669264"/>
                <a:gd name="connsiteY2" fmla="*/ -171 h 1669264"/>
                <a:gd name="connsiteX3" fmla="*/ 1669231 w 1669264"/>
                <a:gd name="connsiteY3" fmla="*/ 834461 h 1669264"/>
                <a:gd name="connsiteX4" fmla="*/ 834599 w 1669264"/>
                <a:gd name="connsiteY4" fmla="*/ 1669093 h 1669264"/>
                <a:gd name="connsiteX5" fmla="*/ 834599 w 1669264"/>
                <a:gd name="connsiteY5" fmla="*/ 30469 h 1669264"/>
                <a:gd name="connsiteX6" fmla="*/ 30607 w 1669264"/>
                <a:gd name="connsiteY6" fmla="*/ 834461 h 1669264"/>
                <a:gd name="connsiteX7" fmla="*/ 834599 w 1669264"/>
                <a:gd name="connsiteY7" fmla="*/ 1638453 h 1669264"/>
                <a:gd name="connsiteX8" fmla="*/ 1638591 w 1669264"/>
                <a:gd name="connsiteY8" fmla="*/ 834461 h 1669264"/>
                <a:gd name="connsiteX9" fmla="*/ 834599 w 1669264"/>
                <a:gd name="connsiteY9" fmla="*/ 30469 h 166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9264" h="1669264">
                  <a:moveTo>
                    <a:pt x="834599" y="1669093"/>
                  </a:moveTo>
                  <a:cubicBezTo>
                    <a:pt x="373652" y="1669093"/>
                    <a:pt x="-33" y="1295408"/>
                    <a:pt x="-33" y="834461"/>
                  </a:cubicBezTo>
                  <a:cubicBezTo>
                    <a:pt x="-33" y="373514"/>
                    <a:pt x="373652" y="-171"/>
                    <a:pt x="834599" y="-171"/>
                  </a:cubicBezTo>
                  <a:cubicBezTo>
                    <a:pt x="1295546" y="-171"/>
                    <a:pt x="1669231" y="373514"/>
                    <a:pt x="1669231" y="834461"/>
                  </a:cubicBezTo>
                  <a:cubicBezTo>
                    <a:pt x="1668785" y="1295233"/>
                    <a:pt x="1295370" y="1668647"/>
                    <a:pt x="834599" y="1669093"/>
                  </a:cubicBezTo>
                  <a:close/>
                  <a:moveTo>
                    <a:pt x="834599" y="30469"/>
                  </a:moveTo>
                  <a:cubicBezTo>
                    <a:pt x="390568" y="30469"/>
                    <a:pt x="30607" y="390430"/>
                    <a:pt x="30607" y="834461"/>
                  </a:cubicBezTo>
                  <a:cubicBezTo>
                    <a:pt x="30607" y="1278492"/>
                    <a:pt x="390568" y="1638453"/>
                    <a:pt x="834599" y="1638453"/>
                  </a:cubicBezTo>
                  <a:cubicBezTo>
                    <a:pt x="1278630" y="1638453"/>
                    <a:pt x="1638591" y="1278492"/>
                    <a:pt x="1638591" y="834461"/>
                  </a:cubicBezTo>
                  <a:cubicBezTo>
                    <a:pt x="1638144" y="390606"/>
                    <a:pt x="1278454" y="30916"/>
                    <a:pt x="834599" y="30469"/>
                  </a:cubicBezTo>
                  <a:close/>
                </a:path>
              </a:pathLst>
            </a:custGeom>
            <a:solidFill>
              <a:schemeClr val="accent2"/>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22" name="Freeform: Shape 21">
              <a:extLst>
                <a:ext uri="{FF2B5EF4-FFF2-40B4-BE49-F238E27FC236}">
                  <a16:creationId xmlns:a16="http://schemas.microsoft.com/office/drawing/2014/main" id="{38934692-9C11-361E-C538-E739327B5939}"/>
                </a:ext>
              </a:extLst>
            </p:cNvPr>
            <p:cNvSpPr/>
            <p:nvPr/>
          </p:nvSpPr>
          <p:spPr>
            <a:xfrm>
              <a:off x="1481390" y="4326043"/>
              <a:ext cx="2066439" cy="1718560"/>
            </a:xfrm>
            <a:custGeom>
              <a:avLst/>
              <a:gdLst>
                <a:gd name="connsiteX0" fmla="*/ 0 w 1978381"/>
                <a:gd name="connsiteY0" fmla="*/ 1645327 h 1645326"/>
                <a:gd name="connsiteX1" fmla="*/ 1645486 w 1978381"/>
                <a:gd name="connsiteY1" fmla="*/ 0 h 1645326"/>
                <a:gd name="connsiteX2" fmla="*/ 1978382 w 1978381"/>
                <a:gd name="connsiteY2" fmla="*/ 0 h 1645326"/>
              </a:gdLst>
              <a:ahLst/>
              <a:cxnLst>
                <a:cxn ang="0">
                  <a:pos x="connsiteX0" y="connsiteY0"/>
                </a:cxn>
                <a:cxn ang="0">
                  <a:pos x="connsiteX1" y="connsiteY1"/>
                </a:cxn>
                <a:cxn ang="0">
                  <a:pos x="connsiteX2" y="connsiteY2"/>
                </a:cxn>
              </a:cxnLst>
              <a:rect l="l" t="t" r="r" b="b"/>
              <a:pathLst>
                <a:path w="1978381" h="1645326">
                  <a:moveTo>
                    <a:pt x="0" y="1645327"/>
                  </a:moveTo>
                  <a:lnTo>
                    <a:pt x="1645486" y="0"/>
                  </a:lnTo>
                  <a:lnTo>
                    <a:pt x="1978382" y="0"/>
                  </a:lnTo>
                </a:path>
              </a:pathLst>
            </a:custGeom>
            <a:noFill/>
            <a:ln w="15959" cap="flat">
              <a:solidFill>
                <a:srgbClr val="BCBCB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23" name="Freeform: Shape 22">
              <a:extLst>
                <a:ext uri="{FF2B5EF4-FFF2-40B4-BE49-F238E27FC236}">
                  <a16:creationId xmlns:a16="http://schemas.microsoft.com/office/drawing/2014/main" id="{AC3D1705-F6CA-D9F9-E40E-DCA33C0E7672}"/>
                </a:ext>
              </a:extLst>
            </p:cNvPr>
            <p:cNvSpPr/>
            <p:nvPr/>
          </p:nvSpPr>
          <p:spPr>
            <a:xfrm>
              <a:off x="3541829" y="4266201"/>
              <a:ext cx="114015" cy="114015"/>
            </a:xfrm>
            <a:custGeom>
              <a:avLst/>
              <a:gdLst>
                <a:gd name="connsiteX0" fmla="*/ 109156 w 109156"/>
                <a:gd name="connsiteY0" fmla="*/ 54578 h 109156"/>
                <a:gd name="connsiteX1" fmla="*/ 54578 w 109156"/>
                <a:gd name="connsiteY1" fmla="*/ 109156 h 109156"/>
                <a:gd name="connsiteX2" fmla="*/ 0 w 109156"/>
                <a:gd name="connsiteY2" fmla="*/ 54578 h 109156"/>
                <a:gd name="connsiteX3" fmla="*/ 54578 w 109156"/>
                <a:gd name="connsiteY3" fmla="*/ 0 h 109156"/>
                <a:gd name="connsiteX4" fmla="*/ 109156 w 109156"/>
                <a:gd name="connsiteY4" fmla="*/ 54578 h 109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156" h="109156">
                  <a:moveTo>
                    <a:pt x="109156" y="54578"/>
                  </a:moveTo>
                  <a:cubicBezTo>
                    <a:pt x="109156" y="84721"/>
                    <a:pt x="84721" y="109156"/>
                    <a:pt x="54578" y="109156"/>
                  </a:cubicBezTo>
                  <a:cubicBezTo>
                    <a:pt x="24436" y="109156"/>
                    <a:pt x="0" y="84721"/>
                    <a:pt x="0" y="54578"/>
                  </a:cubicBezTo>
                  <a:cubicBezTo>
                    <a:pt x="0" y="24436"/>
                    <a:pt x="24436" y="0"/>
                    <a:pt x="54578" y="0"/>
                  </a:cubicBezTo>
                  <a:cubicBezTo>
                    <a:pt x="84721" y="0"/>
                    <a:pt x="109156" y="24436"/>
                    <a:pt x="109156" y="54578"/>
                  </a:cubicBezTo>
                  <a:close/>
                </a:path>
              </a:pathLst>
            </a:custGeom>
            <a:noFill/>
            <a:ln w="15959" cap="flat">
              <a:solidFill>
                <a:srgbClr val="BCBCB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24" name="Freeform: Shape 23">
              <a:extLst>
                <a:ext uri="{FF2B5EF4-FFF2-40B4-BE49-F238E27FC236}">
                  <a16:creationId xmlns:a16="http://schemas.microsoft.com/office/drawing/2014/main" id="{339A6900-2AC1-56F7-4D27-245B47489E27}"/>
                </a:ext>
              </a:extLst>
            </p:cNvPr>
            <p:cNvSpPr/>
            <p:nvPr/>
          </p:nvSpPr>
          <p:spPr>
            <a:xfrm>
              <a:off x="2372841" y="4624248"/>
              <a:ext cx="3901682" cy="1152819"/>
            </a:xfrm>
            <a:custGeom>
              <a:avLst/>
              <a:gdLst>
                <a:gd name="connsiteX0" fmla="*/ 3183379 w 3735418"/>
                <a:gd name="connsiteY0" fmla="*/ 1103523 h 1103693"/>
                <a:gd name="connsiteX1" fmla="*/ -33 w 3735418"/>
                <a:gd name="connsiteY1" fmla="*/ 1103523 h 1103693"/>
                <a:gd name="connsiteX2" fmla="*/ -33 w 3735418"/>
                <a:gd name="connsiteY2" fmla="*/ -171 h 1103693"/>
                <a:gd name="connsiteX3" fmla="*/ 3183379 w 3735418"/>
                <a:gd name="connsiteY3" fmla="*/ -171 h 1103693"/>
                <a:gd name="connsiteX4" fmla="*/ 3735386 w 3735418"/>
                <a:gd name="connsiteY4" fmla="*/ 551676 h 1103693"/>
                <a:gd name="connsiteX5" fmla="*/ 3735386 w 3735418"/>
                <a:gd name="connsiteY5" fmla="*/ 551676 h 1103693"/>
                <a:gd name="connsiteX6" fmla="*/ 3183379 w 3735418"/>
                <a:gd name="connsiteY6" fmla="*/ 1103523 h 1103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35418" h="1103693">
                  <a:moveTo>
                    <a:pt x="3183379" y="1103523"/>
                  </a:moveTo>
                  <a:lnTo>
                    <a:pt x="-33" y="1103523"/>
                  </a:lnTo>
                  <a:lnTo>
                    <a:pt x="-33" y="-171"/>
                  </a:lnTo>
                  <a:lnTo>
                    <a:pt x="3183379" y="-171"/>
                  </a:lnTo>
                  <a:cubicBezTo>
                    <a:pt x="3488188" y="-171"/>
                    <a:pt x="3735290" y="246867"/>
                    <a:pt x="3735386" y="551676"/>
                  </a:cubicBezTo>
                  <a:lnTo>
                    <a:pt x="3735386" y="551676"/>
                  </a:lnTo>
                  <a:cubicBezTo>
                    <a:pt x="3735290" y="856484"/>
                    <a:pt x="3488188" y="1103523"/>
                    <a:pt x="3183379" y="1103523"/>
                  </a:cubicBezTo>
                  <a:close/>
                </a:path>
              </a:pathLst>
            </a:custGeom>
            <a:solidFill>
              <a:srgbClr val="FFFFFF"/>
            </a:solidFill>
            <a:ln w="15959"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25" name="Freeform: Shape 24">
              <a:extLst>
                <a:ext uri="{FF2B5EF4-FFF2-40B4-BE49-F238E27FC236}">
                  <a16:creationId xmlns:a16="http://schemas.microsoft.com/office/drawing/2014/main" id="{42E5EEC8-DB9C-CE41-EA04-74707FD2E763}"/>
                </a:ext>
              </a:extLst>
            </p:cNvPr>
            <p:cNvSpPr/>
            <p:nvPr/>
          </p:nvSpPr>
          <p:spPr>
            <a:xfrm>
              <a:off x="2412180" y="4664254"/>
              <a:ext cx="3822171" cy="1072808"/>
            </a:xfrm>
            <a:custGeom>
              <a:avLst/>
              <a:gdLst>
                <a:gd name="connsiteX0" fmla="*/ 3145717 w 3659295"/>
                <a:gd name="connsiteY0" fmla="*/ 1026921 h 1027092"/>
                <a:gd name="connsiteX1" fmla="*/ -33 w 3659295"/>
                <a:gd name="connsiteY1" fmla="*/ 1026921 h 1027092"/>
                <a:gd name="connsiteX2" fmla="*/ -33 w 3659295"/>
                <a:gd name="connsiteY2" fmla="*/ -171 h 1027092"/>
                <a:gd name="connsiteX3" fmla="*/ 3145717 w 3659295"/>
                <a:gd name="connsiteY3" fmla="*/ -171 h 1027092"/>
                <a:gd name="connsiteX4" fmla="*/ 3659263 w 3659295"/>
                <a:gd name="connsiteY4" fmla="*/ 513375 h 1027092"/>
                <a:gd name="connsiteX5" fmla="*/ 3145717 w 3659295"/>
                <a:gd name="connsiteY5" fmla="*/ 1026921 h 1027092"/>
                <a:gd name="connsiteX6" fmla="*/ 46566 w 3659295"/>
                <a:gd name="connsiteY6" fmla="*/ 980960 h 1027092"/>
                <a:gd name="connsiteX7" fmla="*/ 3145717 w 3659295"/>
                <a:gd name="connsiteY7" fmla="*/ 980960 h 1027092"/>
                <a:gd name="connsiteX8" fmla="*/ 3613303 w 3659295"/>
                <a:gd name="connsiteY8" fmla="*/ 513375 h 1027092"/>
                <a:gd name="connsiteX9" fmla="*/ 3145717 w 3659295"/>
                <a:gd name="connsiteY9" fmla="*/ 45790 h 1027092"/>
                <a:gd name="connsiteX10" fmla="*/ 46566 w 3659295"/>
                <a:gd name="connsiteY10" fmla="*/ 45790 h 102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59295" h="1027092">
                  <a:moveTo>
                    <a:pt x="3145717" y="1026921"/>
                  </a:moveTo>
                  <a:lnTo>
                    <a:pt x="-33" y="1026921"/>
                  </a:lnTo>
                  <a:lnTo>
                    <a:pt x="-33" y="-171"/>
                  </a:lnTo>
                  <a:lnTo>
                    <a:pt x="3145717" y="-171"/>
                  </a:lnTo>
                  <a:cubicBezTo>
                    <a:pt x="3429349" y="-171"/>
                    <a:pt x="3659263" y="229744"/>
                    <a:pt x="3659263" y="513375"/>
                  </a:cubicBezTo>
                  <a:cubicBezTo>
                    <a:pt x="3659263" y="797007"/>
                    <a:pt x="3429349" y="1026921"/>
                    <a:pt x="3145717" y="1026921"/>
                  </a:cubicBezTo>
                  <a:close/>
                  <a:moveTo>
                    <a:pt x="46566" y="980960"/>
                  </a:moveTo>
                  <a:lnTo>
                    <a:pt x="3145717" y="980960"/>
                  </a:lnTo>
                  <a:cubicBezTo>
                    <a:pt x="3403959" y="980960"/>
                    <a:pt x="3613303" y="771617"/>
                    <a:pt x="3613303" y="513375"/>
                  </a:cubicBezTo>
                  <a:cubicBezTo>
                    <a:pt x="3613303" y="255134"/>
                    <a:pt x="3403959" y="45790"/>
                    <a:pt x="3145717" y="45790"/>
                  </a:cubicBezTo>
                  <a:lnTo>
                    <a:pt x="46566" y="45790"/>
                  </a:lnTo>
                  <a:close/>
                </a:path>
              </a:pathLst>
            </a:custGeom>
            <a:solidFill>
              <a:srgbClr val="FFFFFF"/>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26" name="Freeform: Shape 25">
              <a:extLst>
                <a:ext uri="{FF2B5EF4-FFF2-40B4-BE49-F238E27FC236}">
                  <a16:creationId xmlns:a16="http://schemas.microsoft.com/office/drawing/2014/main" id="{5375001A-192A-5566-988D-9C097B57F388}"/>
                </a:ext>
              </a:extLst>
            </p:cNvPr>
            <p:cNvSpPr/>
            <p:nvPr/>
          </p:nvSpPr>
          <p:spPr>
            <a:xfrm>
              <a:off x="2429015" y="5523867"/>
              <a:ext cx="2299303" cy="427056"/>
            </a:xfrm>
            <a:custGeom>
              <a:avLst/>
              <a:gdLst>
                <a:gd name="connsiteX0" fmla="*/ 1996894 w 2201322"/>
                <a:gd name="connsiteY0" fmla="*/ 0 h 408858"/>
                <a:gd name="connsiteX1" fmla="*/ 2201323 w 2201322"/>
                <a:gd name="connsiteY1" fmla="*/ 0 h 408858"/>
                <a:gd name="connsiteX2" fmla="*/ 2201323 w 2201322"/>
                <a:gd name="connsiteY2" fmla="*/ 408858 h 408858"/>
                <a:gd name="connsiteX3" fmla="*/ 1996894 w 2201322"/>
                <a:gd name="connsiteY3" fmla="*/ 408858 h 408858"/>
                <a:gd name="connsiteX4" fmla="*/ 204429 w 2201322"/>
                <a:gd name="connsiteY4" fmla="*/ 408858 h 408858"/>
                <a:gd name="connsiteX5" fmla="*/ 0 w 2201322"/>
                <a:gd name="connsiteY5" fmla="*/ 408858 h 408858"/>
                <a:gd name="connsiteX6" fmla="*/ 0 w 2201322"/>
                <a:gd name="connsiteY6" fmla="*/ 0 h 408858"/>
                <a:gd name="connsiteX7" fmla="*/ 204429 w 2201322"/>
                <a:gd name="connsiteY7" fmla="*/ 0 h 40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1322" h="408858">
                  <a:moveTo>
                    <a:pt x="1996894" y="0"/>
                  </a:moveTo>
                  <a:cubicBezTo>
                    <a:pt x="2109797" y="0"/>
                    <a:pt x="2201323" y="0"/>
                    <a:pt x="2201323" y="0"/>
                  </a:cubicBezTo>
                  <a:lnTo>
                    <a:pt x="2201323" y="408858"/>
                  </a:lnTo>
                  <a:cubicBezTo>
                    <a:pt x="2201323" y="408858"/>
                    <a:pt x="2109797" y="408858"/>
                    <a:pt x="1996894" y="408858"/>
                  </a:cubicBezTo>
                  <a:lnTo>
                    <a:pt x="204429" y="408858"/>
                  </a:lnTo>
                  <a:cubicBezTo>
                    <a:pt x="91526" y="408858"/>
                    <a:pt x="0" y="408858"/>
                    <a:pt x="0" y="408858"/>
                  </a:cubicBezTo>
                  <a:lnTo>
                    <a:pt x="0" y="0"/>
                  </a:lnTo>
                  <a:cubicBezTo>
                    <a:pt x="0" y="0"/>
                    <a:pt x="91526" y="0"/>
                    <a:pt x="204429" y="0"/>
                  </a:cubicBezTo>
                  <a:close/>
                </a:path>
              </a:pathLst>
            </a:custGeom>
            <a:solidFill>
              <a:srgbClr val="FFFFFF"/>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27" name="Freeform: Shape 26">
              <a:extLst>
                <a:ext uri="{FF2B5EF4-FFF2-40B4-BE49-F238E27FC236}">
                  <a16:creationId xmlns:a16="http://schemas.microsoft.com/office/drawing/2014/main" id="{6E61BC5E-9FF4-EF3A-0E8C-17515F3431A2}"/>
                </a:ext>
              </a:extLst>
            </p:cNvPr>
            <p:cNvSpPr/>
            <p:nvPr/>
          </p:nvSpPr>
          <p:spPr>
            <a:xfrm>
              <a:off x="2466352" y="5555787"/>
              <a:ext cx="2235465" cy="363053"/>
            </a:xfrm>
            <a:custGeom>
              <a:avLst/>
              <a:gdLst>
                <a:gd name="connsiteX0" fmla="*/ 168491 w 2140204"/>
                <a:gd name="connsiteY0" fmla="*/ 347328 h 347582"/>
                <a:gd name="connsiteX1" fmla="*/ 48 w 2140204"/>
                <a:gd name="connsiteY1" fmla="*/ 168353 h 347582"/>
                <a:gd name="connsiteX2" fmla="*/ 168491 w 2140204"/>
                <a:gd name="connsiteY2" fmla="*/ -90 h 347582"/>
                <a:gd name="connsiteX3" fmla="*/ 1961115 w 2140204"/>
                <a:gd name="connsiteY3" fmla="*/ -90 h 347582"/>
                <a:gd name="connsiteX4" fmla="*/ 2140090 w 2140204"/>
                <a:gd name="connsiteY4" fmla="*/ 168353 h 347582"/>
                <a:gd name="connsiteX5" fmla="*/ 1971648 w 2140204"/>
                <a:gd name="connsiteY5" fmla="*/ 347328 h 347582"/>
                <a:gd name="connsiteX6" fmla="*/ 1961115 w 2140204"/>
                <a:gd name="connsiteY6" fmla="*/ 347328 h 347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40204" h="347582">
                  <a:moveTo>
                    <a:pt x="168491" y="347328"/>
                  </a:moveTo>
                  <a:cubicBezTo>
                    <a:pt x="72548" y="344424"/>
                    <a:pt x="-2856" y="264296"/>
                    <a:pt x="48" y="168353"/>
                  </a:cubicBezTo>
                  <a:cubicBezTo>
                    <a:pt x="2825" y="76495"/>
                    <a:pt x="76633" y="2687"/>
                    <a:pt x="168491" y="-90"/>
                  </a:cubicBezTo>
                  <a:lnTo>
                    <a:pt x="1961115" y="-90"/>
                  </a:lnTo>
                  <a:cubicBezTo>
                    <a:pt x="2057058" y="-2994"/>
                    <a:pt x="2137186" y="72410"/>
                    <a:pt x="2140090" y="168353"/>
                  </a:cubicBezTo>
                  <a:cubicBezTo>
                    <a:pt x="2142995" y="264296"/>
                    <a:pt x="2067591" y="344424"/>
                    <a:pt x="1971648" y="347328"/>
                  </a:cubicBezTo>
                  <a:cubicBezTo>
                    <a:pt x="1968137" y="347440"/>
                    <a:pt x="1964626" y="347440"/>
                    <a:pt x="1961115" y="347328"/>
                  </a:cubicBezTo>
                  <a:close/>
                </a:path>
              </a:pathLst>
            </a:custGeom>
            <a:solidFill>
              <a:schemeClr val="accent2"/>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28" name="Freeform: Shape 27">
              <a:extLst>
                <a:ext uri="{FF2B5EF4-FFF2-40B4-BE49-F238E27FC236}">
                  <a16:creationId xmlns:a16="http://schemas.microsoft.com/office/drawing/2014/main" id="{56F8F508-D098-BD5F-E1B3-7984835E46DD}"/>
                </a:ext>
              </a:extLst>
            </p:cNvPr>
            <p:cNvSpPr/>
            <p:nvPr/>
          </p:nvSpPr>
          <p:spPr>
            <a:xfrm rot="18900000">
              <a:off x="1725200" y="4518887"/>
              <a:ext cx="1364013" cy="1364013"/>
            </a:xfrm>
            <a:custGeom>
              <a:avLst/>
              <a:gdLst>
                <a:gd name="connsiteX0" fmla="*/ 1198455 w 1305888"/>
                <a:gd name="connsiteY0" fmla="*/ -171 h 1305888"/>
                <a:gd name="connsiteX1" fmla="*/ 1305856 w 1305888"/>
                <a:gd name="connsiteY1" fmla="*/ -171 h 1305888"/>
                <a:gd name="connsiteX2" fmla="*/ 1305856 w 1305888"/>
                <a:gd name="connsiteY2" fmla="*/ 1305717 h 1305888"/>
                <a:gd name="connsiteX3" fmla="*/ 1198455 w 1305888"/>
                <a:gd name="connsiteY3" fmla="*/ 1305717 h 1305888"/>
                <a:gd name="connsiteX4" fmla="*/ 107368 w 1305888"/>
                <a:gd name="connsiteY4" fmla="*/ 1305717 h 1305888"/>
                <a:gd name="connsiteX5" fmla="*/ -33 w 1305888"/>
                <a:gd name="connsiteY5" fmla="*/ 1305717 h 1305888"/>
                <a:gd name="connsiteX6" fmla="*/ -33 w 1305888"/>
                <a:gd name="connsiteY6" fmla="*/ -171 h 1305888"/>
                <a:gd name="connsiteX7" fmla="*/ 107368 w 1305888"/>
                <a:gd name="connsiteY7" fmla="*/ -171 h 1305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888" h="1305888">
                  <a:moveTo>
                    <a:pt x="1198455" y="-171"/>
                  </a:moveTo>
                  <a:cubicBezTo>
                    <a:pt x="1257771" y="-171"/>
                    <a:pt x="1305856" y="-171"/>
                    <a:pt x="1305856" y="-171"/>
                  </a:cubicBezTo>
                  <a:lnTo>
                    <a:pt x="1305856" y="1305717"/>
                  </a:lnTo>
                  <a:cubicBezTo>
                    <a:pt x="1305856" y="1305717"/>
                    <a:pt x="1257771" y="1305717"/>
                    <a:pt x="1198455" y="1305717"/>
                  </a:cubicBezTo>
                  <a:lnTo>
                    <a:pt x="107368" y="1305717"/>
                  </a:lnTo>
                  <a:cubicBezTo>
                    <a:pt x="48052" y="1305717"/>
                    <a:pt x="-33" y="1305717"/>
                    <a:pt x="-33" y="1305717"/>
                  </a:cubicBezTo>
                  <a:lnTo>
                    <a:pt x="-33" y="-171"/>
                  </a:lnTo>
                  <a:cubicBezTo>
                    <a:pt x="-33" y="-171"/>
                    <a:pt x="48052" y="-171"/>
                    <a:pt x="107368" y="-171"/>
                  </a:cubicBezTo>
                  <a:close/>
                </a:path>
              </a:pathLst>
            </a:custGeom>
            <a:solidFill>
              <a:srgbClr val="FFFFFF"/>
            </a:solidFill>
            <a:ln w="15959"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29" name="Freeform: Shape 28">
              <a:extLst>
                <a:ext uri="{FF2B5EF4-FFF2-40B4-BE49-F238E27FC236}">
                  <a16:creationId xmlns:a16="http://schemas.microsoft.com/office/drawing/2014/main" id="{15090809-BF27-4CD5-A8D9-81BAD0B53793}"/>
                </a:ext>
              </a:extLst>
            </p:cNvPr>
            <p:cNvSpPr/>
            <p:nvPr/>
          </p:nvSpPr>
          <p:spPr>
            <a:xfrm rot="18900000">
              <a:off x="1837299" y="4630866"/>
              <a:ext cx="1139818" cy="1139818"/>
            </a:xfrm>
            <a:custGeom>
              <a:avLst/>
              <a:gdLst>
                <a:gd name="connsiteX0" fmla="*/ 1041901 w 1091246"/>
                <a:gd name="connsiteY0" fmla="*/ -171 h 1091246"/>
                <a:gd name="connsiteX1" fmla="*/ 1091213 w 1091246"/>
                <a:gd name="connsiteY1" fmla="*/ -171 h 1091246"/>
                <a:gd name="connsiteX2" fmla="*/ 1091213 w 1091246"/>
                <a:gd name="connsiteY2" fmla="*/ 1091075 h 1091246"/>
                <a:gd name="connsiteX3" fmla="*/ 1041901 w 1091246"/>
                <a:gd name="connsiteY3" fmla="*/ 1091075 h 1091246"/>
                <a:gd name="connsiteX4" fmla="*/ 49279 w 1091246"/>
                <a:gd name="connsiteY4" fmla="*/ 1091075 h 1091246"/>
                <a:gd name="connsiteX5" fmla="*/ -33 w 1091246"/>
                <a:gd name="connsiteY5" fmla="*/ 1091075 h 1091246"/>
                <a:gd name="connsiteX6" fmla="*/ -33 w 1091246"/>
                <a:gd name="connsiteY6" fmla="*/ -171 h 1091246"/>
                <a:gd name="connsiteX7" fmla="*/ 49279 w 1091246"/>
                <a:gd name="connsiteY7" fmla="*/ -171 h 109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246" h="1091246">
                  <a:moveTo>
                    <a:pt x="1041901" y="-171"/>
                  </a:moveTo>
                  <a:cubicBezTo>
                    <a:pt x="1069136" y="-171"/>
                    <a:pt x="1091213" y="-171"/>
                    <a:pt x="1091213" y="-171"/>
                  </a:cubicBezTo>
                  <a:lnTo>
                    <a:pt x="1091213" y="1091075"/>
                  </a:lnTo>
                  <a:cubicBezTo>
                    <a:pt x="1091213" y="1091075"/>
                    <a:pt x="1069136" y="1091075"/>
                    <a:pt x="1041901" y="1091075"/>
                  </a:cubicBezTo>
                  <a:lnTo>
                    <a:pt x="49279" y="1091075"/>
                  </a:lnTo>
                  <a:cubicBezTo>
                    <a:pt x="22045" y="1091075"/>
                    <a:pt x="-33" y="1091075"/>
                    <a:pt x="-33" y="1091075"/>
                  </a:cubicBezTo>
                  <a:lnTo>
                    <a:pt x="-33" y="-171"/>
                  </a:lnTo>
                  <a:cubicBezTo>
                    <a:pt x="-33" y="-171"/>
                    <a:pt x="22045" y="-171"/>
                    <a:pt x="49279" y="-171"/>
                  </a:cubicBezTo>
                  <a:close/>
                </a:path>
              </a:pathLst>
            </a:custGeom>
            <a:solidFill>
              <a:srgbClr val="FFFFFF"/>
            </a:solidFill>
            <a:ln w="15959"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30" name="Freeform: Shape 29">
              <a:extLst>
                <a:ext uri="{FF2B5EF4-FFF2-40B4-BE49-F238E27FC236}">
                  <a16:creationId xmlns:a16="http://schemas.microsoft.com/office/drawing/2014/main" id="{99BADFC7-7067-602B-5A38-7F49894DED53}"/>
                </a:ext>
              </a:extLst>
            </p:cNvPr>
            <p:cNvSpPr/>
            <p:nvPr/>
          </p:nvSpPr>
          <p:spPr>
            <a:xfrm>
              <a:off x="1621955" y="4542738"/>
              <a:ext cx="637204" cy="1316507"/>
            </a:xfrm>
            <a:custGeom>
              <a:avLst/>
              <a:gdLst>
                <a:gd name="connsiteX0" fmla="*/ 13648 w 610051"/>
                <a:gd name="connsiteY0" fmla="*/ 596839 h 1260406"/>
                <a:gd name="connsiteX1" fmla="*/ 13648 w 610051"/>
                <a:gd name="connsiteY1" fmla="*/ 663865 h 1260406"/>
                <a:gd name="connsiteX2" fmla="*/ 610019 w 610051"/>
                <a:gd name="connsiteY2" fmla="*/ 1260236 h 1260406"/>
                <a:gd name="connsiteX3" fmla="*/ 610019 w 610051"/>
                <a:gd name="connsiteY3" fmla="*/ -171 h 1260406"/>
              </a:gdLst>
              <a:ahLst/>
              <a:cxnLst>
                <a:cxn ang="0">
                  <a:pos x="connsiteX0" y="connsiteY0"/>
                </a:cxn>
                <a:cxn ang="0">
                  <a:pos x="connsiteX1" y="connsiteY1"/>
                </a:cxn>
                <a:cxn ang="0">
                  <a:pos x="connsiteX2" y="connsiteY2"/>
                </a:cxn>
                <a:cxn ang="0">
                  <a:pos x="connsiteX3" y="connsiteY3"/>
                </a:cxn>
              </a:cxnLst>
              <a:rect l="l" t="t" r="r" b="b"/>
              <a:pathLst>
                <a:path w="610051" h="1260406">
                  <a:moveTo>
                    <a:pt x="13648" y="596839"/>
                  </a:moveTo>
                  <a:cubicBezTo>
                    <a:pt x="-4593" y="615462"/>
                    <a:pt x="-4593" y="645241"/>
                    <a:pt x="13648" y="663865"/>
                  </a:cubicBezTo>
                  <a:lnTo>
                    <a:pt x="610019" y="1260236"/>
                  </a:lnTo>
                  <a:lnTo>
                    <a:pt x="610019" y="-171"/>
                  </a:lnTo>
                  <a:close/>
                </a:path>
              </a:pathLst>
            </a:custGeom>
            <a:solidFill>
              <a:schemeClr val="accent2"/>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35" name="Freeform: Shape 34">
              <a:extLst>
                <a:ext uri="{FF2B5EF4-FFF2-40B4-BE49-F238E27FC236}">
                  <a16:creationId xmlns:a16="http://schemas.microsoft.com/office/drawing/2014/main" id="{3B7975CE-D11D-C12F-FF3C-5F0A9C7E585A}"/>
                </a:ext>
              </a:extLst>
            </p:cNvPr>
            <p:cNvSpPr/>
            <p:nvPr/>
          </p:nvSpPr>
          <p:spPr>
            <a:xfrm>
              <a:off x="8967046" y="2054075"/>
              <a:ext cx="1743564" cy="1743563"/>
            </a:xfrm>
            <a:custGeom>
              <a:avLst/>
              <a:gdLst>
                <a:gd name="connsiteX0" fmla="*/ 834599 w 1669265"/>
                <a:gd name="connsiteY0" fmla="*/ 1669094 h 1669264"/>
                <a:gd name="connsiteX1" fmla="*/ -33 w 1669265"/>
                <a:gd name="connsiteY1" fmla="*/ 834461 h 1669264"/>
                <a:gd name="connsiteX2" fmla="*/ 834599 w 1669265"/>
                <a:gd name="connsiteY2" fmla="*/ -171 h 1669264"/>
                <a:gd name="connsiteX3" fmla="*/ 1669232 w 1669265"/>
                <a:gd name="connsiteY3" fmla="*/ 834461 h 1669264"/>
                <a:gd name="connsiteX4" fmla="*/ 834599 w 1669265"/>
                <a:gd name="connsiteY4" fmla="*/ 1669094 h 1669264"/>
                <a:gd name="connsiteX5" fmla="*/ 834599 w 1669265"/>
                <a:gd name="connsiteY5" fmla="*/ 30470 h 1669264"/>
                <a:gd name="connsiteX6" fmla="*/ 30607 w 1669265"/>
                <a:gd name="connsiteY6" fmla="*/ 834461 h 1669264"/>
                <a:gd name="connsiteX7" fmla="*/ 834599 w 1669265"/>
                <a:gd name="connsiteY7" fmla="*/ 1638453 h 1669264"/>
                <a:gd name="connsiteX8" fmla="*/ 1638591 w 1669265"/>
                <a:gd name="connsiteY8" fmla="*/ 834461 h 1669264"/>
                <a:gd name="connsiteX9" fmla="*/ 834599 w 1669265"/>
                <a:gd name="connsiteY9" fmla="*/ 30470 h 166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69265" h="1669264">
                  <a:moveTo>
                    <a:pt x="834599" y="1669094"/>
                  </a:moveTo>
                  <a:cubicBezTo>
                    <a:pt x="373637" y="1669094"/>
                    <a:pt x="-33" y="1295424"/>
                    <a:pt x="-33" y="834461"/>
                  </a:cubicBezTo>
                  <a:cubicBezTo>
                    <a:pt x="-33" y="373514"/>
                    <a:pt x="373653" y="-171"/>
                    <a:pt x="834599" y="-171"/>
                  </a:cubicBezTo>
                  <a:cubicBezTo>
                    <a:pt x="1295547" y="-171"/>
                    <a:pt x="1669232" y="373514"/>
                    <a:pt x="1669232" y="834461"/>
                  </a:cubicBezTo>
                  <a:cubicBezTo>
                    <a:pt x="1668705" y="1295201"/>
                    <a:pt x="1295339" y="1668567"/>
                    <a:pt x="834599" y="1669094"/>
                  </a:cubicBezTo>
                  <a:close/>
                  <a:moveTo>
                    <a:pt x="834599" y="30470"/>
                  </a:moveTo>
                  <a:cubicBezTo>
                    <a:pt x="390569" y="30470"/>
                    <a:pt x="30607" y="390431"/>
                    <a:pt x="30607" y="834461"/>
                  </a:cubicBezTo>
                  <a:cubicBezTo>
                    <a:pt x="30607" y="1278492"/>
                    <a:pt x="390569" y="1638453"/>
                    <a:pt x="834599" y="1638453"/>
                  </a:cubicBezTo>
                  <a:cubicBezTo>
                    <a:pt x="1278631" y="1638453"/>
                    <a:pt x="1638591" y="1278492"/>
                    <a:pt x="1638591" y="834461"/>
                  </a:cubicBezTo>
                  <a:cubicBezTo>
                    <a:pt x="1638145" y="390606"/>
                    <a:pt x="1278455" y="30916"/>
                    <a:pt x="834599" y="30470"/>
                  </a:cubicBezTo>
                  <a:close/>
                </a:path>
              </a:pathLst>
            </a:custGeom>
            <a:solidFill>
              <a:schemeClr val="accent3"/>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36" name="Freeform: Shape 35">
              <a:extLst>
                <a:ext uri="{FF2B5EF4-FFF2-40B4-BE49-F238E27FC236}">
                  <a16:creationId xmlns:a16="http://schemas.microsoft.com/office/drawing/2014/main" id="{BD5FC240-D128-FDCD-6B6F-7B2B2A97266C}"/>
                </a:ext>
              </a:extLst>
            </p:cNvPr>
            <p:cNvSpPr/>
            <p:nvPr/>
          </p:nvSpPr>
          <p:spPr>
            <a:xfrm>
              <a:off x="5603935" y="2051074"/>
              <a:ext cx="2066439" cy="1718727"/>
            </a:xfrm>
            <a:custGeom>
              <a:avLst/>
              <a:gdLst>
                <a:gd name="connsiteX0" fmla="*/ 0 w 1978381"/>
                <a:gd name="connsiteY0" fmla="*/ 1645486 h 1645486"/>
                <a:gd name="connsiteX1" fmla="*/ 1645327 w 1978381"/>
                <a:gd name="connsiteY1" fmla="*/ 0 h 1645486"/>
                <a:gd name="connsiteX2" fmla="*/ 1978382 w 1978381"/>
                <a:gd name="connsiteY2" fmla="*/ 0 h 1645486"/>
              </a:gdLst>
              <a:ahLst/>
              <a:cxnLst>
                <a:cxn ang="0">
                  <a:pos x="connsiteX0" y="connsiteY0"/>
                </a:cxn>
                <a:cxn ang="0">
                  <a:pos x="connsiteX1" y="connsiteY1"/>
                </a:cxn>
                <a:cxn ang="0">
                  <a:pos x="connsiteX2" y="connsiteY2"/>
                </a:cxn>
              </a:cxnLst>
              <a:rect l="l" t="t" r="r" b="b"/>
              <a:pathLst>
                <a:path w="1978381" h="1645486">
                  <a:moveTo>
                    <a:pt x="0" y="1645486"/>
                  </a:moveTo>
                  <a:lnTo>
                    <a:pt x="1645327" y="0"/>
                  </a:lnTo>
                  <a:lnTo>
                    <a:pt x="1978382" y="0"/>
                  </a:lnTo>
                </a:path>
              </a:pathLst>
            </a:custGeom>
            <a:noFill/>
            <a:ln w="15959" cap="flat">
              <a:solidFill>
                <a:srgbClr val="BCBCB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37" name="Freeform: Shape 36">
              <a:extLst>
                <a:ext uri="{FF2B5EF4-FFF2-40B4-BE49-F238E27FC236}">
                  <a16:creationId xmlns:a16="http://schemas.microsoft.com/office/drawing/2014/main" id="{89A48F7C-F4B4-AF42-3E7C-D17806D52E69}"/>
                </a:ext>
              </a:extLst>
            </p:cNvPr>
            <p:cNvSpPr/>
            <p:nvPr/>
          </p:nvSpPr>
          <p:spPr>
            <a:xfrm>
              <a:off x="7664208" y="1991400"/>
              <a:ext cx="114015" cy="114015"/>
            </a:xfrm>
            <a:custGeom>
              <a:avLst/>
              <a:gdLst>
                <a:gd name="connsiteX0" fmla="*/ 109157 w 109156"/>
                <a:gd name="connsiteY0" fmla="*/ 54578 h 109156"/>
                <a:gd name="connsiteX1" fmla="*/ 54578 w 109156"/>
                <a:gd name="connsiteY1" fmla="*/ 109157 h 109156"/>
                <a:gd name="connsiteX2" fmla="*/ 0 w 109156"/>
                <a:gd name="connsiteY2" fmla="*/ 54578 h 109156"/>
                <a:gd name="connsiteX3" fmla="*/ 54578 w 109156"/>
                <a:gd name="connsiteY3" fmla="*/ 0 h 109156"/>
                <a:gd name="connsiteX4" fmla="*/ 109157 w 109156"/>
                <a:gd name="connsiteY4" fmla="*/ 54578 h 109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156" h="109156">
                  <a:moveTo>
                    <a:pt x="109157" y="54578"/>
                  </a:moveTo>
                  <a:cubicBezTo>
                    <a:pt x="109157" y="84721"/>
                    <a:pt x="84721" y="109157"/>
                    <a:pt x="54578" y="109157"/>
                  </a:cubicBezTo>
                  <a:cubicBezTo>
                    <a:pt x="24435" y="109157"/>
                    <a:pt x="0" y="84721"/>
                    <a:pt x="0" y="54578"/>
                  </a:cubicBezTo>
                  <a:cubicBezTo>
                    <a:pt x="0" y="24436"/>
                    <a:pt x="24435" y="0"/>
                    <a:pt x="54578" y="0"/>
                  </a:cubicBezTo>
                  <a:cubicBezTo>
                    <a:pt x="84721" y="0"/>
                    <a:pt x="109157" y="24436"/>
                    <a:pt x="109157" y="54578"/>
                  </a:cubicBezTo>
                  <a:close/>
                </a:path>
              </a:pathLst>
            </a:custGeom>
            <a:noFill/>
            <a:ln w="15959" cap="flat">
              <a:solidFill>
                <a:srgbClr val="BCBCB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38" name="Freeform: Shape 37">
              <a:extLst>
                <a:ext uri="{FF2B5EF4-FFF2-40B4-BE49-F238E27FC236}">
                  <a16:creationId xmlns:a16="http://schemas.microsoft.com/office/drawing/2014/main" id="{4B8274D8-B5A6-C31B-71FA-06886CD89B2E}"/>
                </a:ext>
              </a:extLst>
            </p:cNvPr>
            <p:cNvSpPr/>
            <p:nvPr/>
          </p:nvSpPr>
          <p:spPr>
            <a:xfrm>
              <a:off x="6496053" y="2349281"/>
              <a:ext cx="3900515" cy="1152986"/>
            </a:xfrm>
            <a:custGeom>
              <a:avLst/>
              <a:gdLst>
                <a:gd name="connsiteX0" fmla="*/ 3182741 w 3734301"/>
                <a:gd name="connsiteY0" fmla="*/ 1103682 h 1103853"/>
                <a:gd name="connsiteX1" fmla="*/ -33 w 3734301"/>
                <a:gd name="connsiteY1" fmla="*/ 1103682 h 1103853"/>
                <a:gd name="connsiteX2" fmla="*/ -33 w 3734301"/>
                <a:gd name="connsiteY2" fmla="*/ -171 h 1103853"/>
                <a:gd name="connsiteX3" fmla="*/ 3182741 w 3734301"/>
                <a:gd name="connsiteY3" fmla="*/ -171 h 1103853"/>
                <a:gd name="connsiteX4" fmla="*/ 3734269 w 3734301"/>
                <a:gd name="connsiteY4" fmla="*/ 551835 h 1103853"/>
                <a:gd name="connsiteX5" fmla="*/ 3734269 w 3734301"/>
                <a:gd name="connsiteY5" fmla="*/ 551835 h 1103853"/>
                <a:gd name="connsiteX6" fmla="*/ 3182741 w 3734301"/>
                <a:gd name="connsiteY6" fmla="*/ 1103682 h 1103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34301" h="1103853">
                  <a:moveTo>
                    <a:pt x="3182741" y="1103682"/>
                  </a:moveTo>
                  <a:lnTo>
                    <a:pt x="-33" y="1103682"/>
                  </a:lnTo>
                  <a:lnTo>
                    <a:pt x="-33" y="-171"/>
                  </a:lnTo>
                  <a:lnTo>
                    <a:pt x="3182741" y="-171"/>
                  </a:lnTo>
                  <a:cubicBezTo>
                    <a:pt x="3487454" y="5"/>
                    <a:pt x="3734364" y="247123"/>
                    <a:pt x="3734269" y="551835"/>
                  </a:cubicBezTo>
                  <a:lnTo>
                    <a:pt x="3734269" y="551835"/>
                  </a:lnTo>
                  <a:cubicBezTo>
                    <a:pt x="3734269" y="856484"/>
                    <a:pt x="3487390" y="1103507"/>
                    <a:pt x="3182741" y="1103682"/>
                  </a:cubicBezTo>
                  <a:close/>
                </a:path>
              </a:pathLst>
            </a:custGeom>
            <a:solidFill>
              <a:srgbClr val="FFFFFF"/>
            </a:solidFill>
            <a:ln w="15959"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39" name="Freeform: Shape 38">
              <a:extLst>
                <a:ext uri="{FF2B5EF4-FFF2-40B4-BE49-F238E27FC236}">
                  <a16:creationId xmlns:a16="http://schemas.microsoft.com/office/drawing/2014/main" id="{7DE99509-10EA-95BB-A706-B3489BDCDAD1}"/>
                </a:ext>
              </a:extLst>
            </p:cNvPr>
            <p:cNvSpPr/>
            <p:nvPr/>
          </p:nvSpPr>
          <p:spPr>
            <a:xfrm>
              <a:off x="6535391" y="2389453"/>
              <a:ext cx="3821504" cy="1072808"/>
            </a:xfrm>
            <a:custGeom>
              <a:avLst/>
              <a:gdLst>
                <a:gd name="connsiteX0" fmla="*/ 3145079 w 3658657"/>
                <a:gd name="connsiteY0" fmla="*/ 1026921 h 1027092"/>
                <a:gd name="connsiteX1" fmla="*/ -33 w 3658657"/>
                <a:gd name="connsiteY1" fmla="*/ 1026921 h 1027092"/>
                <a:gd name="connsiteX2" fmla="*/ -33 w 3658657"/>
                <a:gd name="connsiteY2" fmla="*/ -171 h 1027092"/>
                <a:gd name="connsiteX3" fmla="*/ 3145079 w 3658657"/>
                <a:gd name="connsiteY3" fmla="*/ -171 h 1027092"/>
                <a:gd name="connsiteX4" fmla="*/ 3658625 w 3658657"/>
                <a:gd name="connsiteY4" fmla="*/ 513375 h 1027092"/>
                <a:gd name="connsiteX5" fmla="*/ 3145079 w 3658657"/>
                <a:gd name="connsiteY5" fmla="*/ 1026921 h 1027092"/>
                <a:gd name="connsiteX6" fmla="*/ 45928 w 3658657"/>
                <a:gd name="connsiteY6" fmla="*/ 980961 h 1027092"/>
                <a:gd name="connsiteX7" fmla="*/ 3145079 w 3658657"/>
                <a:gd name="connsiteY7" fmla="*/ 980961 h 1027092"/>
                <a:gd name="connsiteX8" fmla="*/ 3621218 w 3658657"/>
                <a:gd name="connsiteY8" fmla="*/ 522089 h 1027092"/>
                <a:gd name="connsiteX9" fmla="*/ 3162362 w 3658657"/>
                <a:gd name="connsiteY9" fmla="*/ 45949 h 1027092"/>
                <a:gd name="connsiteX10" fmla="*/ 3145079 w 3658657"/>
                <a:gd name="connsiteY10" fmla="*/ 45949 h 1027092"/>
                <a:gd name="connsiteX11" fmla="*/ 45928 w 3658657"/>
                <a:gd name="connsiteY11" fmla="*/ 45949 h 102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658657" h="1027092">
                  <a:moveTo>
                    <a:pt x="3145079" y="1026921"/>
                  </a:moveTo>
                  <a:lnTo>
                    <a:pt x="-33" y="1026921"/>
                  </a:lnTo>
                  <a:lnTo>
                    <a:pt x="-33" y="-171"/>
                  </a:lnTo>
                  <a:lnTo>
                    <a:pt x="3145079" y="-171"/>
                  </a:lnTo>
                  <a:cubicBezTo>
                    <a:pt x="3428711" y="-171"/>
                    <a:pt x="3658625" y="229744"/>
                    <a:pt x="3658625" y="513375"/>
                  </a:cubicBezTo>
                  <a:cubicBezTo>
                    <a:pt x="3658625" y="797007"/>
                    <a:pt x="3428711" y="1026921"/>
                    <a:pt x="3145079" y="1026921"/>
                  </a:cubicBezTo>
                  <a:close/>
                  <a:moveTo>
                    <a:pt x="45928" y="980961"/>
                  </a:moveTo>
                  <a:lnTo>
                    <a:pt x="3145079" y="980961"/>
                  </a:lnTo>
                  <a:cubicBezTo>
                    <a:pt x="3403273" y="985732"/>
                    <a:pt x="3616447" y="780282"/>
                    <a:pt x="3621218" y="522089"/>
                  </a:cubicBezTo>
                  <a:cubicBezTo>
                    <a:pt x="3625990" y="263895"/>
                    <a:pt x="3420556" y="50721"/>
                    <a:pt x="3162362" y="45949"/>
                  </a:cubicBezTo>
                  <a:cubicBezTo>
                    <a:pt x="3156601" y="45837"/>
                    <a:pt x="3150841" y="45837"/>
                    <a:pt x="3145079" y="45949"/>
                  </a:cubicBezTo>
                  <a:lnTo>
                    <a:pt x="45928" y="45949"/>
                  </a:lnTo>
                  <a:close/>
                </a:path>
              </a:pathLst>
            </a:custGeom>
            <a:solidFill>
              <a:srgbClr val="FFFFFF"/>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40" name="Freeform: Shape 39">
              <a:extLst>
                <a:ext uri="{FF2B5EF4-FFF2-40B4-BE49-F238E27FC236}">
                  <a16:creationId xmlns:a16="http://schemas.microsoft.com/office/drawing/2014/main" id="{5EFF0568-68FC-D4FE-BF24-690AC5E40AA6}"/>
                </a:ext>
              </a:extLst>
            </p:cNvPr>
            <p:cNvSpPr/>
            <p:nvPr/>
          </p:nvSpPr>
          <p:spPr>
            <a:xfrm>
              <a:off x="6551394" y="3249067"/>
              <a:ext cx="2299303" cy="427056"/>
            </a:xfrm>
            <a:custGeom>
              <a:avLst/>
              <a:gdLst>
                <a:gd name="connsiteX0" fmla="*/ 1996894 w 2201322"/>
                <a:gd name="connsiteY0" fmla="*/ 0 h 408858"/>
                <a:gd name="connsiteX1" fmla="*/ 2201323 w 2201322"/>
                <a:gd name="connsiteY1" fmla="*/ 0 h 408858"/>
                <a:gd name="connsiteX2" fmla="*/ 2201323 w 2201322"/>
                <a:gd name="connsiteY2" fmla="*/ 408858 h 408858"/>
                <a:gd name="connsiteX3" fmla="*/ 1996894 w 2201322"/>
                <a:gd name="connsiteY3" fmla="*/ 408858 h 408858"/>
                <a:gd name="connsiteX4" fmla="*/ 204429 w 2201322"/>
                <a:gd name="connsiteY4" fmla="*/ 408858 h 408858"/>
                <a:gd name="connsiteX5" fmla="*/ 0 w 2201322"/>
                <a:gd name="connsiteY5" fmla="*/ 408858 h 408858"/>
                <a:gd name="connsiteX6" fmla="*/ 0 w 2201322"/>
                <a:gd name="connsiteY6" fmla="*/ 0 h 408858"/>
                <a:gd name="connsiteX7" fmla="*/ 204429 w 2201322"/>
                <a:gd name="connsiteY7" fmla="*/ 0 h 40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1322" h="408858">
                  <a:moveTo>
                    <a:pt x="1996894" y="0"/>
                  </a:moveTo>
                  <a:cubicBezTo>
                    <a:pt x="2109797" y="0"/>
                    <a:pt x="2201323" y="0"/>
                    <a:pt x="2201323" y="0"/>
                  </a:cubicBezTo>
                  <a:lnTo>
                    <a:pt x="2201323" y="408858"/>
                  </a:lnTo>
                  <a:cubicBezTo>
                    <a:pt x="2201323" y="408858"/>
                    <a:pt x="2109797" y="408858"/>
                    <a:pt x="1996894" y="408858"/>
                  </a:cubicBezTo>
                  <a:lnTo>
                    <a:pt x="204429" y="408858"/>
                  </a:lnTo>
                  <a:cubicBezTo>
                    <a:pt x="91526" y="408858"/>
                    <a:pt x="0" y="408858"/>
                    <a:pt x="0" y="408858"/>
                  </a:cubicBezTo>
                  <a:lnTo>
                    <a:pt x="0" y="0"/>
                  </a:lnTo>
                  <a:cubicBezTo>
                    <a:pt x="0" y="0"/>
                    <a:pt x="91526" y="0"/>
                    <a:pt x="204429" y="0"/>
                  </a:cubicBezTo>
                  <a:close/>
                </a:path>
              </a:pathLst>
            </a:custGeom>
            <a:solidFill>
              <a:srgbClr val="FFFFFF"/>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41" name="Freeform: Shape 40">
              <a:extLst>
                <a:ext uri="{FF2B5EF4-FFF2-40B4-BE49-F238E27FC236}">
                  <a16:creationId xmlns:a16="http://schemas.microsoft.com/office/drawing/2014/main" id="{D62AB175-A2B5-FB18-EF9D-5B22B5A5E2E5}"/>
                </a:ext>
              </a:extLst>
            </p:cNvPr>
            <p:cNvSpPr/>
            <p:nvPr/>
          </p:nvSpPr>
          <p:spPr>
            <a:xfrm>
              <a:off x="6588897" y="3281071"/>
              <a:ext cx="2224463" cy="362881"/>
            </a:xfrm>
            <a:custGeom>
              <a:avLst/>
              <a:gdLst>
                <a:gd name="connsiteX0" fmla="*/ 168491 w 2129671"/>
                <a:gd name="connsiteY0" fmla="*/ 347247 h 347417"/>
                <a:gd name="connsiteX1" fmla="*/ 48 w 2129671"/>
                <a:gd name="connsiteY1" fmla="*/ 168271 h 347417"/>
                <a:gd name="connsiteX2" fmla="*/ 168491 w 2129671"/>
                <a:gd name="connsiteY2" fmla="*/ -171 h 347417"/>
                <a:gd name="connsiteX3" fmla="*/ 1961115 w 2129671"/>
                <a:gd name="connsiteY3" fmla="*/ -171 h 347417"/>
                <a:gd name="connsiteX4" fmla="*/ 2129558 w 2129671"/>
                <a:gd name="connsiteY4" fmla="*/ 178804 h 347417"/>
                <a:gd name="connsiteX5" fmla="*/ 1961115 w 2129671"/>
                <a:gd name="connsiteY5" fmla="*/ 347247 h 347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29671" h="347417">
                  <a:moveTo>
                    <a:pt x="168491" y="347247"/>
                  </a:moveTo>
                  <a:cubicBezTo>
                    <a:pt x="72548" y="344342"/>
                    <a:pt x="-2856" y="264215"/>
                    <a:pt x="48" y="168271"/>
                  </a:cubicBezTo>
                  <a:cubicBezTo>
                    <a:pt x="2825" y="76414"/>
                    <a:pt x="76633" y="2606"/>
                    <a:pt x="168491" y="-171"/>
                  </a:cubicBezTo>
                  <a:lnTo>
                    <a:pt x="1961115" y="-171"/>
                  </a:lnTo>
                  <a:cubicBezTo>
                    <a:pt x="2057058" y="2734"/>
                    <a:pt x="2132462" y="82861"/>
                    <a:pt x="2129558" y="178804"/>
                  </a:cubicBezTo>
                  <a:cubicBezTo>
                    <a:pt x="2126781" y="270662"/>
                    <a:pt x="2052972" y="344470"/>
                    <a:pt x="1961115" y="347247"/>
                  </a:cubicBezTo>
                  <a:close/>
                </a:path>
              </a:pathLst>
            </a:custGeom>
            <a:solidFill>
              <a:schemeClr val="accent3"/>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42" name="Freeform: Shape 41">
              <a:extLst>
                <a:ext uri="{FF2B5EF4-FFF2-40B4-BE49-F238E27FC236}">
                  <a16:creationId xmlns:a16="http://schemas.microsoft.com/office/drawing/2014/main" id="{1580A84E-1E08-9C25-FFAB-7776BC5865CB}"/>
                </a:ext>
              </a:extLst>
            </p:cNvPr>
            <p:cNvSpPr/>
            <p:nvPr/>
          </p:nvSpPr>
          <p:spPr>
            <a:xfrm rot="18900000">
              <a:off x="5847626" y="2243909"/>
              <a:ext cx="1364013" cy="1364013"/>
            </a:xfrm>
            <a:custGeom>
              <a:avLst/>
              <a:gdLst>
                <a:gd name="connsiteX0" fmla="*/ 1198455 w 1305888"/>
                <a:gd name="connsiteY0" fmla="*/ -171 h 1305888"/>
                <a:gd name="connsiteX1" fmla="*/ 1305856 w 1305888"/>
                <a:gd name="connsiteY1" fmla="*/ -171 h 1305888"/>
                <a:gd name="connsiteX2" fmla="*/ 1305856 w 1305888"/>
                <a:gd name="connsiteY2" fmla="*/ 1305717 h 1305888"/>
                <a:gd name="connsiteX3" fmla="*/ 1198455 w 1305888"/>
                <a:gd name="connsiteY3" fmla="*/ 1305717 h 1305888"/>
                <a:gd name="connsiteX4" fmla="*/ 107369 w 1305888"/>
                <a:gd name="connsiteY4" fmla="*/ 1305717 h 1305888"/>
                <a:gd name="connsiteX5" fmla="*/ -33 w 1305888"/>
                <a:gd name="connsiteY5" fmla="*/ 1305717 h 1305888"/>
                <a:gd name="connsiteX6" fmla="*/ -33 w 1305888"/>
                <a:gd name="connsiteY6" fmla="*/ -171 h 1305888"/>
                <a:gd name="connsiteX7" fmla="*/ 107369 w 1305888"/>
                <a:gd name="connsiteY7" fmla="*/ -171 h 1305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888" h="1305888">
                  <a:moveTo>
                    <a:pt x="1198455" y="-171"/>
                  </a:moveTo>
                  <a:cubicBezTo>
                    <a:pt x="1257771" y="-171"/>
                    <a:pt x="1305856" y="-171"/>
                    <a:pt x="1305856" y="-171"/>
                  </a:cubicBezTo>
                  <a:lnTo>
                    <a:pt x="1305856" y="1305717"/>
                  </a:lnTo>
                  <a:cubicBezTo>
                    <a:pt x="1305856" y="1305717"/>
                    <a:pt x="1257771" y="1305717"/>
                    <a:pt x="1198455" y="1305717"/>
                  </a:cubicBezTo>
                  <a:lnTo>
                    <a:pt x="107369" y="1305717"/>
                  </a:lnTo>
                  <a:cubicBezTo>
                    <a:pt x="48052" y="1305717"/>
                    <a:pt x="-33" y="1305717"/>
                    <a:pt x="-33" y="1305717"/>
                  </a:cubicBezTo>
                  <a:lnTo>
                    <a:pt x="-33" y="-171"/>
                  </a:lnTo>
                  <a:cubicBezTo>
                    <a:pt x="-33" y="-171"/>
                    <a:pt x="48052" y="-171"/>
                    <a:pt x="107369" y="-171"/>
                  </a:cubicBezTo>
                  <a:close/>
                </a:path>
              </a:pathLst>
            </a:custGeom>
            <a:solidFill>
              <a:srgbClr val="FFFFFF"/>
            </a:solidFill>
            <a:ln w="15959"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43" name="Freeform: Shape 42">
              <a:extLst>
                <a:ext uri="{FF2B5EF4-FFF2-40B4-BE49-F238E27FC236}">
                  <a16:creationId xmlns:a16="http://schemas.microsoft.com/office/drawing/2014/main" id="{2E6970F9-C7B5-439D-ED3E-ECF9659CD94E}"/>
                </a:ext>
              </a:extLst>
            </p:cNvPr>
            <p:cNvSpPr/>
            <p:nvPr/>
          </p:nvSpPr>
          <p:spPr>
            <a:xfrm rot="18900000">
              <a:off x="5959724" y="2355889"/>
              <a:ext cx="1139818" cy="1139818"/>
            </a:xfrm>
            <a:custGeom>
              <a:avLst/>
              <a:gdLst>
                <a:gd name="connsiteX0" fmla="*/ 1041901 w 1091246"/>
                <a:gd name="connsiteY0" fmla="*/ -171 h 1091246"/>
                <a:gd name="connsiteX1" fmla="*/ 1091213 w 1091246"/>
                <a:gd name="connsiteY1" fmla="*/ -171 h 1091246"/>
                <a:gd name="connsiteX2" fmla="*/ 1091213 w 1091246"/>
                <a:gd name="connsiteY2" fmla="*/ 1091075 h 1091246"/>
                <a:gd name="connsiteX3" fmla="*/ 1041901 w 1091246"/>
                <a:gd name="connsiteY3" fmla="*/ 1091075 h 1091246"/>
                <a:gd name="connsiteX4" fmla="*/ 49279 w 1091246"/>
                <a:gd name="connsiteY4" fmla="*/ 1091075 h 1091246"/>
                <a:gd name="connsiteX5" fmla="*/ -33 w 1091246"/>
                <a:gd name="connsiteY5" fmla="*/ 1091075 h 1091246"/>
                <a:gd name="connsiteX6" fmla="*/ -33 w 1091246"/>
                <a:gd name="connsiteY6" fmla="*/ -171 h 1091246"/>
                <a:gd name="connsiteX7" fmla="*/ 49279 w 1091246"/>
                <a:gd name="connsiteY7" fmla="*/ -171 h 109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246" h="1091246">
                  <a:moveTo>
                    <a:pt x="1041901" y="-171"/>
                  </a:moveTo>
                  <a:cubicBezTo>
                    <a:pt x="1069136" y="-171"/>
                    <a:pt x="1091213" y="-171"/>
                    <a:pt x="1091213" y="-171"/>
                  </a:cubicBezTo>
                  <a:lnTo>
                    <a:pt x="1091213" y="1091075"/>
                  </a:lnTo>
                  <a:cubicBezTo>
                    <a:pt x="1091213" y="1091075"/>
                    <a:pt x="1069135" y="1091075"/>
                    <a:pt x="1041901" y="1091075"/>
                  </a:cubicBezTo>
                  <a:lnTo>
                    <a:pt x="49279" y="1091075"/>
                  </a:lnTo>
                  <a:cubicBezTo>
                    <a:pt x="22044" y="1091075"/>
                    <a:pt x="-33" y="1091075"/>
                    <a:pt x="-33" y="1091075"/>
                  </a:cubicBezTo>
                  <a:lnTo>
                    <a:pt x="-33" y="-171"/>
                  </a:lnTo>
                  <a:cubicBezTo>
                    <a:pt x="-33" y="-171"/>
                    <a:pt x="22045" y="-171"/>
                    <a:pt x="49279" y="-171"/>
                  </a:cubicBezTo>
                  <a:close/>
                </a:path>
              </a:pathLst>
            </a:custGeom>
            <a:solidFill>
              <a:srgbClr val="FFFFFF"/>
            </a:solidFill>
            <a:ln w="15959"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44" name="Freeform: Shape 43">
              <a:extLst>
                <a:ext uri="{FF2B5EF4-FFF2-40B4-BE49-F238E27FC236}">
                  <a16:creationId xmlns:a16="http://schemas.microsoft.com/office/drawing/2014/main" id="{23856882-37FB-D505-9A0B-AF5FDFB90569}"/>
                </a:ext>
              </a:extLst>
            </p:cNvPr>
            <p:cNvSpPr/>
            <p:nvPr/>
          </p:nvSpPr>
          <p:spPr>
            <a:xfrm>
              <a:off x="5744333" y="2267937"/>
              <a:ext cx="637372" cy="1315841"/>
            </a:xfrm>
            <a:custGeom>
              <a:avLst/>
              <a:gdLst>
                <a:gd name="connsiteX0" fmla="*/ 13648 w 610211"/>
                <a:gd name="connsiteY0" fmla="*/ 596200 h 1259768"/>
                <a:gd name="connsiteX1" fmla="*/ 13648 w 610211"/>
                <a:gd name="connsiteY1" fmla="*/ 663226 h 1259768"/>
                <a:gd name="connsiteX2" fmla="*/ 610179 w 610211"/>
                <a:gd name="connsiteY2" fmla="*/ 1259597 h 1259768"/>
                <a:gd name="connsiteX3" fmla="*/ 610179 w 610211"/>
                <a:gd name="connsiteY3" fmla="*/ -171 h 1259768"/>
              </a:gdLst>
              <a:ahLst/>
              <a:cxnLst>
                <a:cxn ang="0">
                  <a:pos x="connsiteX0" y="connsiteY0"/>
                </a:cxn>
                <a:cxn ang="0">
                  <a:pos x="connsiteX1" y="connsiteY1"/>
                </a:cxn>
                <a:cxn ang="0">
                  <a:pos x="connsiteX2" y="connsiteY2"/>
                </a:cxn>
                <a:cxn ang="0">
                  <a:pos x="connsiteX3" y="connsiteY3"/>
                </a:cxn>
              </a:cxnLst>
              <a:rect l="l" t="t" r="r" b="b"/>
              <a:pathLst>
                <a:path w="610211" h="1259768">
                  <a:moveTo>
                    <a:pt x="13648" y="596200"/>
                  </a:moveTo>
                  <a:cubicBezTo>
                    <a:pt x="-4593" y="614824"/>
                    <a:pt x="-4593" y="644602"/>
                    <a:pt x="13648" y="663226"/>
                  </a:cubicBezTo>
                  <a:lnTo>
                    <a:pt x="610179" y="1259597"/>
                  </a:lnTo>
                  <a:lnTo>
                    <a:pt x="610179" y="-171"/>
                  </a:lnTo>
                  <a:close/>
                </a:path>
              </a:pathLst>
            </a:custGeom>
            <a:solidFill>
              <a:schemeClr val="accent3"/>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47" name="Freeform: Shape 46">
              <a:extLst>
                <a:ext uri="{FF2B5EF4-FFF2-40B4-BE49-F238E27FC236}">
                  <a16:creationId xmlns:a16="http://schemas.microsoft.com/office/drawing/2014/main" id="{0AEFE4F8-35E0-CE8E-9EAF-7565E0EB1D9D}"/>
                </a:ext>
              </a:extLst>
            </p:cNvPr>
            <p:cNvSpPr/>
            <p:nvPr/>
          </p:nvSpPr>
          <p:spPr>
            <a:xfrm>
              <a:off x="10050356" y="4328877"/>
              <a:ext cx="1743564" cy="1743563"/>
            </a:xfrm>
            <a:custGeom>
              <a:avLst/>
              <a:gdLst>
                <a:gd name="connsiteX0" fmla="*/ 834600 w 1669265"/>
                <a:gd name="connsiteY0" fmla="*/ 1669093 h 1669264"/>
                <a:gd name="connsiteX1" fmla="*/ -33 w 1669265"/>
                <a:gd name="connsiteY1" fmla="*/ 834461 h 1669264"/>
                <a:gd name="connsiteX2" fmla="*/ 834600 w 1669265"/>
                <a:gd name="connsiteY2" fmla="*/ -171 h 1669264"/>
                <a:gd name="connsiteX3" fmla="*/ 1669232 w 1669265"/>
                <a:gd name="connsiteY3" fmla="*/ 834461 h 1669264"/>
                <a:gd name="connsiteX4" fmla="*/ 834600 w 1669265"/>
                <a:gd name="connsiteY4" fmla="*/ 1669093 h 1669264"/>
                <a:gd name="connsiteX5" fmla="*/ 834600 w 1669265"/>
                <a:gd name="connsiteY5" fmla="*/ 30469 h 1669264"/>
                <a:gd name="connsiteX6" fmla="*/ 30449 w 1669265"/>
                <a:gd name="connsiteY6" fmla="*/ 834301 h 1669264"/>
                <a:gd name="connsiteX7" fmla="*/ 834281 w 1669265"/>
                <a:gd name="connsiteY7" fmla="*/ 1638453 h 1669264"/>
                <a:gd name="connsiteX8" fmla="*/ 1638433 w 1669265"/>
                <a:gd name="connsiteY8" fmla="*/ 834621 h 1669264"/>
                <a:gd name="connsiteX9" fmla="*/ 1638433 w 1669265"/>
                <a:gd name="connsiteY9" fmla="*/ 834461 h 1669264"/>
                <a:gd name="connsiteX10" fmla="*/ 834600 w 1669265"/>
                <a:gd name="connsiteY10" fmla="*/ 30469 h 1669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9265" h="1669264">
                  <a:moveTo>
                    <a:pt x="834600" y="1669093"/>
                  </a:moveTo>
                  <a:cubicBezTo>
                    <a:pt x="373653" y="1669093"/>
                    <a:pt x="-33" y="1295408"/>
                    <a:pt x="-33" y="834461"/>
                  </a:cubicBezTo>
                  <a:cubicBezTo>
                    <a:pt x="-33" y="373514"/>
                    <a:pt x="373653" y="-171"/>
                    <a:pt x="834600" y="-171"/>
                  </a:cubicBezTo>
                  <a:cubicBezTo>
                    <a:pt x="1295562" y="-171"/>
                    <a:pt x="1669232" y="373514"/>
                    <a:pt x="1669232" y="834461"/>
                  </a:cubicBezTo>
                  <a:cubicBezTo>
                    <a:pt x="1668705" y="1295201"/>
                    <a:pt x="1295339" y="1668567"/>
                    <a:pt x="834600" y="1669093"/>
                  </a:cubicBezTo>
                  <a:close/>
                  <a:moveTo>
                    <a:pt x="834600" y="30469"/>
                  </a:moveTo>
                  <a:cubicBezTo>
                    <a:pt x="390569" y="30374"/>
                    <a:pt x="30544" y="390271"/>
                    <a:pt x="30449" y="834301"/>
                  </a:cubicBezTo>
                  <a:cubicBezTo>
                    <a:pt x="30369" y="1278332"/>
                    <a:pt x="390249" y="1638357"/>
                    <a:pt x="834281" y="1638453"/>
                  </a:cubicBezTo>
                  <a:cubicBezTo>
                    <a:pt x="1278311" y="1638533"/>
                    <a:pt x="1638336" y="1278652"/>
                    <a:pt x="1638433" y="834621"/>
                  </a:cubicBezTo>
                  <a:cubicBezTo>
                    <a:pt x="1638433" y="834573"/>
                    <a:pt x="1638433" y="834509"/>
                    <a:pt x="1638433" y="834461"/>
                  </a:cubicBezTo>
                  <a:cubicBezTo>
                    <a:pt x="1637906" y="390702"/>
                    <a:pt x="1278359" y="31092"/>
                    <a:pt x="834600" y="30469"/>
                  </a:cubicBezTo>
                  <a:close/>
                </a:path>
              </a:pathLst>
            </a:custGeom>
            <a:solidFill>
              <a:schemeClr val="accent4"/>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48" name="Freeform: Shape 47">
              <a:extLst>
                <a:ext uri="{FF2B5EF4-FFF2-40B4-BE49-F238E27FC236}">
                  <a16:creationId xmlns:a16="http://schemas.microsoft.com/office/drawing/2014/main" id="{C58FE40C-B5E2-D9E3-3434-E8B5CD0BFA96}"/>
                </a:ext>
              </a:extLst>
            </p:cNvPr>
            <p:cNvSpPr/>
            <p:nvPr/>
          </p:nvSpPr>
          <p:spPr>
            <a:xfrm>
              <a:off x="6687079" y="4326043"/>
              <a:ext cx="2066439" cy="1718560"/>
            </a:xfrm>
            <a:custGeom>
              <a:avLst/>
              <a:gdLst>
                <a:gd name="connsiteX0" fmla="*/ 0 w 1978381"/>
                <a:gd name="connsiteY0" fmla="*/ 1645327 h 1645326"/>
                <a:gd name="connsiteX1" fmla="*/ 1645486 w 1978381"/>
                <a:gd name="connsiteY1" fmla="*/ 0 h 1645326"/>
                <a:gd name="connsiteX2" fmla="*/ 1978381 w 1978381"/>
                <a:gd name="connsiteY2" fmla="*/ 0 h 1645326"/>
              </a:gdLst>
              <a:ahLst/>
              <a:cxnLst>
                <a:cxn ang="0">
                  <a:pos x="connsiteX0" y="connsiteY0"/>
                </a:cxn>
                <a:cxn ang="0">
                  <a:pos x="connsiteX1" y="connsiteY1"/>
                </a:cxn>
                <a:cxn ang="0">
                  <a:pos x="connsiteX2" y="connsiteY2"/>
                </a:cxn>
              </a:cxnLst>
              <a:rect l="l" t="t" r="r" b="b"/>
              <a:pathLst>
                <a:path w="1978381" h="1645326">
                  <a:moveTo>
                    <a:pt x="0" y="1645327"/>
                  </a:moveTo>
                  <a:lnTo>
                    <a:pt x="1645486" y="0"/>
                  </a:lnTo>
                  <a:lnTo>
                    <a:pt x="1978381" y="0"/>
                  </a:lnTo>
                </a:path>
              </a:pathLst>
            </a:custGeom>
            <a:noFill/>
            <a:ln w="15959" cap="flat">
              <a:solidFill>
                <a:srgbClr val="BCBCB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49" name="Freeform: Shape 48">
              <a:extLst>
                <a:ext uri="{FF2B5EF4-FFF2-40B4-BE49-F238E27FC236}">
                  <a16:creationId xmlns:a16="http://schemas.microsoft.com/office/drawing/2014/main" id="{8230CC32-7E56-8F22-7970-E662E76A4B39}"/>
                </a:ext>
              </a:extLst>
            </p:cNvPr>
            <p:cNvSpPr/>
            <p:nvPr/>
          </p:nvSpPr>
          <p:spPr>
            <a:xfrm>
              <a:off x="8747517" y="4266201"/>
              <a:ext cx="114015" cy="114015"/>
            </a:xfrm>
            <a:custGeom>
              <a:avLst/>
              <a:gdLst>
                <a:gd name="connsiteX0" fmla="*/ 109156 w 109156"/>
                <a:gd name="connsiteY0" fmla="*/ 54578 h 109156"/>
                <a:gd name="connsiteX1" fmla="*/ 54578 w 109156"/>
                <a:gd name="connsiteY1" fmla="*/ 109156 h 109156"/>
                <a:gd name="connsiteX2" fmla="*/ 0 w 109156"/>
                <a:gd name="connsiteY2" fmla="*/ 54578 h 109156"/>
                <a:gd name="connsiteX3" fmla="*/ 54578 w 109156"/>
                <a:gd name="connsiteY3" fmla="*/ 0 h 109156"/>
                <a:gd name="connsiteX4" fmla="*/ 109156 w 109156"/>
                <a:gd name="connsiteY4" fmla="*/ 54578 h 1091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156" h="109156">
                  <a:moveTo>
                    <a:pt x="109156" y="54578"/>
                  </a:moveTo>
                  <a:cubicBezTo>
                    <a:pt x="109156" y="84721"/>
                    <a:pt x="84721" y="109156"/>
                    <a:pt x="54578" y="109156"/>
                  </a:cubicBezTo>
                  <a:cubicBezTo>
                    <a:pt x="24435" y="109156"/>
                    <a:pt x="0" y="84721"/>
                    <a:pt x="0" y="54578"/>
                  </a:cubicBezTo>
                  <a:cubicBezTo>
                    <a:pt x="0" y="24436"/>
                    <a:pt x="24435" y="0"/>
                    <a:pt x="54578" y="0"/>
                  </a:cubicBezTo>
                  <a:cubicBezTo>
                    <a:pt x="84721" y="0"/>
                    <a:pt x="109156" y="24436"/>
                    <a:pt x="109156" y="54578"/>
                  </a:cubicBezTo>
                  <a:close/>
                </a:path>
              </a:pathLst>
            </a:custGeom>
            <a:noFill/>
            <a:ln w="15959" cap="flat">
              <a:solidFill>
                <a:srgbClr val="BCBCBC"/>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50" name="Freeform: Shape 49">
              <a:extLst>
                <a:ext uri="{FF2B5EF4-FFF2-40B4-BE49-F238E27FC236}">
                  <a16:creationId xmlns:a16="http://schemas.microsoft.com/office/drawing/2014/main" id="{33C5F3F6-EAC4-11FF-5D65-5D96036CFA74}"/>
                </a:ext>
              </a:extLst>
            </p:cNvPr>
            <p:cNvSpPr/>
            <p:nvPr/>
          </p:nvSpPr>
          <p:spPr>
            <a:xfrm>
              <a:off x="7578530" y="4624248"/>
              <a:ext cx="3901515" cy="1152819"/>
            </a:xfrm>
            <a:custGeom>
              <a:avLst/>
              <a:gdLst>
                <a:gd name="connsiteX0" fmla="*/ 3183539 w 3735258"/>
                <a:gd name="connsiteY0" fmla="*/ 1103523 h 1103693"/>
                <a:gd name="connsiteX1" fmla="*/ -33 w 3735258"/>
                <a:gd name="connsiteY1" fmla="*/ 1103523 h 1103693"/>
                <a:gd name="connsiteX2" fmla="*/ -33 w 3735258"/>
                <a:gd name="connsiteY2" fmla="*/ -171 h 1103693"/>
                <a:gd name="connsiteX3" fmla="*/ 3183539 w 3735258"/>
                <a:gd name="connsiteY3" fmla="*/ -171 h 1103693"/>
                <a:gd name="connsiteX4" fmla="*/ 3735226 w 3735258"/>
                <a:gd name="connsiteY4" fmla="*/ 551676 h 1103693"/>
                <a:gd name="connsiteX5" fmla="*/ 3735226 w 3735258"/>
                <a:gd name="connsiteY5" fmla="*/ 551676 h 1103693"/>
                <a:gd name="connsiteX6" fmla="*/ 3183539 w 3735258"/>
                <a:gd name="connsiteY6" fmla="*/ 1103523 h 1103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35258" h="1103693">
                  <a:moveTo>
                    <a:pt x="3183539" y="1103523"/>
                  </a:moveTo>
                  <a:lnTo>
                    <a:pt x="-33" y="1103523"/>
                  </a:lnTo>
                  <a:lnTo>
                    <a:pt x="-33" y="-171"/>
                  </a:lnTo>
                  <a:lnTo>
                    <a:pt x="3183539" y="-171"/>
                  </a:lnTo>
                  <a:cubicBezTo>
                    <a:pt x="3488251" y="-76"/>
                    <a:pt x="3735226" y="246963"/>
                    <a:pt x="3735226" y="551676"/>
                  </a:cubicBezTo>
                  <a:lnTo>
                    <a:pt x="3735226" y="551676"/>
                  </a:lnTo>
                  <a:cubicBezTo>
                    <a:pt x="3735226" y="856388"/>
                    <a:pt x="3488251" y="1103427"/>
                    <a:pt x="3183539" y="1103523"/>
                  </a:cubicBezTo>
                  <a:close/>
                </a:path>
              </a:pathLst>
            </a:custGeom>
            <a:solidFill>
              <a:srgbClr val="FFFFFF"/>
            </a:solidFill>
            <a:ln w="15959"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51" name="Freeform: Shape 50">
              <a:extLst>
                <a:ext uri="{FF2B5EF4-FFF2-40B4-BE49-F238E27FC236}">
                  <a16:creationId xmlns:a16="http://schemas.microsoft.com/office/drawing/2014/main" id="{F43573C9-BC7B-488D-56D2-4CA89DD3F6FF}"/>
                </a:ext>
              </a:extLst>
            </p:cNvPr>
            <p:cNvSpPr/>
            <p:nvPr/>
          </p:nvSpPr>
          <p:spPr>
            <a:xfrm>
              <a:off x="7618534" y="4664254"/>
              <a:ext cx="3821672" cy="1072808"/>
            </a:xfrm>
            <a:custGeom>
              <a:avLst/>
              <a:gdLst>
                <a:gd name="connsiteX0" fmla="*/ 3145238 w 3658817"/>
                <a:gd name="connsiteY0" fmla="*/ 1026921 h 1027092"/>
                <a:gd name="connsiteX1" fmla="*/ -33 w 3658817"/>
                <a:gd name="connsiteY1" fmla="*/ 1026921 h 1027092"/>
                <a:gd name="connsiteX2" fmla="*/ -33 w 3658817"/>
                <a:gd name="connsiteY2" fmla="*/ -171 h 1027092"/>
                <a:gd name="connsiteX3" fmla="*/ 3145238 w 3658817"/>
                <a:gd name="connsiteY3" fmla="*/ -171 h 1027092"/>
                <a:gd name="connsiteX4" fmla="*/ 3658784 w 3658817"/>
                <a:gd name="connsiteY4" fmla="*/ 513375 h 1027092"/>
                <a:gd name="connsiteX5" fmla="*/ 3145238 w 3658817"/>
                <a:gd name="connsiteY5" fmla="*/ 1026921 h 1027092"/>
                <a:gd name="connsiteX6" fmla="*/ 45928 w 3658817"/>
                <a:gd name="connsiteY6" fmla="*/ 980960 h 1027092"/>
                <a:gd name="connsiteX7" fmla="*/ 3145238 w 3658817"/>
                <a:gd name="connsiteY7" fmla="*/ 980960 h 1027092"/>
                <a:gd name="connsiteX8" fmla="*/ 3612824 w 3658817"/>
                <a:gd name="connsiteY8" fmla="*/ 513375 h 1027092"/>
                <a:gd name="connsiteX9" fmla="*/ 3145238 w 3658817"/>
                <a:gd name="connsiteY9" fmla="*/ 45790 h 1027092"/>
                <a:gd name="connsiteX10" fmla="*/ 45928 w 3658817"/>
                <a:gd name="connsiteY10" fmla="*/ 45790 h 1027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58817" h="1027092">
                  <a:moveTo>
                    <a:pt x="3145238" y="1026921"/>
                  </a:moveTo>
                  <a:lnTo>
                    <a:pt x="-33" y="1026921"/>
                  </a:lnTo>
                  <a:lnTo>
                    <a:pt x="-33" y="-171"/>
                  </a:lnTo>
                  <a:lnTo>
                    <a:pt x="3145238" y="-171"/>
                  </a:lnTo>
                  <a:cubicBezTo>
                    <a:pt x="3428870" y="-171"/>
                    <a:pt x="3658784" y="229744"/>
                    <a:pt x="3658784" y="513375"/>
                  </a:cubicBezTo>
                  <a:cubicBezTo>
                    <a:pt x="3658784" y="797007"/>
                    <a:pt x="3428870" y="1026921"/>
                    <a:pt x="3145238" y="1026921"/>
                  </a:cubicBezTo>
                  <a:close/>
                  <a:moveTo>
                    <a:pt x="45928" y="980960"/>
                  </a:moveTo>
                  <a:lnTo>
                    <a:pt x="3145238" y="980960"/>
                  </a:lnTo>
                  <a:cubicBezTo>
                    <a:pt x="3403480" y="980960"/>
                    <a:pt x="3612824" y="771617"/>
                    <a:pt x="3612824" y="513375"/>
                  </a:cubicBezTo>
                  <a:cubicBezTo>
                    <a:pt x="3612824" y="255134"/>
                    <a:pt x="3403480" y="45790"/>
                    <a:pt x="3145238" y="45790"/>
                  </a:cubicBezTo>
                  <a:lnTo>
                    <a:pt x="45928" y="45790"/>
                  </a:lnTo>
                  <a:close/>
                </a:path>
              </a:pathLst>
            </a:custGeom>
            <a:solidFill>
              <a:srgbClr val="FFFFFF"/>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52" name="Freeform: Shape 51">
              <a:extLst>
                <a:ext uri="{FF2B5EF4-FFF2-40B4-BE49-F238E27FC236}">
                  <a16:creationId xmlns:a16="http://schemas.microsoft.com/office/drawing/2014/main" id="{A9AB28BB-353F-5023-0FA8-9044053746D7}"/>
                </a:ext>
              </a:extLst>
            </p:cNvPr>
            <p:cNvSpPr/>
            <p:nvPr/>
          </p:nvSpPr>
          <p:spPr>
            <a:xfrm>
              <a:off x="7634703" y="5523867"/>
              <a:ext cx="2299303" cy="427056"/>
            </a:xfrm>
            <a:custGeom>
              <a:avLst/>
              <a:gdLst>
                <a:gd name="connsiteX0" fmla="*/ 1996894 w 2201322"/>
                <a:gd name="connsiteY0" fmla="*/ 0 h 408858"/>
                <a:gd name="connsiteX1" fmla="*/ 2201323 w 2201322"/>
                <a:gd name="connsiteY1" fmla="*/ 0 h 408858"/>
                <a:gd name="connsiteX2" fmla="*/ 2201323 w 2201322"/>
                <a:gd name="connsiteY2" fmla="*/ 408858 h 408858"/>
                <a:gd name="connsiteX3" fmla="*/ 1996894 w 2201322"/>
                <a:gd name="connsiteY3" fmla="*/ 408858 h 408858"/>
                <a:gd name="connsiteX4" fmla="*/ 204429 w 2201322"/>
                <a:gd name="connsiteY4" fmla="*/ 408858 h 408858"/>
                <a:gd name="connsiteX5" fmla="*/ 0 w 2201322"/>
                <a:gd name="connsiteY5" fmla="*/ 408858 h 408858"/>
                <a:gd name="connsiteX6" fmla="*/ 0 w 2201322"/>
                <a:gd name="connsiteY6" fmla="*/ 0 h 408858"/>
                <a:gd name="connsiteX7" fmla="*/ 204429 w 2201322"/>
                <a:gd name="connsiteY7" fmla="*/ 0 h 40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1322" h="408858">
                  <a:moveTo>
                    <a:pt x="1996894" y="0"/>
                  </a:moveTo>
                  <a:cubicBezTo>
                    <a:pt x="2109797" y="0"/>
                    <a:pt x="2201323" y="0"/>
                    <a:pt x="2201323" y="0"/>
                  </a:cubicBezTo>
                  <a:lnTo>
                    <a:pt x="2201323" y="408858"/>
                  </a:lnTo>
                  <a:cubicBezTo>
                    <a:pt x="2201323" y="408858"/>
                    <a:pt x="2109797" y="408858"/>
                    <a:pt x="1996894" y="408858"/>
                  </a:cubicBezTo>
                  <a:lnTo>
                    <a:pt x="204429" y="408858"/>
                  </a:lnTo>
                  <a:cubicBezTo>
                    <a:pt x="91526" y="408858"/>
                    <a:pt x="0" y="408858"/>
                    <a:pt x="0" y="408858"/>
                  </a:cubicBezTo>
                  <a:lnTo>
                    <a:pt x="0" y="0"/>
                  </a:lnTo>
                  <a:cubicBezTo>
                    <a:pt x="0" y="0"/>
                    <a:pt x="91526" y="0"/>
                    <a:pt x="204429" y="0"/>
                  </a:cubicBezTo>
                  <a:close/>
                </a:path>
              </a:pathLst>
            </a:custGeom>
            <a:solidFill>
              <a:srgbClr val="FFFFFF"/>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53" name="Freeform: Shape 52">
              <a:extLst>
                <a:ext uri="{FF2B5EF4-FFF2-40B4-BE49-F238E27FC236}">
                  <a16:creationId xmlns:a16="http://schemas.microsoft.com/office/drawing/2014/main" id="{22C015C5-333C-FC7E-F248-CED5A833B63E}"/>
                </a:ext>
              </a:extLst>
            </p:cNvPr>
            <p:cNvSpPr/>
            <p:nvPr/>
          </p:nvSpPr>
          <p:spPr>
            <a:xfrm>
              <a:off x="7661206" y="5555784"/>
              <a:ext cx="2246300" cy="363056"/>
            </a:xfrm>
            <a:custGeom>
              <a:avLst/>
              <a:gdLst>
                <a:gd name="connsiteX0" fmla="*/ 179023 w 2150577"/>
                <a:gd name="connsiteY0" fmla="*/ 347331 h 347585"/>
                <a:gd name="connsiteX1" fmla="*/ 48 w 2150577"/>
                <a:gd name="connsiteY1" fmla="*/ 178888 h 347585"/>
                <a:gd name="connsiteX2" fmla="*/ 168491 w 2150577"/>
                <a:gd name="connsiteY2" fmla="*/ -87 h 347585"/>
                <a:gd name="connsiteX3" fmla="*/ 179023 w 2150577"/>
                <a:gd name="connsiteY3" fmla="*/ -87 h 347585"/>
                <a:gd name="connsiteX4" fmla="*/ 1971488 w 2150577"/>
                <a:gd name="connsiteY4" fmla="*/ -87 h 347585"/>
                <a:gd name="connsiteX5" fmla="*/ 2150464 w 2150577"/>
                <a:gd name="connsiteY5" fmla="*/ 168355 h 347585"/>
                <a:gd name="connsiteX6" fmla="*/ 1982020 w 2150577"/>
                <a:gd name="connsiteY6" fmla="*/ 347331 h 347585"/>
                <a:gd name="connsiteX7" fmla="*/ 1971488 w 2150577"/>
                <a:gd name="connsiteY7" fmla="*/ 347331 h 34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50577" h="347585">
                  <a:moveTo>
                    <a:pt x="179023" y="347331"/>
                  </a:moveTo>
                  <a:cubicBezTo>
                    <a:pt x="83081" y="350235"/>
                    <a:pt x="2953" y="274830"/>
                    <a:pt x="48" y="178888"/>
                  </a:cubicBezTo>
                  <a:cubicBezTo>
                    <a:pt x="-2856" y="82945"/>
                    <a:pt x="72548" y="2817"/>
                    <a:pt x="168491" y="-87"/>
                  </a:cubicBezTo>
                  <a:cubicBezTo>
                    <a:pt x="172002" y="-199"/>
                    <a:pt x="175513" y="-199"/>
                    <a:pt x="179023" y="-87"/>
                  </a:cubicBezTo>
                  <a:lnTo>
                    <a:pt x="1971488" y="-87"/>
                  </a:lnTo>
                  <a:cubicBezTo>
                    <a:pt x="2067431" y="-2992"/>
                    <a:pt x="2147559" y="72412"/>
                    <a:pt x="2150464" y="168355"/>
                  </a:cubicBezTo>
                  <a:cubicBezTo>
                    <a:pt x="2153368" y="264298"/>
                    <a:pt x="2077964" y="344426"/>
                    <a:pt x="1982020" y="347331"/>
                  </a:cubicBezTo>
                  <a:cubicBezTo>
                    <a:pt x="1978510" y="347442"/>
                    <a:pt x="1974999" y="347442"/>
                    <a:pt x="1971488" y="347331"/>
                  </a:cubicBezTo>
                  <a:close/>
                </a:path>
              </a:pathLst>
            </a:custGeom>
            <a:solidFill>
              <a:schemeClr val="accent4"/>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54" name="Freeform: Shape 53">
              <a:extLst>
                <a:ext uri="{FF2B5EF4-FFF2-40B4-BE49-F238E27FC236}">
                  <a16:creationId xmlns:a16="http://schemas.microsoft.com/office/drawing/2014/main" id="{3CC808F3-863D-A505-6C4F-0D978CB7EF6A}"/>
                </a:ext>
              </a:extLst>
            </p:cNvPr>
            <p:cNvSpPr/>
            <p:nvPr/>
          </p:nvSpPr>
          <p:spPr>
            <a:xfrm rot="18900000">
              <a:off x="6930999" y="4518776"/>
              <a:ext cx="1364013" cy="1364013"/>
            </a:xfrm>
            <a:custGeom>
              <a:avLst/>
              <a:gdLst>
                <a:gd name="connsiteX0" fmla="*/ 1198455 w 1305888"/>
                <a:gd name="connsiteY0" fmla="*/ -171 h 1305888"/>
                <a:gd name="connsiteX1" fmla="*/ 1305856 w 1305888"/>
                <a:gd name="connsiteY1" fmla="*/ -171 h 1305888"/>
                <a:gd name="connsiteX2" fmla="*/ 1305856 w 1305888"/>
                <a:gd name="connsiteY2" fmla="*/ 1305717 h 1305888"/>
                <a:gd name="connsiteX3" fmla="*/ 1198455 w 1305888"/>
                <a:gd name="connsiteY3" fmla="*/ 1305717 h 1305888"/>
                <a:gd name="connsiteX4" fmla="*/ 107368 w 1305888"/>
                <a:gd name="connsiteY4" fmla="*/ 1305717 h 1305888"/>
                <a:gd name="connsiteX5" fmla="*/ -33 w 1305888"/>
                <a:gd name="connsiteY5" fmla="*/ 1305717 h 1305888"/>
                <a:gd name="connsiteX6" fmla="*/ -33 w 1305888"/>
                <a:gd name="connsiteY6" fmla="*/ -171 h 1305888"/>
                <a:gd name="connsiteX7" fmla="*/ 107368 w 1305888"/>
                <a:gd name="connsiteY7" fmla="*/ -171 h 1305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05888" h="1305888">
                  <a:moveTo>
                    <a:pt x="1198455" y="-171"/>
                  </a:moveTo>
                  <a:cubicBezTo>
                    <a:pt x="1257771" y="-171"/>
                    <a:pt x="1305856" y="-171"/>
                    <a:pt x="1305856" y="-171"/>
                  </a:cubicBezTo>
                  <a:lnTo>
                    <a:pt x="1305856" y="1305717"/>
                  </a:lnTo>
                  <a:cubicBezTo>
                    <a:pt x="1305856" y="1305717"/>
                    <a:pt x="1257771" y="1305717"/>
                    <a:pt x="1198455" y="1305717"/>
                  </a:cubicBezTo>
                  <a:lnTo>
                    <a:pt x="107368" y="1305717"/>
                  </a:lnTo>
                  <a:cubicBezTo>
                    <a:pt x="48052" y="1305717"/>
                    <a:pt x="-33" y="1305717"/>
                    <a:pt x="-33" y="1305717"/>
                  </a:cubicBezTo>
                  <a:lnTo>
                    <a:pt x="-33" y="-171"/>
                  </a:lnTo>
                  <a:cubicBezTo>
                    <a:pt x="-33" y="-171"/>
                    <a:pt x="48052" y="-171"/>
                    <a:pt x="107368" y="-171"/>
                  </a:cubicBezTo>
                  <a:close/>
                </a:path>
              </a:pathLst>
            </a:custGeom>
            <a:solidFill>
              <a:srgbClr val="FFFFFF"/>
            </a:solidFill>
            <a:ln w="15959"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55" name="Freeform: Shape 54">
              <a:extLst>
                <a:ext uri="{FF2B5EF4-FFF2-40B4-BE49-F238E27FC236}">
                  <a16:creationId xmlns:a16="http://schemas.microsoft.com/office/drawing/2014/main" id="{4A78BE4B-0553-788A-1F31-291C0ACD0D41}"/>
                </a:ext>
              </a:extLst>
            </p:cNvPr>
            <p:cNvSpPr/>
            <p:nvPr/>
          </p:nvSpPr>
          <p:spPr>
            <a:xfrm rot="18900000">
              <a:off x="7042979" y="4630875"/>
              <a:ext cx="1139818" cy="1139818"/>
            </a:xfrm>
            <a:custGeom>
              <a:avLst/>
              <a:gdLst>
                <a:gd name="connsiteX0" fmla="*/ 1041902 w 1091246"/>
                <a:gd name="connsiteY0" fmla="*/ -171 h 1091246"/>
                <a:gd name="connsiteX1" fmla="*/ 1091213 w 1091246"/>
                <a:gd name="connsiteY1" fmla="*/ -171 h 1091246"/>
                <a:gd name="connsiteX2" fmla="*/ 1091213 w 1091246"/>
                <a:gd name="connsiteY2" fmla="*/ 1091075 h 1091246"/>
                <a:gd name="connsiteX3" fmla="*/ 1041902 w 1091246"/>
                <a:gd name="connsiteY3" fmla="*/ 1091075 h 1091246"/>
                <a:gd name="connsiteX4" fmla="*/ 49279 w 1091246"/>
                <a:gd name="connsiteY4" fmla="*/ 1091075 h 1091246"/>
                <a:gd name="connsiteX5" fmla="*/ -33 w 1091246"/>
                <a:gd name="connsiteY5" fmla="*/ 1091075 h 1091246"/>
                <a:gd name="connsiteX6" fmla="*/ -33 w 1091246"/>
                <a:gd name="connsiteY6" fmla="*/ -171 h 1091246"/>
                <a:gd name="connsiteX7" fmla="*/ 49279 w 1091246"/>
                <a:gd name="connsiteY7" fmla="*/ -171 h 109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1246" h="1091246">
                  <a:moveTo>
                    <a:pt x="1041902" y="-171"/>
                  </a:moveTo>
                  <a:cubicBezTo>
                    <a:pt x="1069136" y="-171"/>
                    <a:pt x="1091213" y="-171"/>
                    <a:pt x="1091213" y="-171"/>
                  </a:cubicBezTo>
                  <a:lnTo>
                    <a:pt x="1091213" y="1091075"/>
                  </a:lnTo>
                  <a:cubicBezTo>
                    <a:pt x="1091213" y="1091075"/>
                    <a:pt x="1069136" y="1091075"/>
                    <a:pt x="1041902" y="1091075"/>
                  </a:cubicBezTo>
                  <a:lnTo>
                    <a:pt x="49279" y="1091075"/>
                  </a:lnTo>
                  <a:cubicBezTo>
                    <a:pt x="22045" y="1091075"/>
                    <a:pt x="-33" y="1091075"/>
                    <a:pt x="-33" y="1091075"/>
                  </a:cubicBezTo>
                  <a:lnTo>
                    <a:pt x="-33" y="-171"/>
                  </a:lnTo>
                  <a:cubicBezTo>
                    <a:pt x="-33" y="-171"/>
                    <a:pt x="22045" y="-171"/>
                    <a:pt x="49279" y="-171"/>
                  </a:cubicBezTo>
                  <a:close/>
                </a:path>
              </a:pathLst>
            </a:custGeom>
            <a:solidFill>
              <a:srgbClr val="FFFFFF"/>
            </a:solidFill>
            <a:ln w="15959"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56" name="Freeform: Shape 55">
              <a:extLst>
                <a:ext uri="{FF2B5EF4-FFF2-40B4-BE49-F238E27FC236}">
                  <a16:creationId xmlns:a16="http://schemas.microsoft.com/office/drawing/2014/main" id="{BD15CB11-754F-4C81-1022-959F2D6D1653}"/>
                </a:ext>
              </a:extLst>
            </p:cNvPr>
            <p:cNvSpPr/>
            <p:nvPr/>
          </p:nvSpPr>
          <p:spPr>
            <a:xfrm>
              <a:off x="6827643" y="4542738"/>
              <a:ext cx="637204" cy="1316507"/>
            </a:xfrm>
            <a:custGeom>
              <a:avLst/>
              <a:gdLst>
                <a:gd name="connsiteX0" fmla="*/ 13648 w 610051"/>
                <a:gd name="connsiteY0" fmla="*/ 596839 h 1260406"/>
                <a:gd name="connsiteX1" fmla="*/ 13648 w 610051"/>
                <a:gd name="connsiteY1" fmla="*/ 663865 h 1260406"/>
                <a:gd name="connsiteX2" fmla="*/ 610019 w 610051"/>
                <a:gd name="connsiteY2" fmla="*/ 1260236 h 1260406"/>
                <a:gd name="connsiteX3" fmla="*/ 610019 w 610051"/>
                <a:gd name="connsiteY3" fmla="*/ -171 h 1260406"/>
              </a:gdLst>
              <a:ahLst/>
              <a:cxnLst>
                <a:cxn ang="0">
                  <a:pos x="connsiteX0" y="connsiteY0"/>
                </a:cxn>
                <a:cxn ang="0">
                  <a:pos x="connsiteX1" y="connsiteY1"/>
                </a:cxn>
                <a:cxn ang="0">
                  <a:pos x="connsiteX2" y="connsiteY2"/>
                </a:cxn>
                <a:cxn ang="0">
                  <a:pos x="connsiteX3" y="connsiteY3"/>
                </a:cxn>
              </a:cxnLst>
              <a:rect l="l" t="t" r="r" b="b"/>
              <a:pathLst>
                <a:path w="610051" h="1260406">
                  <a:moveTo>
                    <a:pt x="13648" y="596839"/>
                  </a:moveTo>
                  <a:cubicBezTo>
                    <a:pt x="-4593" y="615462"/>
                    <a:pt x="-4593" y="645241"/>
                    <a:pt x="13648" y="663865"/>
                  </a:cubicBezTo>
                  <a:lnTo>
                    <a:pt x="610019" y="1260236"/>
                  </a:lnTo>
                  <a:lnTo>
                    <a:pt x="610019" y="-171"/>
                  </a:lnTo>
                  <a:close/>
                </a:path>
              </a:pathLst>
            </a:custGeom>
            <a:solidFill>
              <a:schemeClr val="accent4"/>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57" name="Freeform: Shape 56">
              <a:extLst>
                <a:ext uri="{FF2B5EF4-FFF2-40B4-BE49-F238E27FC236}">
                  <a16:creationId xmlns:a16="http://schemas.microsoft.com/office/drawing/2014/main" id="{672E59BA-082B-7650-0DD9-EB09DB23DC82}"/>
                </a:ext>
              </a:extLst>
            </p:cNvPr>
            <p:cNvSpPr/>
            <p:nvPr/>
          </p:nvSpPr>
          <p:spPr>
            <a:xfrm>
              <a:off x="7822895" y="5051972"/>
              <a:ext cx="20001" cy="20001"/>
            </a:xfrm>
            <a:custGeom>
              <a:avLst/>
              <a:gdLst>
                <a:gd name="connsiteX0" fmla="*/ 9542 w 19149"/>
                <a:gd name="connsiteY0" fmla="*/ -171 h 19149"/>
                <a:gd name="connsiteX1" fmla="*/ -33 w 19149"/>
                <a:gd name="connsiteY1" fmla="*/ 9404 h 19149"/>
                <a:gd name="connsiteX2" fmla="*/ 9542 w 19149"/>
                <a:gd name="connsiteY2" fmla="*/ 18979 h 19149"/>
                <a:gd name="connsiteX3" fmla="*/ 19117 w 19149"/>
                <a:gd name="connsiteY3" fmla="*/ 9404 h 19149"/>
                <a:gd name="connsiteX4" fmla="*/ 9542 w 19149"/>
                <a:gd name="connsiteY4" fmla="*/ -171 h 19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9" h="19149">
                  <a:moveTo>
                    <a:pt x="9542" y="-171"/>
                  </a:moveTo>
                  <a:cubicBezTo>
                    <a:pt x="4260" y="-171"/>
                    <a:pt x="-33" y="4122"/>
                    <a:pt x="-33" y="9404"/>
                  </a:cubicBezTo>
                  <a:cubicBezTo>
                    <a:pt x="-33" y="14686"/>
                    <a:pt x="4260" y="18979"/>
                    <a:pt x="9542" y="18979"/>
                  </a:cubicBezTo>
                  <a:cubicBezTo>
                    <a:pt x="14825" y="18979"/>
                    <a:pt x="19117" y="14686"/>
                    <a:pt x="19117" y="9404"/>
                  </a:cubicBezTo>
                  <a:cubicBezTo>
                    <a:pt x="19117" y="4122"/>
                    <a:pt x="14825" y="-171"/>
                    <a:pt x="9542" y="-171"/>
                  </a:cubicBezTo>
                  <a:close/>
                </a:path>
              </a:pathLst>
            </a:custGeom>
            <a:solidFill>
              <a:srgbClr val="000000"/>
            </a:solidFill>
            <a:ln w="1595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lumMod val="85000"/>
                    <a:lumOff val="15000"/>
                  </a:prstClr>
                </a:solidFill>
                <a:effectLst/>
                <a:uLnTx/>
                <a:uFillTx/>
                <a:latin typeface="Lora" pitchFamily="2" charset="0"/>
                <a:ea typeface="+mn-ea"/>
                <a:cs typeface="+mn-cs"/>
              </a:endParaRPr>
            </a:p>
          </p:txBody>
        </p:sp>
        <p:sp>
          <p:nvSpPr>
            <p:cNvPr id="60" name="TextBox 59">
              <a:extLst>
                <a:ext uri="{FF2B5EF4-FFF2-40B4-BE49-F238E27FC236}">
                  <a16:creationId xmlns:a16="http://schemas.microsoft.com/office/drawing/2014/main" id="{455F0760-0C0B-E4BE-76F2-6EA3AE7C6AFC}"/>
                </a:ext>
              </a:extLst>
            </p:cNvPr>
            <p:cNvSpPr txBox="1"/>
            <p:nvPr/>
          </p:nvSpPr>
          <p:spPr>
            <a:xfrm>
              <a:off x="2590904" y="1784283"/>
              <a:ext cx="2531500" cy="307777"/>
            </a:xfrm>
            <a:prstGeom prst="rect">
              <a:avLst/>
            </a:prstGeom>
            <a:noFill/>
          </p:spPr>
          <p:txBody>
            <a:bodyPr wrap="square">
              <a:spAutoFit/>
            </a:bodyPr>
            <a:lstStyle/>
            <a:p>
              <a:pPr lvl="0">
                <a:defRPr/>
              </a:pPr>
              <a:r>
                <a:rPr kumimoji="0" lang="en-US" sz="1400" b="1"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mn-cs"/>
                </a:rPr>
                <a:t>Doctor </a:t>
              </a:r>
              <a:r>
                <a:rPr lang="en-US" sz="1400" b="1" dirty="0">
                  <a:solidFill>
                    <a:prstClr val="black">
                      <a:lumMod val="85000"/>
                      <a:lumOff val="15000"/>
                    </a:prstClr>
                  </a:solidFill>
                  <a:latin typeface="Lora" pitchFamily="2" charset="0"/>
                </a:rPr>
                <a:t>Dataset Features</a:t>
              </a:r>
              <a:endParaRPr kumimoji="0" lang="en-US" sz="1400" b="0"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Segoe UI" panose="020B0502040204020203" pitchFamily="34" charset="0"/>
              </a:endParaRPr>
            </a:p>
          </p:txBody>
        </p:sp>
        <p:sp>
          <p:nvSpPr>
            <p:cNvPr id="62" name="TextBox 61">
              <a:extLst>
                <a:ext uri="{FF2B5EF4-FFF2-40B4-BE49-F238E27FC236}">
                  <a16:creationId xmlns:a16="http://schemas.microsoft.com/office/drawing/2014/main" id="{88FB5C0F-7E5C-5E2C-E20E-DB1C996E0E68}"/>
                </a:ext>
              </a:extLst>
            </p:cNvPr>
            <p:cNvSpPr txBox="1"/>
            <p:nvPr/>
          </p:nvSpPr>
          <p:spPr>
            <a:xfrm>
              <a:off x="2299498" y="2343345"/>
              <a:ext cx="2617477" cy="86177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Segoe UI" panose="020B0502040204020203" pitchFamily="34" charset="0"/>
                </a:rPr>
                <a:t>This section represents the key attributes used to predict doctor availability. Includes factors like working hours, specialization, </a:t>
              </a:r>
              <a:r>
                <a:rPr lang="en-US" sz="1000" dirty="0">
                  <a:solidFill>
                    <a:prstClr val="black">
                      <a:lumMod val="85000"/>
                      <a:lumOff val="15000"/>
                    </a:prstClr>
                  </a:solidFill>
                  <a:latin typeface="Lora" pitchFamily="2" charset="0"/>
                  <a:cs typeface="Segoe UI" panose="020B0502040204020203" pitchFamily="34" charset="0"/>
                </a:rPr>
                <a:t>Fee</a:t>
              </a:r>
              <a:r>
                <a:rPr kumimoji="0" lang="en-US" sz="1000" b="0"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Segoe UI" panose="020B0502040204020203" pitchFamily="34" charset="0"/>
                </a:rPr>
                <a:t>, Average Load, previous day , and doctor–patient ratio</a:t>
              </a:r>
            </a:p>
          </p:txBody>
        </p:sp>
        <p:sp>
          <p:nvSpPr>
            <p:cNvPr id="63" name="TextBox 62">
              <a:extLst>
                <a:ext uri="{FF2B5EF4-FFF2-40B4-BE49-F238E27FC236}">
                  <a16:creationId xmlns:a16="http://schemas.microsoft.com/office/drawing/2014/main" id="{AB6504A1-BA29-CC1E-17F6-7CB28B2C1F8B}"/>
                </a:ext>
              </a:extLst>
            </p:cNvPr>
            <p:cNvSpPr txBox="1"/>
            <p:nvPr/>
          </p:nvSpPr>
          <p:spPr>
            <a:xfrm>
              <a:off x="3352888" y="4694010"/>
              <a:ext cx="2768696" cy="861774"/>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mn-cs"/>
                </a:rPr>
                <a:t>This includes pharmacy location (city, area, store name), store stock, warehouse stock, and expiry information. These features help identify which pharmacy will face shortages.</a:t>
              </a:r>
              <a:endParaRPr kumimoji="0" lang="en-US" sz="1000" b="0"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Segoe UI" panose="020B0502040204020203" pitchFamily="34" charset="0"/>
              </a:endParaRPr>
            </a:p>
          </p:txBody>
        </p:sp>
        <p:sp>
          <p:nvSpPr>
            <p:cNvPr id="64" name="TextBox 63">
              <a:extLst>
                <a:ext uri="{FF2B5EF4-FFF2-40B4-BE49-F238E27FC236}">
                  <a16:creationId xmlns:a16="http://schemas.microsoft.com/office/drawing/2014/main" id="{0796F263-D76C-E07E-2942-A6ED858A8EA9}"/>
                </a:ext>
              </a:extLst>
            </p:cNvPr>
            <p:cNvSpPr txBox="1"/>
            <p:nvPr/>
          </p:nvSpPr>
          <p:spPr>
            <a:xfrm>
              <a:off x="7600765" y="2309334"/>
              <a:ext cx="2396132" cy="101566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Segoe UI" panose="020B0502040204020203" pitchFamily="34" charset="0"/>
                </a:rPr>
                <a:t>This covers medicine-related information such as name, substitutes, uses, side-effects, chemical class, therapeutic class, and whether the medicine is habit-forming or not.</a:t>
              </a:r>
            </a:p>
          </p:txBody>
        </p:sp>
        <p:sp>
          <p:nvSpPr>
            <p:cNvPr id="66" name="TextBox 65">
              <a:extLst>
                <a:ext uri="{FF2B5EF4-FFF2-40B4-BE49-F238E27FC236}">
                  <a16:creationId xmlns:a16="http://schemas.microsoft.com/office/drawing/2014/main" id="{8C6CEF93-2B8D-0B97-ACEA-F95F7E09A33E}"/>
                </a:ext>
              </a:extLst>
            </p:cNvPr>
            <p:cNvSpPr txBox="1"/>
            <p:nvPr/>
          </p:nvSpPr>
          <p:spPr>
            <a:xfrm>
              <a:off x="3704074" y="4113644"/>
              <a:ext cx="161692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mn-cs"/>
                </a:rPr>
                <a:t>Place</a:t>
              </a:r>
              <a:endParaRPr kumimoji="0" lang="en-US" sz="1400" b="0"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Segoe UI" panose="020B0502040204020203" pitchFamily="34" charset="0"/>
              </a:endParaRPr>
            </a:p>
          </p:txBody>
        </p:sp>
        <p:sp>
          <p:nvSpPr>
            <p:cNvPr id="67" name="TextBox 66">
              <a:extLst>
                <a:ext uri="{FF2B5EF4-FFF2-40B4-BE49-F238E27FC236}">
                  <a16:creationId xmlns:a16="http://schemas.microsoft.com/office/drawing/2014/main" id="{3B20DF07-61C6-A8AE-FDFE-E20A1964907A}"/>
                </a:ext>
              </a:extLst>
            </p:cNvPr>
            <p:cNvSpPr txBox="1"/>
            <p:nvPr/>
          </p:nvSpPr>
          <p:spPr>
            <a:xfrm>
              <a:off x="7832894" y="1786015"/>
              <a:ext cx="2531499" cy="307777"/>
            </a:xfrm>
            <a:prstGeom prst="rect">
              <a:avLst/>
            </a:prstGeom>
            <a:noFill/>
          </p:spPr>
          <p:txBody>
            <a:bodyPr wrap="square">
              <a:spAutoFit/>
            </a:bodyPr>
            <a:lstStyle/>
            <a:p>
              <a:pPr lvl="0">
                <a:defRPr/>
              </a:pPr>
              <a:r>
                <a:rPr lang="en-US" sz="1400" b="1" dirty="0">
                  <a:solidFill>
                    <a:prstClr val="black">
                      <a:lumMod val="85000"/>
                      <a:lumOff val="15000"/>
                    </a:prstClr>
                  </a:solidFill>
                  <a:latin typeface="Lora" pitchFamily="2" charset="0"/>
                </a:rPr>
                <a:t>Medicine Dataset Features</a:t>
              </a:r>
              <a:endParaRPr kumimoji="0" lang="en-US" sz="1400" b="0"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Segoe UI" panose="020B0502040204020203" pitchFamily="34" charset="0"/>
              </a:endParaRPr>
            </a:p>
          </p:txBody>
        </p:sp>
        <p:sp>
          <p:nvSpPr>
            <p:cNvPr id="68" name="TextBox 67">
              <a:extLst>
                <a:ext uri="{FF2B5EF4-FFF2-40B4-BE49-F238E27FC236}">
                  <a16:creationId xmlns:a16="http://schemas.microsoft.com/office/drawing/2014/main" id="{6CED4EBD-81A6-73D8-9B75-A4FCB3EACF1F}"/>
                </a:ext>
              </a:extLst>
            </p:cNvPr>
            <p:cNvSpPr txBox="1"/>
            <p:nvPr/>
          </p:nvSpPr>
          <p:spPr>
            <a:xfrm>
              <a:off x="8884354" y="4053395"/>
              <a:ext cx="255585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Segoe UI" panose="020B0502040204020203" pitchFamily="34" charset="0"/>
                </a:rPr>
                <a:t>ML Targets &amp; Predictions</a:t>
              </a:r>
            </a:p>
          </p:txBody>
        </p:sp>
      </p:grpSp>
      <p:sp>
        <p:nvSpPr>
          <p:cNvPr id="16" name="TextBox 15">
            <a:extLst>
              <a:ext uri="{FF2B5EF4-FFF2-40B4-BE49-F238E27FC236}">
                <a16:creationId xmlns:a16="http://schemas.microsoft.com/office/drawing/2014/main" id="{9406AC9B-F5B6-AF28-7789-DEF1CFBE415B}"/>
              </a:ext>
            </a:extLst>
          </p:cNvPr>
          <p:cNvSpPr txBox="1"/>
          <p:nvPr/>
        </p:nvSpPr>
        <p:spPr>
          <a:xfrm>
            <a:off x="8623223" y="4598851"/>
            <a:ext cx="2277719" cy="1169551"/>
          </a:xfrm>
          <a:prstGeom prst="rect">
            <a:avLst/>
          </a:prstGeom>
          <a:noFill/>
        </p:spPr>
        <p:txBody>
          <a:bodyPr wrap="square" rtlCol="0">
            <a:spAutoFit/>
          </a:bodyPr>
          <a:lstStyle/>
          <a:p>
            <a:pPr lvl="0">
              <a:defRPr/>
            </a:pPr>
            <a:r>
              <a:rPr lang="en-US" sz="1000" dirty="0">
                <a:latin typeface="Lora" pitchFamily="2" charset="0"/>
              </a:rPr>
              <a:t>This defines what the model learns to predict:</a:t>
            </a:r>
            <a:br>
              <a:rPr lang="en-US" sz="1000" dirty="0">
                <a:latin typeface="Lora" pitchFamily="2" charset="0"/>
              </a:rPr>
            </a:br>
            <a:r>
              <a:rPr lang="en-US" sz="1000" dirty="0">
                <a:latin typeface="Lora" pitchFamily="2" charset="0"/>
              </a:rPr>
              <a:t>• Doctor availability (0 or 1)</a:t>
            </a:r>
            <a:br>
              <a:rPr lang="en-US" sz="1000" dirty="0">
                <a:latin typeface="Lora" pitchFamily="2" charset="0"/>
              </a:rPr>
            </a:br>
            <a:r>
              <a:rPr lang="en-US" sz="1000" dirty="0">
                <a:latin typeface="Lora" pitchFamily="2" charset="0"/>
              </a:rPr>
              <a:t>• Medicine stock status (in-stock, low-  stock, out-of-stock) is Available  , Record Alert </a:t>
            </a:r>
            <a:br>
              <a:rPr lang="en-US" sz="1000" dirty="0">
                <a:latin typeface="Lora" pitchFamily="2" charset="0"/>
              </a:rPr>
            </a:br>
            <a:endParaRPr kumimoji="0" lang="en-US" sz="1000" b="0" i="0" u="none" strike="noStrike" kern="1200" cap="none" spc="0" normalizeH="0" baseline="0" noProof="0" dirty="0">
              <a:ln>
                <a:noFill/>
              </a:ln>
              <a:solidFill>
                <a:prstClr val="black">
                  <a:lumMod val="85000"/>
                  <a:lumOff val="15000"/>
                </a:prstClr>
              </a:solidFill>
              <a:effectLst/>
              <a:uLnTx/>
              <a:uFillTx/>
              <a:latin typeface="Lora" pitchFamily="2" charset="0"/>
            </a:endParaRPr>
          </a:p>
        </p:txBody>
      </p:sp>
      <p:sp>
        <p:nvSpPr>
          <p:cNvPr id="17" name="TextBox 16">
            <a:extLst>
              <a:ext uri="{FF2B5EF4-FFF2-40B4-BE49-F238E27FC236}">
                <a16:creationId xmlns:a16="http://schemas.microsoft.com/office/drawing/2014/main" id="{31F86FB4-1E19-0679-D371-DCE1B4EF1132}"/>
              </a:ext>
            </a:extLst>
          </p:cNvPr>
          <p:cNvSpPr txBox="1"/>
          <p:nvPr/>
        </p:nvSpPr>
        <p:spPr>
          <a:xfrm>
            <a:off x="1247526" y="2674381"/>
            <a:ext cx="57682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mn-cs"/>
              </a:rPr>
              <a:t>01</a:t>
            </a:r>
          </a:p>
        </p:txBody>
      </p:sp>
      <p:sp>
        <p:nvSpPr>
          <p:cNvPr id="18" name="TextBox 17">
            <a:extLst>
              <a:ext uri="{FF2B5EF4-FFF2-40B4-BE49-F238E27FC236}">
                <a16:creationId xmlns:a16="http://schemas.microsoft.com/office/drawing/2014/main" id="{03C3B29D-427E-EE5B-F818-CF2F7FB8CA70}"/>
              </a:ext>
            </a:extLst>
          </p:cNvPr>
          <p:cNvSpPr txBox="1"/>
          <p:nvPr/>
        </p:nvSpPr>
        <p:spPr>
          <a:xfrm>
            <a:off x="6458601" y="2688911"/>
            <a:ext cx="57682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mn-cs"/>
              </a:rPr>
              <a:t>02</a:t>
            </a:r>
          </a:p>
        </p:txBody>
      </p:sp>
      <p:sp>
        <p:nvSpPr>
          <p:cNvPr id="19" name="TextBox 18">
            <a:extLst>
              <a:ext uri="{FF2B5EF4-FFF2-40B4-BE49-F238E27FC236}">
                <a16:creationId xmlns:a16="http://schemas.microsoft.com/office/drawing/2014/main" id="{08561B6E-4F40-7954-758D-D1CE0B6292F4}"/>
              </a:ext>
            </a:extLst>
          </p:cNvPr>
          <p:cNvSpPr txBox="1"/>
          <p:nvPr/>
        </p:nvSpPr>
        <p:spPr>
          <a:xfrm>
            <a:off x="2349519" y="4968075"/>
            <a:ext cx="57682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mn-cs"/>
              </a:rPr>
              <a:t>03</a:t>
            </a:r>
          </a:p>
        </p:txBody>
      </p:sp>
      <p:sp>
        <p:nvSpPr>
          <p:cNvPr id="20" name="TextBox 19">
            <a:extLst>
              <a:ext uri="{FF2B5EF4-FFF2-40B4-BE49-F238E27FC236}">
                <a16:creationId xmlns:a16="http://schemas.microsoft.com/office/drawing/2014/main" id="{E7A3CB3E-2FD1-8BBE-7B83-3B83AFEF2913}"/>
              </a:ext>
            </a:extLst>
          </p:cNvPr>
          <p:cNvSpPr txBox="1"/>
          <p:nvPr/>
        </p:nvSpPr>
        <p:spPr>
          <a:xfrm>
            <a:off x="7561850" y="4954490"/>
            <a:ext cx="576826"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lumMod val="85000"/>
                    <a:lumOff val="15000"/>
                  </a:prstClr>
                </a:solidFill>
                <a:effectLst/>
                <a:uLnTx/>
                <a:uFillTx/>
                <a:latin typeface="Lora" pitchFamily="2" charset="0"/>
                <a:ea typeface="+mn-ea"/>
                <a:cs typeface="+mn-cs"/>
              </a:rPr>
              <a:t>04</a:t>
            </a:r>
          </a:p>
        </p:txBody>
      </p:sp>
    </p:spTree>
    <p:extLst>
      <p:ext uri="{BB962C8B-B14F-4D97-AF65-F5344CB8AC3E}">
        <p14:creationId xmlns:p14="http://schemas.microsoft.com/office/powerpoint/2010/main" val="13348912"/>
      </p:ext>
    </p:extLst>
  </p:cSld>
  <p:clrMapOvr>
    <a:masterClrMapping/>
  </p:clrMapOvr>
  <p:transition spd="slow">
    <p:comb/>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1" name="Group 110">
            <a:extLst>
              <a:ext uri="{FF2B5EF4-FFF2-40B4-BE49-F238E27FC236}">
                <a16:creationId xmlns:a16="http://schemas.microsoft.com/office/drawing/2014/main" id="{F416E432-C58F-40D7-9A49-50294C8EC622}"/>
              </a:ext>
            </a:extLst>
          </p:cNvPr>
          <p:cNvGrpSpPr/>
          <p:nvPr/>
        </p:nvGrpSpPr>
        <p:grpSpPr>
          <a:xfrm>
            <a:off x="81206" y="411330"/>
            <a:ext cx="12029588" cy="5989860"/>
            <a:chOff x="81204" y="411329"/>
            <a:chExt cx="12029588" cy="5989859"/>
          </a:xfrm>
        </p:grpSpPr>
        <p:sp>
          <p:nvSpPr>
            <p:cNvPr id="60" name="Oval 59">
              <a:extLst>
                <a:ext uri="{FF2B5EF4-FFF2-40B4-BE49-F238E27FC236}">
                  <a16:creationId xmlns:a16="http://schemas.microsoft.com/office/drawing/2014/main" id="{99ABACC5-82D4-4339-A3CE-96A7D20DD253}"/>
                </a:ext>
              </a:extLst>
            </p:cNvPr>
            <p:cNvSpPr/>
            <p:nvPr/>
          </p:nvSpPr>
          <p:spPr>
            <a:xfrm>
              <a:off x="7688255" y="2270736"/>
              <a:ext cx="2343788" cy="2343788"/>
            </a:xfrm>
            <a:prstGeom prst="ellipse">
              <a:avLst/>
            </a:prstGeom>
            <a:solidFill>
              <a:schemeClr val="tx1">
                <a:alpha val="40000"/>
              </a:schemeClr>
            </a:solidFill>
            <a:ln>
              <a:noFill/>
            </a:ln>
            <a:effectLst>
              <a:softEdge rad="6477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58" name="Oval 57">
              <a:extLst>
                <a:ext uri="{FF2B5EF4-FFF2-40B4-BE49-F238E27FC236}">
                  <a16:creationId xmlns:a16="http://schemas.microsoft.com/office/drawing/2014/main" id="{2B3558DB-E334-419F-BF94-AFECE8200D0B}"/>
                </a:ext>
              </a:extLst>
            </p:cNvPr>
            <p:cNvSpPr/>
            <p:nvPr/>
          </p:nvSpPr>
          <p:spPr>
            <a:xfrm>
              <a:off x="7255465" y="4057400"/>
              <a:ext cx="2343788" cy="2343788"/>
            </a:xfrm>
            <a:prstGeom prst="ellipse">
              <a:avLst/>
            </a:prstGeom>
            <a:solidFill>
              <a:schemeClr val="tx1">
                <a:alpha val="40000"/>
              </a:schemeClr>
            </a:solidFill>
            <a:ln>
              <a:noFill/>
            </a:ln>
            <a:effectLst>
              <a:softEdge rad="6477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59" name="Oval 58">
              <a:extLst>
                <a:ext uri="{FF2B5EF4-FFF2-40B4-BE49-F238E27FC236}">
                  <a16:creationId xmlns:a16="http://schemas.microsoft.com/office/drawing/2014/main" id="{902171E2-2947-4D8C-BF15-148EE2369088}"/>
                </a:ext>
              </a:extLst>
            </p:cNvPr>
            <p:cNvSpPr/>
            <p:nvPr/>
          </p:nvSpPr>
          <p:spPr>
            <a:xfrm>
              <a:off x="7255465" y="411329"/>
              <a:ext cx="2343788" cy="2343788"/>
            </a:xfrm>
            <a:prstGeom prst="ellipse">
              <a:avLst/>
            </a:prstGeom>
            <a:solidFill>
              <a:schemeClr val="tx1">
                <a:alpha val="40000"/>
              </a:schemeClr>
            </a:solidFill>
            <a:ln>
              <a:noFill/>
            </a:ln>
            <a:effectLst>
              <a:softEdge rad="6477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57" name="Oval 56">
              <a:extLst>
                <a:ext uri="{FF2B5EF4-FFF2-40B4-BE49-F238E27FC236}">
                  <a16:creationId xmlns:a16="http://schemas.microsoft.com/office/drawing/2014/main" id="{6EA87E34-6645-411F-8DE5-43664ED0C527}"/>
                </a:ext>
              </a:extLst>
            </p:cNvPr>
            <p:cNvSpPr/>
            <p:nvPr/>
          </p:nvSpPr>
          <p:spPr>
            <a:xfrm>
              <a:off x="2094316" y="2256310"/>
              <a:ext cx="2343788" cy="2343788"/>
            </a:xfrm>
            <a:prstGeom prst="ellipse">
              <a:avLst/>
            </a:prstGeom>
            <a:solidFill>
              <a:schemeClr val="tx1">
                <a:alpha val="40000"/>
              </a:schemeClr>
            </a:solidFill>
            <a:ln>
              <a:noFill/>
            </a:ln>
            <a:effectLst>
              <a:softEdge rad="6477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56" name="Oval 55">
              <a:extLst>
                <a:ext uri="{FF2B5EF4-FFF2-40B4-BE49-F238E27FC236}">
                  <a16:creationId xmlns:a16="http://schemas.microsoft.com/office/drawing/2014/main" id="{84716EAE-E6AE-4720-8B07-B978ECDD639C}"/>
                </a:ext>
              </a:extLst>
            </p:cNvPr>
            <p:cNvSpPr/>
            <p:nvPr/>
          </p:nvSpPr>
          <p:spPr>
            <a:xfrm>
              <a:off x="2838277" y="4057400"/>
              <a:ext cx="2343788" cy="2343788"/>
            </a:xfrm>
            <a:prstGeom prst="ellipse">
              <a:avLst/>
            </a:prstGeom>
            <a:solidFill>
              <a:schemeClr val="tx1">
                <a:alpha val="40000"/>
              </a:schemeClr>
            </a:solidFill>
            <a:ln>
              <a:noFill/>
            </a:ln>
            <a:effectLst>
              <a:softEdge rad="6477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55" name="Oval 54">
              <a:extLst>
                <a:ext uri="{FF2B5EF4-FFF2-40B4-BE49-F238E27FC236}">
                  <a16:creationId xmlns:a16="http://schemas.microsoft.com/office/drawing/2014/main" id="{2AC2A896-1E05-4399-B336-E306729D98BF}"/>
                </a:ext>
              </a:extLst>
            </p:cNvPr>
            <p:cNvSpPr/>
            <p:nvPr/>
          </p:nvSpPr>
          <p:spPr>
            <a:xfrm>
              <a:off x="2838277" y="411329"/>
              <a:ext cx="2343788" cy="2343788"/>
            </a:xfrm>
            <a:prstGeom prst="ellipse">
              <a:avLst/>
            </a:prstGeom>
            <a:solidFill>
              <a:schemeClr val="tx1">
                <a:alpha val="40000"/>
              </a:schemeClr>
            </a:solidFill>
            <a:ln>
              <a:noFill/>
            </a:ln>
            <a:effectLst>
              <a:softEdge rad="6477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54" name="Oval 53">
              <a:extLst>
                <a:ext uri="{FF2B5EF4-FFF2-40B4-BE49-F238E27FC236}">
                  <a16:creationId xmlns:a16="http://schemas.microsoft.com/office/drawing/2014/main" id="{D45DDEC0-88B2-4810-884F-6EFD149E6C9E}"/>
                </a:ext>
              </a:extLst>
            </p:cNvPr>
            <p:cNvSpPr/>
            <p:nvPr/>
          </p:nvSpPr>
          <p:spPr>
            <a:xfrm>
              <a:off x="3833881" y="1684162"/>
              <a:ext cx="4074996" cy="4074997"/>
            </a:xfrm>
            <a:prstGeom prst="ellipse">
              <a:avLst/>
            </a:prstGeom>
            <a:solidFill>
              <a:schemeClr val="tx1"/>
            </a:solidFill>
            <a:ln>
              <a:noFill/>
            </a:ln>
            <a:effectLst>
              <a:softEdge rad="6477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4" name="Oval 3">
              <a:extLst>
                <a:ext uri="{FF2B5EF4-FFF2-40B4-BE49-F238E27FC236}">
                  <a16:creationId xmlns:a16="http://schemas.microsoft.com/office/drawing/2014/main" id="{A795EE30-0D7A-46D2-A284-3C92AE0595BC}"/>
                </a:ext>
              </a:extLst>
            </p:cNvPr>
            <p:cNvSpPr/>
            <p:nvPr/>
          </p:nvSpPr>
          <p:spPr>
            <a:xfrm>
              <a:off x="4058503" y="1334352"/>
              <a:ext cx="4074996" cy="4074997"/>
            </a:xfrm>
            <a:prstGeom prst="ellipse">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7" name="Oval 6">
              <a:extLst>
                <a:ext uri="{FF2B5EF4-FFF2-40B4-BE49-F238E27FC236}">
                  <a16:creationId xmlns:a16="http://schemas.microsoft.com/office/drawing/2014/main" id="{02C47382-2780-42C8-B84A-C33A4C1E58E4}"/>
                </a:ext>
              </a:extLst>
            </p:cNvPr>
            <p:cNvSpPr/>
            <p:nvPr/>
          </p:nvSpPr>
          <p:spPr>
            <a:xfrm>
              <a:off x="4730064" y="2019980"/>
              <a:ext cx="2717399" cy="2717399"/>
            </a:xfrm>
            <a:prstGeom prst="ellipse">
              <a:avLst/>
            </a:prstGeom>
            <a:gradFill flip="none" rotWithShape="1">
              <a:gsLst>
                <a:gs pos="39000">
                  <a:srgbClr val="FCFCFC"/>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8" name="Oval 7">
              <a:extLst>
                <a:ext uri="{FF2B5EF4-FFF2-40B4-BE49-F238E27FC236}">
                  <a16:creationId xmlns:a16="http://schemas.microsoft.com/office/drawing/2014/main" id="{EA8E6F85-7D5D-4FD6-AA1E-CC5FB7E0F515}"/>
                </a:ext>
              </a:extLst>
            </p:cNvPr>
            <p:cNvSpPr/>
            <p:nvPr/>
          </p:nvSpPr>
          <p:spPr>
            <a:xfrm>
              <a:off x="5929316" y="1513612"/>
              <a:ext cx="318890" cy="318890"/>
            </a:xfrm>
            <a:prstGeom prst="ellipse">
              <a:avLst/>
            </a:prstGeom>
            <a:gradFill flip="none" rotWithShape="1">
              <a:gsLst>
                <a:gs pos="0">
                  <a:schemeClr val="bg1"/>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9" name="Oval 8">
              <a:extLst>
                <a:ext uri="{FF2B5EF4-FFF2-40B4-BE49-F238E27FC236}">
                  <a16:creationId xmlns:a16="http://schemas.microsoft.com/office/drawing/2014/main" id="{FC0EBAE3-432C-4BE4-ABBA-B4ADB54385FA}"/>
                </a:ext>
              </a:extLst>
            </p:cNvPr>
            <p:cNvSpPr/>
            <p:nvPr/>
          </p:nvSpPr>
          <p:spPr>
            <a:xfrm rot="2874344">
              <a:off x="7136143" y="2004033"/>
              <a:ext cx="318890" cy="318890"/>
            </a:xfrm>
            <a:prstGeom prst="ellipse">
              <a:avLst/>
            </a:prstGeom>
            <a:gradFill flip="none" rotWithShape="1">
              <a:gsLst>
                <a:gs pos="0">
                  <a:schemeClr val="bg1"/>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20" name="Oval 19">
              <a:extLst>
                <a:ext uri="{FF2B5EF4-FFF2-40B4-BE49-F238E27FC236}">
                  <a16:creationId xmlns:a16="http://schemas.microsoft.com/office/drawing/2014/main" id="{DF435127-0E87-41A8-A287-48E4E46BF922}"/>
                </a:ext>
              </a:extLst>
            </p:cNvPr>
            <p:cNvSpPr/>
            <p:nvPr/>
          </p:nvSpPr>
          <p:spPr>
            <a:xfrm>
              <a:off x="7644857" y="3212404"/>
              <a:ext cx="318890" cy="318890"/>
            </a:xfrm>
            <a:prstGeom prst="ellipse">
              <a:avLst/>
            </a:prstGeom>
            <a:gradFill flip="none" rotWithShape="1">
              <a:gsLst>
                <a:gs pos="0">
                  <a:schemeClr val="bg1"/>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21" name="Oval 20">
              <a:extLst>
                <a:ext uri="{FF2B5EF4-FFF2-40B4-BE49-F238E27FC236}">
                  <a16:creationId xmlns:a16="http://schemas.microsoft.com/office/drawing/2014/main" id="{83F60169-E24D-487D-B567-E73396D3F98B}"/>
                </a:ext>
              </a:extLst>
            </p:cNvPr>
            <p:cNvSpPr/>
            <p:nvPr/>
          </p:nvSpPr>
          <p:spPr>
            <a:xfrm rot="2588247">
              <a:off x="7135659" y="4432287"/>
              <a:ext cx="318890" cy="318890"/>
            </a:xfrm>
            <a:prstGeom prst="ellipse">
              <a:avLst/>
            </a:prstGeom>
            <a:gradFill flip="none" rotWithShape="1">
              <a:gsLst>
                <a:gs pos="0">
                  <a:schemeClr val="bg1"/>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22" name="Oval 21">
              <a:extLst>
                <a:ext uri="{FF2B5EF4-FFF2-40B4-BE49-F238E27FC236}">
                  <a16:creationId xmlns:a16="http://schemas.microsoft.com/office/drawing/2014/main" id="{64FE6023-D43D-43AF-9ACD-EA8ABDF8DC09}"/>
                </a:ext>
              </a:extLst>
            </p:cNvPr>
            <p:cNvSpPr/>
            <p:nvPr/>
          </p:nvSpPr>
          <p:spPr>
            <a:xfrm>
              <a:off x="5929316" y="4911199"/>
              <a:ext cx="318890" cy="318890"/>
            </a:xfrm>
            <a:prstGeom prst="ellipse">
              <a:avLst/>
            </a:prstGeom>
            <a:gradFill flip="none" rotWithShape="1">
              <a:gsLst>
                <a:gs pos="0">
                  <a:schemeClr val="bg1"/>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23" name="Oval 22">
              <a:extLst>
                <a:ext uri="{FF2B5EF4-FFF2-40B4-BE49-F238E27FC236}">
                  <a16:creationId xmlns:a16="http://schemas.microsoft.com/office/drawing/2014/main" id="{68583D51-190D-4FD6-A52E-CCCEEDB98F9F}"/>
                </a:ext>
              </a:extLst>
            </p:cNvPr>
            <p:cNvSpPr/>
            <p:nvPr/>
          </p:nvSpPr>
          <p:spPr>
            <a:xfrm rot="2588247">
              <a:off x="4727560" y="4427765"/>
              <a:ext cx="318890" cy="318890"/>
            </a:xfrm>
            <a:prstGeom prst="ellipse">
              <a:avLst/>
            </a:prstGeom>
            <a:gradFill flip="none" rotWithShape="1">
              <a:gsLst>
                <a:gs pos="0">
                  <a:schemeClr val="bg1"/>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4212FFD3-A0FB-4D97-AD76-D75A9488AA3A}"/>
                </a:ext>
              </a:extLst>
            </p:cNvPr>
            <p:cNvSpPr/>
            <p:nvPr/>
          </p:nvSpPr>
          <p:spPr>
            <a:xfrm>
              <a:off x="4212241" y="3212404"/>
              <a:ext cx="318890" cy="318890"/>
            </a:xfrm>
            <a:prstGeom prst="ellipse">
              <a:avLst/>
            </a:prstGeom>
            <a:gradFill flip="none" rotWithShape="1">
              <a:gsLst>
                <a:gs pos="0">
                  <a:schemeClr val="bg1"/>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25" name="Oval 24">
              <a:extLst>
                <a:ext uri="{FF2B5EF4-FFF2-40B4-BE49-F238E27FC236}">
                  <a16:creationId xmlns:a16="http://schemas.microsoft.com/office/drawing/2014/main" id="{DE587255-7375-4D2E-BD28-2D3718F66C7B}"/>
                </a:ext>
              </a:extLst>
            </p:cNvPr>
            <p:cNvSpPr/>
            <p:nvPr/>
          </p:nvSpPr>
          <p:spPr>
            <a:xfrm rot="2616770">
              <a:off x="4692609" y="2014626"/>
              <a:ext cx="318890" cy="318890"/>
            </a:xfrm>
            <a:prstGeom prst="ellipse">
              <a:avLst/>
            </a:prstGeom>
            <a:gradFill flip="none" rotWithShape="1">
              <a:gsLst>
                <a:gs pos="0">
                  <a:schemeClr val="bg1"/>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30" name="Rectangle 29">
              <a:extLst>
                <a:ext uri="{FF2B5EF4-FFF2-40B4-BE49-F238E27FC236}">
                  <a16:creationId xmlns:a16="http://schemas.microsoft.com/office/drawing/2014/main" id="{E339037A-FCCC-4F04-B5CD-D5A5C1307B61}"/>
                </a:ext>
              </a:extLst>
            </p:cNvPr>
            <p:cNvSpPr/>
            <p:nvPr/>
          </p:nvSpPr>
          <p:spPr>
            <a:xfrm>
              <a:off x="8333415" y="1098842"/>
              <a:ext cx="3071812" cy="968763"/>
            </a:xfrm>
            <a:custGeom>
              <a:avLst/>
              <a:gdLst>
                <a:gd name="connsiteX0" fmla="*/ 0 w 3071812"/>
                <a:gd name="connsiteY0" fmla="*/ 0 h 968763"/>
                <a:gd name="connsiteX1" fmla="*/ 3071812 w 3071812"/>
                <a:gd name="connsiteY1" fmla="*/ 0 h 968763"/>
                <a:gd name="connsiteX2" fmla="*/ 3071812 w 3071812"/>
                <a:gd name="connsiteY2" fmla="*/ 968763 h 968763"/>
                <a:gd name="connsiteX3" fmla="*/ 0 w 3071812"/>
                <a:gd name="connsiteY3" fmla="*/ 968763 h 968763"/>
                <a:gd name="connsiteX4" fmla="*/ 0 w 3071812"/>
                <a:gd name="connsiteY4" fmla="*/ 0 h 968763"/>
                <a:gd name="connsiteX0" fmla="*/ 0 w 3071812"/>
                <a:gd name="connsiteY0" fmla="*/ 0 h 968763"/>
                <a:gd name="connsiteX1" fmla="*/ 2281237 w 3071812"/>
                <a:gd name="connsiteY1" fmla="*/ 9525 h 968763"/>
                <a:gd name="connsiteX2" fmla="*/ 3071812 w 3071812"/>
                <a:gd name="connsiteY2" fmla="*/ 968763 h 968763"/>
                <a:gd name="connsiteX3" fmla="*/ 0 w 3071812"/>
                <a:gd name="connsiteY3" fmla="*/ 968763 h 968763"/>
                <a:gd name="connsiteX4" fmla="*/ 0 w 3071812"/>
                <a:gd name="connsiteY4" fmla="*/ 0 h 968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1812" h="968763">
                  <a:moveTo>
                    <a:pt x="0" y="0"/>
                  </a:moveTo>
                  <a:lnTo>
                    <a:pt x="2281237" y="9525"/>
                  </a:lnTo>
                  <a:lnTo>
                    <a:pt x="3071812" y="968763"/>
                  </a:lnTo>
                  <a:lnTo>
                    <a:pt x="0" y="968763"/>
                  </a:lnTo>
                  <a:lnTo>
                    <a:pt x="0" y="0"/>
                  </a:lnTo>
                  <a:close/>
                </a:path>
              </a:pathLst>
            </a:custGeom>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dirty="0">
                <a:latin typeface="Arial" panose="020B0604020202020204" pitchFamily="34" charset="0"/>
                <a:cs typeface="Arial" panose="020B0604020202020204" pitchFamily="34" charset="0"/>
              </a:endParaRPr>
            </a:p>
          </p:txBody>
        </p:sp>
        <p:sp>
          <p:nvSpPr>
            <p:cNvPr id="27" name="Oval 26">
              <a:extLst>
                <a:ext uri="{FF2B5EF4-FFF2-40B4-BE49-F238E27FC236}">
                  <a16:creationId xmlns:a16="http://schemas.microsoft.com/office/drawing/2014/main" id="{255BCB87-15C4-480C-A73E-E95E775345FD}"/>
                </a:ext>
              </a:extLst>
            </p:cNvPr>
            <p:cNvSpPr/>
            <p:nvPr/>
          </p:nvSpPr>
          <p:spPr>
            <a:xfrm>
              <a:off x="7666987" y="528468"/>
              <a:ext cx="1548662" cy="1548662"/>
            </a:xfrm>
            <a:prstGeom prst="ellipse">
              <a:avLst/>
            </a:prstGeom>
            <a:gradFill flip="none" rotWithShape="1">
              <a:gsLst>
                <a:gs pos="100000">
                  <a:srgbClr val="FCFCFC"/>
                </a:gs>
                <a:gs pos="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28" name="Oval 27">
              <a:extLst>
                <a:ext uri="{FF2B5EF4-FFF2-40B4-BE49-F238E27FC236}">
                  <a16:creationId xmlns:a16="http://schemas.microsoft.com/office/drawing/2014/main" id="{E502B695-517E-48A2-B5B8-908F72D6932B}"/>
                </a:ext>
              </a:extLst>
            </p:cNvPr>
            <p:cNvSpPr/>
            <p:nvPr/>
          </p:nvSpPr>
          <p:spPr>
            <a:xfrm>
              <a:off x="7924736" y="786217"/>
              <a:ext cx="1033166" cy="1033166"/>
            </a:xfrm>
            <a:prstGeom prst="ellipse">
              <a:avLst/>
            </a:prstGeom>
            <a:gradFill flip="none" rotWithShape="1">
              <a:gsLst>
                <a:gs pos="39000">
                  <a:srgbClr val="FCFCFC"/>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34" name="Rectangle 29">
              <a:extLst>
                <a:ext uri="{FF2B5EF4-FFF2-40B4-BE49-F238E27FC236}">
                  <a16:creationId xmlns:a16="http://schemas.microsoft.com/office/drawing/2014/main" id="{08479DEE-705F-4867-8630-44AEC92158E1}"/>
                </a:ext>
              </a:extLst>
            </p:cNvPr>
            <p:cNvSpPr/>
            <p:nvPr/>
          </p:nvSpPr>
          <p:spPr>
            <a:xfrm>
              <a:off x="9038980" y="3145058"/>
              <a:ext cx="3071812" cy="968763"/>
            </a:xfrm>
            <a:custGeom>
              <a:avLst/>
              <a:gdLst>
                <a:gd name="connsiteX0" fmla="*/ 0 w 3071812"/>
                <a:gd name="connsiteY0" fmla="*/ 0 h 968763"/>
                <a:gd name="connsiteX1" fmla="*/ 3071812 w 3071812"/>
                <a:gd name="connsiteY1" fmla="*/ 0 h 968763"/>
                <a:gd name="connsiteX2" fmla="*/ 3071812 w 3071812"/>
                <a:gd name="connsiteY2" fmla="*/ 968763 h 968763"/>
                <a:gd name="connsiteX3" fmla="*/ 0 w 3071812"/>
                <a:gd name="connsiteY3" fmla="*/ 968763 h 968763"/>
                <a:gd name="connsiteX4" fmla="*/ 0 w 3071812"/>
                <a:gd name="connsiteY4" fmla="*/ 0 h 968763"/>
                <a:gd name="connsiteX0" fmla="*/ 0 w 3071812"/>
                <a:gd name="connsiteY0" fmla="*/ 0 h 968763"/>
                <a:gd name="connsiteX1" fmla="*/ 2281237 w 3071812"/>
                <a:gd name="connsiteY1" fmla="*/ 9525 h 968763"/>
                <a:gd name="connsiteX2" fmla="*/ 3071812 w 3071812"/>
                <a:gd name="connsiteY2" fmla="*/ 968763 h 968763"/>
                <a:gd name="connsiteX3" fmla="*/ 0 w 3071812"/>
                <a:gd name="connsiteY3" fmla="*/ 968763 h 968763"/>
                <a:gd name="connsiteX4" fmla="*/ 0 w 3071812"/>
                <a:gd name="connsiteY4" fmla="*/ 0 h 968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1812" h="968763">
                  <a:moveTo>
                    <a:pt x="0" y="0"/>
                  </a:moveTo>
                  <a:lnTo>
                    <a:pt x="2281237" y="9525"/>
                  </a:lnTo>
                  <a:lnTo>
                    <a:pt x="3071812" y="968763"/>
                  </a:lnTo>
                  <a:lnTo>
                    <a:pt x="0" y="968763"/>
                  </a:lnTo>
                  <a:lnTo>
                    <a:pt x="0" y="0"/>
                  </a:lnTo>
                  <a:close/>
                </a:path>
              </a:pathLst>
            </a:cu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35" name="Oval 34">
              <a:extLst>
                <a:ext uri="{FF2B5EF4-FFF2-40B4-BE49-F238E27FC236}">
                  <a16:creationId xmlns:a16="http://schemas.microsoft.com/office/drawing/2014/main" id="{2528657A-620C-4911-B404-1E7DB96D2BFC}"/>
                </a:ext>
              </a:extLst>
            </p:cNvPr>
            <p:cNvSpPr/>
            <p:nvPr/>
          </p:nvSpPr>
          <p:spPr>
            <a:xfrm>
              <a:off x="8369369" y="2559519"/>
              <a:ext cx="1548662" cy="1548662"/>
            </a:xfrm>
            <a:prstGeom prst="ellipse">
              <a:avLst/>
            </a:prstGeom>
            <a:gradFill flip="none" rotWithShape="1">
              <a:gsLst>
                <a:gs pos="100000">
                  <a:srgbClr val="FCFCFC"/>
                </a:gs>
                <a:gs pos="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D59422F4-E400-4933-9358-6D5F19D6A2CA}"/>
                </a:ext>
              </a:extLst>
            </p:cNvPr>
            <p:cNvSpPr/>
            <p:nvPr/>
          </p:nvSpPr>
          <p:spPr>
            <a:xfrm>
              <a:off x="8627118" y="2817268"/>
              <a:ext cx="1033166" cy="1033166"/>
            </a:xfrm>
            <a:prstGeom prst="ellipse">
              <a:avLst/>
            </a:prstGeom>
            <a:gradFill flip="none" rotWithShape="1">
              <a:gsLst>
                <a:gs pos="39000">
                  <a:srgbClr val="FCFCFC"/>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38" name="Rectangle 29">
              <a:extLst>
                <a:ext uri="{FF2B5EF4-FFF2-40B4-BE49-F238E27FC236}">
                  <a16:creationId xmlns:a16="http://schemas.microsoft.com/office/drawing/2014/main" id="{2D83F5F5-61F1-4888-B098-FCB4C2049AB1}"/>
                </a:ext>
              </a:extLst>
            </p:cNvPr>
            <p:cNvSpPr/>
            <p:nvPr/>
          </p:nvSpPr>
          <p:spPr>
            <a:xfrm>
              <a:off x="8333415" y="5146432"/>
              <a:ext cx="3071812" cy="968763"/>
            </a:xfrm>
            <a:custGeom>
              <a:avLst/>
              <a:gdLst>
                <a:gd name="connsiteX0" fmla="*/ 0 w 3071812"/>
                <a:gd name="connsiteY0" fmla="*/ 0 h 968763"/>
                <a:gd name="connsiteX1" fmla="*/ 3071812 w 3071812"/>
                <a:gd name="connsiteY1" fmla="*/ 0 h 968763"/>
                <a:gd name="connsiteX2" fmla="*/ 3071812 w 3071812"/>
                <a:gd name="connsiteY2" fmla="*/ 968763 h 968763"/>
                <a:gd name="connsiteX3" fmla="*/ 0 w 3071812"/>
                <a:gd name="connsiteY3" fmla="*/ 968763 h 968763"/>
                <a:gd name="connsiteX4" fmla="*/ 0 w 3071812"/>
                <a:gd name="connsiteY4" fmla="*/ 0 h 968763"/>
                <a:gd name="connsiteX0" fmla="*/ 0 w 3071812"/>
                <a:gd name="connsiteY0" fmla="*/ 0 h 968763"/>
                <a:gd name="connsiteX1" fmla="*/ 2281237 w 3071812"/>
                <a:gd name="connsiteY1" fmla="*/ 9525 h 968763"/>
                <a:gd name="connsiteX2" fmla="*/ 3071812 w 3071812"/>
                <a:gd name="connsiteY2" fmla="*/ 968763 h 968763"/>
                <a:gd name="connsiteX3" fmla="*/ 0 w 3071812"/>
                <a:gd name="connsiteY3" fmla="*/ 968763 h 968763"/>
                <a:gd name="connsiteX4" fmla="*/ 0 w 3071812"/>
                <a:gd name="connsiteY4" fmla="*/ 0 h 968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1812" h="968763">
                  <a:moveTo>
                    <a:pt x="0" y="0"/>
                  </a:moveTo>
                  <a:lnTo>
                    <a:pt x="2281237" y="9525"/>
                  </a:lnTo>
                  <a:lnTo>
                    <a:pt x="3071812" y="968763"/>
                  </a:lnTo>
                  <a:lnTo>
                    <a:pt x="0" y="968763"/>
                  </a:lnTo>
                  <a:lnTo>
                    <a:pt x="0" y="0"/>
                  </a:lnTo>
                  <a:close/>
                </a:path>
              </a:pathLst>
            </a:cu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39" name="Oval 38">
              <a:extLst>
                <a:ext uri="{FF2B5EF4-FFF2-40B4-BE49-F238E27FC236}">
                  <a16:creationId xmlns:a16="http://schemas.microsoft.com/office/drawing/2014/main" id="{3C50E4C5-A983-4E37-BC71-50A14C2C50D7}"/>
                </a:ext>
              </a:extLst>
            </p:cNvPr>
            <p:cNvSpPr/>
            <p:nvPr/>
          </p:nvSpPr>
          <p:spPr>
            <a:xfrm>
              <a:off x="7666987" y="4590572"/>
              <a:ext cx="1548662" cy="1548662"/>
            </a:xfrm>
            <a:prstGeom prst="ellipse">
              <a:avLst/>
            </a:prstGeom>
            <a:gradFill flip="none" rotWithShape="1">
              <a:gsLst>
                <a:gs pos="100000">
                  <a:srgbClr val="FCFCFC"/>
                </a:gs>
                <a:gs pos="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40" name="Oval 39">
              <a:extLst>
                <a:ext uri="{FF2B5EF4-FFF2-40B4-BE49-F238E27FC236}">
                  <a16:creationId xmlns:a16="http://schemas.microsoft.com/office/drawing/2014/main" id="{E397D7B5-99BD-4424-AED4-9F676FD42ED2}"/>
                </a:ext>
              </a:extLst>
            </p:cNvPr>
            <p:cNvSpPr/>
            <p:nvPr/>
          </p:nvSpPr>
          <p:spPr>
            <a:xfrm>
              <a:off x="7924736" y="4848321"/>
              <a:ext cx="1033166" cy="1033166"/>
            </a:xfrm>
            <a:prstGeom prst="ellipse">
              <a:avLst/>
            </a:prstGeom>
            <a:gradFill flip="none" rotWithShape="1">
              <a:gsLst>
                <a:gs pos="39000">
                  <a:srgbClr val="FCFCFC"/>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42" name="Rectangle 29">
              <a:extLst>
                <a:ext uri="{FF2B5EF4-FFF2-40B4-BE49-F238E27FC236}">
                  <a16:creationId xmlns:a16="http://schemas.microsoft.com/office/drawing/2014/main" id="{C28C0F33-F22C-4768-B297-A931D5A36850}"/>
                </a:ext>
              </a:extLst>
            </p:cNvPr>
            <p:cNvSpPr/>
            <p:nvPr/>
          </p:nvSpPr>
          <p:spPr>
            <a:xfrm flipH="1">
              <a:off x="783586" y="1098842"/>
              <a:ext cx="3071812" cy="968763"/>
            </a:xfrm>
            <a:custGeom>
              <a:avLst/>
              <a:gdLst>
                <a:gd name="connsiteX0" fmla="*/ 0 w 3071812"/>
                <a:gd name="connsiteY0" fmla="*/ 0 h 968763"/>
                <a:gd name="connsiteX1" fmla="*/ 3071812 w 3071812"/>
                <a:gd name="connsiteY1" fmla="*/ 0 h 968763"/>
                <a:gd name="connsiteX2" fmla="*/ 3071812 w 3071812"/>
                <a:gd name="connsiteY2" fmla="*/ 968763 h 968763"/>
                <a:gd name="connsiteX3" fmla="*/ 0 w 3071812"/>
                <a:gd name="connsiteY3" fmla="*/ 968763 h 968763"/>
                <a:gd name="connsiteX4" fmla="*/ 0 w 3071812"/>
                <a:gd name="connsiteY4" fmla="*/ 0 h 968763"/>
                <a:gd name="connsiteX0" fmla="*/ 0 w 3071812"/>
                <a:gd name="connsiteY0" fmla="*/ 0 h 968763"/>
                <a:gd name="connsiteX1" fmla="*/ 2281237 w 3071812"/>
                <a:gd name="connsiteY1" fmla="*/ 9525 h 968763"/>
                <a:gd name="connsiteX2" fmla="*/ 3071812 w 3071812"/>
                <a:gd name="connsiteY2" fmla="*/ 968763 h 968763"/>
                <a:gd name="connsiteX3" fmla="*/ 0 w 3071812"/>
                <a:gd name="connsiteY3" fmla="*/ 968763 h 968763"/>
                <a:gd name="connsiteX4" fmla="*/ 0 w 3071812"/>
                <a:gd name="connsiteY4" fmla="*/ 0 h 968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1812" h="968763">
                  <a:moveTo>
                    <a:pt x="0" y="0"/>
                  </a:moveTo>
                  <a:lnTo>
                    <a:pt x="2281237" y="9525"/>
                  </a:lnTo>
                  <a:lnTo>
                    <a:pt x="3071812" y="968763"/>
                  </a:lnTo>
                  <a:lnTo>
                    <a:pt x="0" y="968763"/>
                  </a:lnTo>
                  <a:lnTo>
                    <a:pt x="0" y="0"/>
                  </a:lnTo>
                  <a:close/>
                </a:path>
              </a:pathLst>
            </a:custGeom>
            <a:solidFill>
              <a:schemeClr val="accent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43" name="Oval 42">
              <a:extLst>
                <a:ext uri="{FF2B5EF4-FFF2-40B4-BE49-F238E27FC236}">
                  <a16:creationId xmlns:a16="http://schemas.microsoft.com/office/drawing/2014/main" id="{C02E278B-B2C6-430F-94D0-2C228E2EA5DA}"/>
                </a:ext>
              </a:extLst>
            </p:cNvPr>
            <p:cNvSpPr/>
            <p:nvPr/>
          </p:nvSpPr>
          <p:spPr>
            <a:xfrm flipH="1">
              <a:off x="2973164" y="528468"/>
              <a:ext cx="1548662" cy="1548662"/>
            </a:xfrm>
            <a:prstGeom prst="ellipse">
              <a:avLst/>
            </a:prstGeom>
            <a:gradFill flip="none" rotWithShape="1">
              <a:gsLst>
                <a:gs pos="100000">
                  <a:srgbClr val="FCFCFC"/>
                </a:gs>
                <a:gs pos="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44" name="Oval 43">
              <a:extLst>
                <a:ext uri="{FF2B5EF4-FFF2-40B4-BE49-F238E27FC236}">
                  <a16:creationId xmlns:a16="http://schemas.microsoft.com/office/drawing/2014/main" id="{6B4E4908-28DA-4459-B641-E8983E2C5A5B}"/>
                </a:ext>
              </a:extLst>
            </p:cNvPr>
            <p:cNvSpPr/>
            <p:nvPr/>
          </p:nvSpPr>
          <p:spPr>
            <a:xfrm flipH="1">
              <a:off x="3230911" y="786217"/>
              <a:ext cx="1033166" cy="1033166"/>
            </a:xfrm>
            <a:prstGeom prst="ellipse">
              <a:avLst/>
            </a:prstGeom>
            <a:gradFill flip="none" rotWithShape="1">
              <a:gsLst>
                <a:gs pos="39000">
                  <a:srgbClr val="FCFCFC"/>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46" name="Rectangle 29">
              <a:extLst>
                <a:ext uri="{FF2B5EF4-FFF2-40B4-BE49-F238E27FC236}">
                  <a16:creationId xmlns:a16="http://schemas.microsoft.com/office/drawing/2014/main" id="{FEA1D696-9FAD-42FD-8ADC-712DEEC68648}"/>
                </a:ext>
              </a:extLst>
            </p:cNvPr>
            <p:cNvSpPr/>
            <p:nvPr/>
          </p:nvSpPr>
          <p:spPr>
            <a:xfrm flipH="1">
              <a:off x="81204" y="3129893"/>
              <a:ext cx="3071812" cy="968763"/>
            </a:xfrm>
            <a:custGeom>
              <a:avLst/>
              <a:gdLst>
                <a:gd name="connsiteX0" fmla="*/ 0 w 3071812"/>
                <a:gd name="connsiteY0" fmla="*/ 0 h 968763"/>
                <a:gd name="connsiteX1" fmla="*/ 3071812 w 3071812"/>
                <a:gd name="connsiteY1" fmla="*/ 0 h 968763"/>
                <a:gd name="connsiteX2" fmla="*/ 3071812 w 3071812"/>
                <a:gd name="connsiteY2" fmla="*/ 968763 h 968763"/>
                <a:gd name="connsiteX3" fmla="*/ 0 w 3071812"/>
                <a:gd name="connsiteY3" fmla="*/ 968763 h 968763"/>
                <a:gd name="connsiteX4" fmla="*/ 0 w 3071812"/>
                <a:gd name="connsiteY4" fmla="*/ 0 h 968763"/>
                <a:gd name="connsiteX0" fmla="*/ 0 w 3071812"/>
                <a:gd name="connsiteY0" fmla="*/ 0 h 968763"/>
                <a:gd name="connsiteX1" fmla="*/ 2281237 w 3071812"/>
                <a:gd name="connsiteY1" fmla="*/ 9525 h 968763"/>
                <a:gd name="connsiteX2" fmla="*/ 3071812 w 3071812"/>
                <a:gd name="connsiteY2" fmla="*/ 968763 h 968763"/>
                <a:gd name="connsiteX3" fmla="*/ 0 w 3071812"/>
                <a:gd name="connsiteY3" fmla="*/ 968763 h 968763"/>
                <a:gd name="connsiteX4" fmla="*/ 0 w 3071812"/>
                <a:gd name="connsiteY4" fmla="*/ 0 h 968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1812" h="968763">
                  <a:moveTo>
                    <a:pt x="0" y="0"/>
                  </a:moveTo>
                  <a:lnTo>
                    <a:pt x="2281237" y="9525"/>
                  </a:lnTo>
                  <a:lnTo>
                    <a:pt x="3071812" y="968763"/>
                  </a:lnTo>
                  <a:lnTo>
                    <a:pt x="0" y="968763"/>
                  </a:lnTo>
                  <a:lnTo>
                    <a:pt x="0" y="0"/>
                  </a:lnTo>
                  <a:close/>
                </a:path>
              </a:pathLst>
            </a:custGeom>
            <a:solidFill>
              <a:schemeClr val="accent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dirty="0">
                <a:latin typeface="Arial" panose="020B0604020202020204" pitchFamily="34" charset="0"/>
                <a:cs typeface="Arial" panose="020B0604020202020204" pitchFamily="34" charset="0"/>
              </a:endParaRPr>
            </a:p>
          </p:txBody>
        </p:sp>
        <p:sp>
          <p:nvSpPr>
            <p:cNvPr id="47" name="Oval 46">
              <a:extLst>
                <a:ext uri="{FF2B5EF4-FFF2-40B4-BE49-F238E27FC236}">
                  <a16:creationId xmlns:a16="http://schemas.microsoft.com/office/drawing/2014/main" id="{4B1C55BA-7C27-49F8-B9E0-6FDB2A9B5104}"/>
                </a:ext>
              </a:extLst>
            </p:cNvPr>
            <p:cNvSpPr/>
            <p:nvPr/>
          </p:nvSpPr>
          <p:spPr>
            <a:xfrm flipH="1">
              <a:off x="2270782" y="2559519"/>
              <a:ext cx="1548662" cy="1548662"/>
            </a:xfrm>
            <a:prstGeom prst="ellipse">
              <a:avLst/>
            </a:prstGeom>
            <a:gradFill flip="none" rotWithShape="1">
              <a:gsLst>
                <a:gs pos="100000">
                  <a:srgbClr val="FCFCFC"/>
                </a:gs>
                <a:gs pos="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48" name="Oval 47">
              <a:extLst>
                <a:ext uri="{FF2B5EF4-FFF2-40B4-BE49-F238E27FC236}">
                  <a16:creationId xmlns:a16="http://schemas.microsoft.com/office/drawing/2014/main" id="{28EB32B3-2BC4-452F-9054-F88997AA3301}"/>
                </a:ext>
              </a:extLst>
            </p:cNvPr>
            <p:cNvSpPr/>
            <p:nvPr/>
          </p:nvSpPr>
          <p:spPr>
            <a:xfrm flipH="1">
              <a:off x="2528529" y="2817268"/>
              <a:ext cx="1033166" cy="1033166"/>
            </a:xfrm>
            <a:prstGeom prst="ellipse">
              <a:avLst/>
            </a:prstGeom>
            <a:gradFill flip="none" rotWithShape="1">
              <a:gsLst>
                <a:gs pos="39000">
                  <a:srgbClr val="FCFCFC"/>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50" name="Rectangle 29">
              <a:extLst>
                <a:ext uri="{FF2B5EF4-FFF2-40B4-BE49-F238E27FC236}">
                  <a16:creationId xmlns:a16="http://schemas.microsoft.com/office/drawing/2014/main" id="{76B99C6C-2E30-4313-BC26-508FB07FD78E}"/>
                </a:ext>
              </a:extLst>
            </p:cNvPr>
            <p:cNvSpPr/>
            <p:nvPr/>
          </p:nvSpPr>
          <p:spPr>
            <a:xfrm flipH="1">
              <a:off x="802636" y="5160946"/>
              <a:ext cx="3071812" cy="968763"/>
            </a:xfrm>
            <a:custGeom>
              <a:avLst/>
              <a:gdLst>
                <a:gd name="connsiteX0" fmla="*/ 0 w 3071812"/>
                <a:gd name="connsiteY0" fmla="*/ 0 h 968763"/>
                <a:gd name="connsiteX1" fmla="*/ 3071812 w 3071812"/>
                <a:gd name="connsiteY1" fmla="*/ 0 h 968763"/>
                <a:gd name="connsiteX2" fmla="*/ 3071812 w 3071812"/>
                <a:gd name="connsiteY2" fmla="*/ 968763 h 968763"/>
                <a:gd name="connsiteX3" fmla="*/ 0 w 3071812"/>
                <a:gd name="connsiteY3" fmla="*/ 968763 h 968763"/>
                <a:gd name="connsiteX4" fmla="*/ 0 w 3071812"/>
                <a:gd name="connsiteY4" fmla="*/ 0 h 968763"/>
                <a:gd name="connsiteX0" fmla="*/ 0 w 3071812"/>
                <a:gd name="connsiteY0" fmla="*/ 0 h 968763"/>
                <a:gd name="connsiteX1" fmla="*/ 2281237 w 3071812"/>
                <a:gd name="connsiteY1" fmla="*/ 9525 h 968763"/>
                <a:gd name="connsiteX2" fmla="*/ 3071812 w 3071812"/>
                <a:gd name="connsiteY2" fmla="*/ 968763 h 968763"/>
                <a:gd name="connsiteX3" fmla="*/ 0 w 3071812"/>
                <a:gd name="connsiteY3" fmla="*/ 968763 h 968763"/>
                <a:gd name="connsiteX4" fmla="*/ 0 w 3071812"/>
                <a:gd name="connsiteY4" fmla="*/ 0 h 9687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1812" h="968763">
                  <a:moveTo>
                    <a:pt x="0" y="0"/>
                  </a:moveTo>
                  <a:lnTo>
                    <a:pt x="2281237" y="9525"/>
                  </a:lnTo>
                  <a:lnTo>
                    <a:pt x="3071812" y="968763"/>
                  </a:lnTo>
                  <a:lnTo>
                    <a:pt x="0" y="968763"/>
                  </a:lnTo>
                  <a:lnTo>
                    <a:pt x="0" y="0"/>
                  </a:ln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51" name="Oval 50">
              <a:extLst>
                <a:ext uri="{FF2B5EF4-FFF2-40B4-BE49-F238E27FC236}">
                  <a16:creationId xmlns:a16="http://schemas.microsoft.com/office/drawing/2014/main" id="{E9C23D2E-F1D7-4CFD-9CA4-7379B7151CF1}"/>
                </a:ext>
              </a:extLst>
            </p:cNvPr>
            <p:cNvSpPr/>
            <p:nvPr/>
          </p:nvSpPr>
          <p:spPr>
            <a:xfrm flipH="1">
              <a:off x="2992214" y="4590572"/>
              <a:ext cx="1548662" cy="1548662"/>
            </a:xfrm>
            <a:prstGeom prst="ellipse">
              <a:avLst/>
            </a:prstGeom>
            <a:gradFill flip="none" rotWithShape="1">
              <a:gsLst>
                <a:gs pos="100000">
                  <a:srgbClr val="FCFCFC"/>
                </a:gs>
                <a:gs pos="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sp>
          <p:nvSpPr>
            <p:cNvPr id="52" name="Oval 51">
              <a:extLst>
                <a:ext uri="{FF2B5EF4-FFF2-40B4-BE49-F238E27FC236}">
                  <a16:creationId xmlns:a16="http://schemas.microsoft.com/office/drawing/2014/main" id="{B3729F6E-E6F9-4217-B8BE-33E35CB2A049}"/>
                </a:ext>
              </a:extLst>
            </p:cNvPr>
            <p:cNvSpPr/>
            <p:nvPr/>
          </p:nvSpPr>
          <p:spPr>
            <a:xfrm flipH="1">
              <a:off x="3249961" y="4848321"/>
              <a:ext cx="1033166" cy="1033166"/>
            </a:xfrm>
            <a:prstGeom prst="ellipse">
              <a:avLst/>
            </a:prstGeom>
            <a:gradFill flip="none" rotWithShape="1">
              <a:gsLst>
                <a:gs pos="39000">
                  <a:srgbClr val="FCFCFC"/>
                </a:gs>
                <a:gs pos="100000">
                  <a:schemeClr val="bg2">
                    <a:lumMod val="90000"/>
                  </a:schemeClr>
                </a:gs>
              </a:gsLst>
              <a:lin ang="189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latin typeface="Arial" panose="020B0604020202020204" pitchFamily="34" charset="0"/>
                <a:cs typeface="Arial" panose="020B0604020202020204" pitchFamily="34" charset="0"/>
              </a:endParaRPr>
            </a:p>
          </p:txBody>
        </p:sp>
        <p:pic>
          <p:nvPicPr>
            <p:cNvPr id="62" name="Graphic 61" descr="Head with gears">
              <a:extLst>
                <a:ext uri="{FF2B5EF4-FFF2-40B4-BE49-F238E27FC236}">
                  <a16:creationId xmlns:a16="http://schemas.microsoft.com/office/drawing/2014/main" id="{70E7FD08-78C1-481B-B398-BE063C5C4DD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65140" y="1019078"/>
              <a:ext cx="574313" cy="574313"/>
            </a:xfrm>
            <a:prstGeom prst="rect">
              <a:avLst/>
            </a:prstGeom>
          </p:spPr>
        </p:pic>
        <p:pic>
          <p:nvPicPr>
            <p:cNvPr id="73" name="Graphic 72" descr="Eye">
              <a:extLst>
                <a:ext uri="{FF2B5EF4-FFF2-40B4-BE49-F238E27FC236}">
                  <a16:creationId xmlns:a16="http://schemas.microsoft.com/office/drawing/2014/main" id="{A02106CD-DBD1-4092-AAA7-4C08107F39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167237" y="1060271"/>
              <a:ext cx="548162" cy="548162"/>
            </a:xfrm>
            <a:prstGeom prst="rect">
              <a:avLst/>
            </a:prstGeom>
          </p:spPr>
        </p:pic>
        <p:pic>
          <p:nvPicPr>
            <p:cNvPr id="74" name="Graphic 73" descr="Research">
              <a:extLst>
                <a:ext uri="{FF2B5EF4-FFF2-40B4-BE49-F238E27FC236}">
                  <a16:creationId xmlns:a16="http://schemas.microsoft.com/office/drawing/2014/main" id="{A00AB3CE-0A17-450B-AE9D-45B1DE661CB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500731" y="5099091"/>
              <a:ext cx="531627" cy="531627"/>
            </a:xfrm>
            <a:prstGeom prst="rect">
              <a:avLst/>
            </a:prstGeom>
          </p:spPr>
        </p:pic>
        <p:pic>
          <p:nvPicPr>
            <p:cNvPr id="75" name="Graphic 74" descr="Lightbulb">
              <a:extLst>
                <a:ext uri="{FF2B5EF4-FFF2-40B4-BE49-F238E27FC236}">
                  <a16:creationId xmlns:a16="http://schemas.microsoft.com/office/drawing/2014/main" id="{9B1AA712-4118-4B11-BD54-FD466DDCEE8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749524" y="3038263"/>
              <a:ext cx="591177" cy="591177"/>
            </a:xfrm>
            <a:prstGeom prst="rect">
              <a:avLst/>
            </a:prstGeom>
          </p:spPr>
        </p:pic>
        <p:pic>
          <p:nvPicPr>
            <p:cNvPr id="76" name="Graphic 75" descr="Database">
              <a:extLst>
                <a:ext uri="{FF2B5EF4-FFF2-40B4-BE49-F238E27FC236}">
                  <a16:creationId xmlns:a16="http://schemas.microsoft.com/office/drawing/2014/main" id="{4FC7F44E-0F01-47AE-99B3-5DEE11460D73}"/>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886669" y="3116253"/>
              <a:ext cx="507267" cy="507267"/>
            </a:xfrm>
            <a:prstGeom prst="rect">
              <a:avLst/>
            </a:prstGeom>
          </p:spPr>
        </p:pic>
        <p:pic>
          <p:nvPicPr>
            <p:cNvPr id="77" name="Graphic 76" descr="Stopwatch">
              <a:extLst>
                <a:ext uri="{FF2B5EF4-FFF2-40B4-BE49-F238E27FC236}">
                  <a16:creationId xmlns:a16="http://schemas.microsoft.com/office/drawing/2014/main" id="{1CE9522B-BB92-456F-86F2-1B2200FC7F0F}"/>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157868" y="5081453"/>
              <a:ext cx="566903" cy="566903"/>
            </a:xfrm>
            <a:prstGeom prst="rect">
              <a:avLst/>
            </a:prstGeom>
          </p:spPr>
        </p:pic>
        <p:grpSp>
          <p:nvGrpSpPr>
            <p:cNvPr id="80" name="Group 79">
              <a:extLst>
                <a:ext uri="{FF2B5EF4-FFF2-40B4-BE49-F238E27FC236}">
                  <a16:creationId xmlns:a16="http://schemas.microsoft.com/office/drawing/2014/main" id="{38E91345-2FF2-49E0-8A39-21B6EACD4E2F}"/>
                </a:ext>
              </a:extLst>
            </p:cNvPr>
            <p:cNvGrpSpPr/>
            <p:nvPr/>
          </p:nvGrpSpPr>
          <p:grpSpPr>
            <a:xfrm>
              <a:off x="1276266" y="1285782"/>
              <a:ext cx="1620015" cy="646330"/>
              <a:chOff x="1270059" y="1278639"/>
              <a:chExt cx="1620015" cy="646330"/>
            </a:xfrm>
          </p:grpSpPr>
          <p:sp>
            <p:nvSpPr>
              <p:cNvPr id="78" name="Rectangle 77">
                <a:extLst>
                  <a:ext uri="{FF2B5EF4-FFF2-40B4-BE49-F238E27FC236}">
                    <a16:creationId xmlns:a16="http://schemas.microsoft.com/office/drawing/2014/main" id="{5C2A9566-23B5-48D9-B95D-449322973645}"/>
                  </a:ext>
                </a:extLst>
              </p:cNvPr>
              <p:cNvSpPr/>
              <p:nvPr/>
            </p:nvSpPr>
            <p:spPr>
              <a:xfrm>
                <a:off x="1270059" y="1509471"/>
                <a:ext cx="1620014" cy="415498"/>
              </a:xfrm>
              <a:prstGeom prst="rect">
                <a:avLst/>
              </a:prstGeom>
            </p:spPr>
            <p:txBody>
              <a:bodyPr wrap="square">
                <a:spAutoFit/>
              </a:bodyPr>
              <a:lstStyle/>
              <a:p>
                <a:pPr algn="r"/>
                <a:r>
                  <a:rPr lang="en-US" sz="1050" dirty="0">
                    <a:solidFill>
                      <a:schemeClr val="bg1"/>
                    </a:solidFill>
                    <a:latin typeface="Arial" panose="020B0604020202020204" pitchFamily="34" charset="0"/>
                    <a:ea typeface="Calibri" panose="020F0502020204030204" pitchFamily="34" charset="0"/>
                    <a:cs typeface="Arial" panose="020B0604020202020204" pitchFamily="34" charset="0"/>
                  </a:rPr>
                  <a:t>Collected doctor and medicine data.</a:t>
                </a:r>
                <a:endParaRPr lang="en-US" sz="1050" dirty="0">
                  <a:solidFill>
                    <a:schemeClr val="bg1"/>
                  </a:solidFill>
                  <a:latin typeface="Arial" panose="020B0604020202020204" pitchFamily="34" charset="0"/>
                  <a:cs typeface="Arial" panose="020B0604020202020204" pitchFamily="34" charset="0"/>
                </a:endParaRPr>
              </a:p>
            </p:txBody>
          </p:sp>
          <p:sp>
            <p:nvSpPr>
              <p:cNvPr id="79" name="Rectangle 78">
                <a:extLst>
                  <a:ext uri="{FF2B5EF4-FFF2-40B4-BE49-F238E27FC236}">
                    <a16:creationId xmlns:a16="http://schemas.microsoft.com/office/drawing/2014/main" id="{AA409955-3788-46BD-A317-4AA5D0B468F5}"/>
                  </a:ext>
                </a:extLst>
              </p:cNvPr>
              <p:cNvSpPr/>
              <p:nvPr/>
            </p:nvSpPr>
            <p:spPr>
              <a:xfrm>
                <a:off x="1270060" y="1278639"/>
                <a:ext cx="1620014" cy="230832"/>
              </a:xfrm>
              <a:prstGeom prst="rect">
                <a:avLst/>
              </a:prstGeom>
            </p:spPr>
            <p:txBody>
              <a:bodyPr wrap="square">
                <a:spAutoFit/>
              </a:bodyPr>
              <a:lstStyle/>
              <a:p>
                <a:pPr algn="r"/>
                <a:r>
                  <a:rPr lang="en-US" sz="900" b="1" dirty="0">
                    <a:solidFill>
                      <a:schemeClr val="bg1"/>
                    </a:solidFill>
                    <a:latin typeface="Arial" panose="020B0604020202020204" pitchFamily="34" charset="0"/>
                    <a:cs typeface="Arial" panose="020B0604020202020204" pitchFamily="34" charset="0"/>
                  </a:rPr>
                  <a:t>Data Collection</a:t>
                </a:r>
              </a:p>
            </p:txBody>
          </p:sp>
        </p:grpSp>
        <p:grpSp>
          <p:nvGrpSpPr>
            <p:cNvPr id="81" name="Group 80">
              <a:extLst>
                <a:ext uri="{FF2B5EF4-FFF2-40B4-BE49-F238E27FC236}">
                  <a16:creationId xmlns:a16="http://schemas.microsoft.com/office/drawing/2014/main" id="{1B4D0FD3-AD69-40EB-A4A7-8660B184C800}"/>
                </a:ext>
              </a:extLst>
            </p:cNvPr>
            <p:cNvGrpSpPr/>
            <p:nvPr/>
          </p:nvGrpSpPr>
          <p:grpSpPr>
            <a:xfrm>
              <a:off x="9301927" y="1277940"/>
              <a:ext cx="1620013" cy="646330"/>
              <a:chOff x="1270061" y="1278639"/>
              <a:chExt cx="1620013" cy="646330"/>
            </a:xfrm>
          </p:grpSpPr>
          <p:sp>
            <p:nvSpPr>
              <p:cNvPr id="82" name="Rectangle 81">
                <a:extLst>
                  <a:ext uri="{FF2B5EF4-FFF2-40B4-BE49-F238E27FC236}">
                    <a16:creationId xmlns:a16="http://schemas.microsoft.com/office/drawing/2014/main" id="{50D03F72-B442-42C9-82A3-ED9D6346125C}"/>
                  </a:ext>
                </a:extLst>
              </p:cNvPr>
              <p:cNvSpPr/>
              <p:nvPr/>
            </p:nvSpPr>
            <p:spPr>
              <a:xfrm>
                <a:off x="1270061" y="1509471"/>
                <a:ext cx="1620013" cy="415498"/>
              </a:xfrm>
              <a:prstGeom prst="rect">
                <a:avLst/>
              </a:prstGeom>
            </p:spPr>
            <p:txBody>
              <a:bodyPr wrap="square">
                <a:spAutoFit/>
              </a:bodyPr>
              <a:lstStyle/>
              <a:p>
                <a:r>
                  <a:rPr lang="en-US" sz="1050" dirty="0">
                    <a:solidFill>
                      <a:schemeClr val="bg1"/>
                    </a:solidFill>
                    <a:latin typeface="Arial" panose="020B0604020202020204" pitchFamily="34" charset="0"/>
                    <a:cs typeface="Arial" panose="020B0604020202020204" pitchFamily="34" charset="0"/>
                  </a:rPr>
                  <a:t>Trained ML models for prediction</a:t>
                </a:r>
              </a:p>
            </p:txBody>
          </p:sp>
          <p:sp>
            <p:nvSpPr>
              <p:cNvPr id="83" name="Rectangle 82">
                <a:extLst>
                  <a:ext uri="{FF2B5EF4-FFF2-40B4-BE49-F238E27FC236}">
                    <a16:creationId xmlns:a16="http://schemas.microsoft.com/office/drawing/2014/main" id="{BB4D3BB5-51FC-4EDD-94C0-1E4E0428F589}"/>
                  </a:ext>
                </a:extLst>
              </p:cNvPr>
              <p:cNvSpPr/>
              <p:nvPr/>
            </p:nvSpPr>
            <p:spPr>
              <a:xfrm>
                <a:off x="1270061" y="1278639"/>
                <a:ext cx="1620013" cy="230832"/>
              </a:xfrm>
              <a:prstGeom prst="rect">
                <a:avLst/>
              </a:prstGeom>
            </p:spPr>
            <p:txBody>
              <a:bodyPr wrap="square">
                <a:spAutoFit/>
              </a:bodyPr>
              <a:lstStyle/>
              <a:p>
                <a:endParaRPr lang="en-US" sz="900" b="1" dirty="0">
                  <a:solidFill>
                    <a:schemeClr val="bg1"/>
                  </a:solidFill>
                  <a:latin typeface="Arial" panose="020B0604020202020204" pitchFamily="34" charset="0"/>
                  <a:cs typeface="Arial" panose="020B0604020202020204" pitchFamily="34" charset="0"/>
                </a:endParaRPr>
              </a:p>
            </p:txBody>
          </p:sp>
        </p:grpSp>
        <p:grpSp>
          <p:nvGrpSpPr>
            <p:cNvPr id="84" name="Group 83">
              <a:extLst>
                <a:ext uri="{FF2B5EF4-FFF2-40B4-BE49-F238E27FC236}">
                  <a16:creationId xmlns:a16="http://schemas.microsoft.com/office/drawing/2014/main" id="{6C55EF2B-0B85-44B4-8BBD-529E4E6744AD}"/>
                </a:ext>
              </a:extLst>
            </p:cNvPr>
            <p:cNvGrpSpPr/>
            <p:nvPr/>
          </p:nvGrpSpPr>
          <p:grpSpPr>
            <a:xfrm>
              <a:off x="10032043" y="3314192"/>
              <a:ext cx="1620013" cy="646330"/>
              <a:chOff x="1270061" y="1278639"/>
              <a:chExt cx="1620013" cy="646330"/>
            </a:xfrm>
          </p:grpSpPr>
          <p:sp>
            <p:nvSpPr>
              <p:cNvPr id="85" name="Rectangle 84">
                <a:extLst>
                  <a:ext uri="{FF2B5EF4-FFF2-40B4-BE49-F238E27FC236}">
                    <a16:creationId xmlns:a16="http://schemas.microsoft.com/office/drawing/2014/main" id="{85398435-FDB5-493F-9FB1-97491550FC8F}"/>
                  </a:ext>
                </a:extLst>
              </p:cNvPr>
              <p:cNvSpPr/>
              <p:nvPr/>
            </p:nvSpPr>
            <p:spPr>
              <a:xfrm>
                <a:off x="1270061" y="1509471"/>
                <a:ext cx="1620013" cy="415498"/>
              </a:xfrm>
              <a:prstGeom prst="rect">
                <a:avLst/>
              </a:prstGeom>
            </p:spPr>
            <p:txBody>
              <a:bodyPr wrap="square">
                <a:spAutoFit/>
              </a:bodyPr>
              <a:lstStyle/>
              <a:p>
                <a:r>
                  <a:rPr lang="en-US" sz="1050" dirty="0">
                    <a:solidFill>
                      <a:schemeClr val="bg1"/>
                    </a:solidFill>
                    <a:latin typeface="Arial" panose="020B0604020202020204" pitchFamily="34" charset="0"/>
                    <a:cs typeface="Arial" panose="020B0604020202020204" pitchFamily="34" charset="0"/>
                  </a:rPr>
                  <a:t>Measured accuracy and performance metrics</a:t>
                </a:r>
              </a:p>
            </p:txBody>
          </p:sp>
          <p:sp>
            <p:nvSpPr>
              <p:cNvPr id="86" name="Rectangle 85">
                <a:extLst>
                  <a:ext uri="{FF2B5EF4-FFF2-40B4-BE49-F238E27FC236}">
                    <a16:creationId xmlns:a16="http://schemas.microsoft.com/office/drawing/2014/main" id="{1E9CF0F0-5533-4394-AA74-6E0EC0939549}"/>
                  </a:ext>
                </a:extLst>
              </p:cNvPr>
              <p:cNvSpPr/>
              <p:nvPr/>
            </p:nvSpPr>
            <p:spPr>
              <a:xfrm>
                <a:off x="1270061" y="1278639"/>
                <a:ext cx="1620013" cy="230832"/>
              </a:xfrm>
              <a:prstGeom prst="rect">
                <a:avLst/>
              </a:prstGeom>
            </p:spPr>
            <p:txBody>
              <a:bodyPr wrap="square">
                <a:spAutoFit/>
              </a:bodyPr>
              <a:lstStyle/>
              <a:p>
                <a:r>
                  <a:rPr lang="en-US" sz="900" b="1" dirty="0">
                    <a:solidFill>
                      <a:schemeClr val="bg1"/>
                    </a:solidFill>
                    <a:latin typeface="Arial" panose="020B0604020202020204" pitchFamily="34" charset="0"/>
                    <a:cs typeface="Arial" panose="020B0604020202020204" pitchFamily="34" charset="0"/>
                  </a:rPr>
                  <a:t>Model Evaluation</a:t>
                </a:r>
              </a:p>
            </p:txBody>
          </p:sp>
        </p:grpSp>
        <p:grpSp>
          <p:nvGrpSpPr>
            <p:cNvPr id="87" name="Group 86">
              <a:extLst>
                <a:ext uri="{FF2B5EF4-FFF2-40B4-BE49-F238E27FC236}">
                  <a16:creationId xmlns:a16="http://schemas.microsoft.com/office/drawing/2014/main" id="{D2D45AC2-ED8E-44BC-9865-1091DF1A398E}"/>
                </a:ext>
              </a:extLst>
            </p:cNvPr>
            <p:cNvGrpSpPr/>
            <p:nvPr/>
          </p:nvGrpSpPr>
          <p:grpSpPr>
            <a:xfrm>
              <a:off x="449934" y="3323438"/>
              <a:ext cx="1620013" cy="646330"/>
              <a:chOff x="1270061" y="1278639"/>
              <a:chExt cx="1620013" cy="646330"/>
            </a:xfrm>
          </p:grpSpPr>
          <p:sp>
            <p:nvSpPr>
              <p:cNvPr id="88" name="Rectangle 87">
                <a:extLst>
                  <a:ext uri="{FF2B5EF4-FFF2-40B4-BE49-F238E27FC236}">
                    <a16:creationId xmlns:a16="http://schemas.microsoft.com/office/drawing/2014/main" id="{1FC7ED92-A2E1-4A8E-9529-9BEE0F941397}"/>
                  </a:ext>
                </a:extLst>
              </p:cNvPr>
              <p:cNvSpPr/>
              <p:nvPr/>
            </p:nvSpPr>
            <p:spPr>
              <a:xfrm>
                <a:off x="1270061" y="1509471"/>
                <a:ext cx="1620013" cy="415498"/>
              </a:xfrm>
              <a:prstGeom prst="rect">
                <a:avLst/>
              </a:prstGeom>
            </p:spPr>
            <p:txBody>
              <a:bodyPr wrap="square">
                <a:spAutoFit/>
              </a:bodyPr>
              <a:lstStyle/>
              <a:p>
                <a:pPr algn="r"/>
                <a:r>
                  <a:rPr lang="en-US" sz="1050" dirty="0">
                    <a:solidFill>
                      <a:schemeClr val="bg1"/>
                    </a:solidFill>
                    <a:latin typeface="Arial" panose="020B0604020202020204" pitchFamily="34" charset="0"/>
                    <a:cs typeface="Arial" panose="020B0604020202020204" pitchFamily="34" charset="0"/>
                  </a:rPr>
                  <a:t>Cleaned, encoded, and prepared data</a:t>
                </a:r>
              </a:p>
            </p:txBody>
          </p:sp>
          <p:sp>
            <p:nvSpPr>
              <p:cNvPr id="89" name="Rectangle 88">
                <a:extLst>
                  <a:ext uri="{FF2B5EF4-FFF2-40B4-BE49-F238E27FC236}">
                    <a16:creationId xmlns:a16="http://schemas.microsoft.com/office/drawing/2014/main" id="{AFF571B8-4589-4619-AAF0-53DD130DD56A}"/>
                  </a:ext>
                </a:extLst>
              </p:cNvPr>
              <p:cNvSpPr/>
              <p:nvPr/>
            </p:nvSpPr>
            <p:spPr>
              <a:xfrm>
                <a:off x="1270061" y="1278639"/>
                <a:ext cx="1620013" cy="230832"/>
              </a:xfrm>
              <a:prstGeom prst="rect">
                <a:avLst/>
              </a:prstGeom>
            </p:spPr>
            <p:txBody>
              <a:bodyPr wrap="square">
                <a:spAutoFit/>
              </a:bodyPr>
              <a:lstStyle/>
              <a:p>
                <a:pPr algn="r"/>
                <a:r>
                  <a:rPr lang="en-US" sz="900" b="1" dirty="0">
                    <a:solidFill>
                      <a:schemeClr val="bg1"/>
                    </a:solidFill>
                    <a:latin typeface="Arial" panose="020B0604020202020204" pitchFamily="34" charset="0"/>
                    <a:cs typeface="Arial" panose="020B0604020202020204" pitchFamily="34" charset="0"/>
                  </a:rPr>
                  <a:t>Data Preprocessing</a:t>
                </a:r>
              </a:p>
            </p:txBody>
          </p:sp>
        </p:grpSp>
        <p:grpSp>
          <p:nvGrpSpPr>
            <p:cNvPr id="90" name="Group 89">
              <a:extLst>
                <a:ext uri="{FF2B5EF4-FFF2-40B4-BE49-F238E27FC236}">
                  <a16:creationId xmlns:a16="http://schemas.microsoft.com/office/drawing/2014/main" id="{6772AAF8-48C9-463C-93C0-E17B8C8A73CE}"/>
                </a:ext>
              </a:extLst>
            </p:cNvPr>
            <p:cNvGrpSpPr/>
            <p:nvPr/>
          </p:nvGrpSpPr>
          <p:grpSpPr>
            <a:xfrm>
              <a:off x="1276268" y="5362305"/>
              <a:ext cx="1620013" cy="646330"/>
              <a:chOff x="1270061" y="1278639"/>
              <a:chExt cx="1620013" cy="646330"/>
            </a:xfrm>
          </p:grpSpPr>
          <p:sp>
            <p:nvSpPr>
              <p:cNvPr id="91" name="Rectangle 90">
                <a:extLst>
                  <a:ext uri="{FF2B5EF4-FFF2-40B4-BE49-F238E27FC236}">
                    <a16:creationId xmlns:a16="http://schemas.microsoft.com/office/drawing/2014/main" id="{A40A547E-4713-40ED-8E7A-E4797EEC274D}"/>
                  </a:ext>
                </a:extLst>
              </p:cNvPr>
              <p:cNvSpPr/>
              <p:nvPr/>
            </p:nvSpPr>
            <p:spPr>
              <a:xfrm>
                <a:off x="1270061" y="1509471"/>
                <a:ext cx="1620013" cy="415498"/>
              </a:xfrm>
              <a:prstGeom prst="rect">
                <a:avLst/>
              </a:prstGeom>
            </p:spPr>
            <p:txBody>
              <a:bodyPr wrap="square">
                <a:spAutoFit/>
              </a:bodyPr>
              <a:lstStyle/>
              <a:p>
                <a:pPr algn="r"/>
                <a:r>
                  <a:rPr lang="en-US" sz="1050" dirty="0">
                    <a:solidFill>
                      <a:schemeClr val="bg1"/>
                    </a:solidFill>
                    <a:latin typeface="Arial" panose="020B0604020202020204" pitchFamily="34" charset="0"/>
                    <a:cs typeface="Arial" panose="020B0604020202020204" pitchFamily="34" charset="0"/>
                  </a:rPr>
                  <a:t>Created important predictive features</a:t>
                </a:r>
              </a:p>
            </p:txBody>
          </p:sp>
          <p:sp>
            <p:nvSpPr>
              <p:cNvPr id="92" name="Rectangle 91">
                <a:extLst>
                  <a:ext uri="{FF2B5EF4-FFF2-40B4-BE49-F238E27FC236}">
                    <a16:creationId xmlns:a16="http://schemas.microsoft.com/office/drawing/2014/main" id="{B99B7657-F8F5-4213-BA46-E0F044A847D1}"/>
                  </a:ext>
                </a:extLst>
              </p:cNvPr>
              <p:cNvSpPr/>
              <p:nvPr/>
            </p:nvSpPr>
            <p:spPr>
              <a:xfrm>
                <a:off x="1270061" y="1278639"/>
                <a:ext cx="1620013" cy="230832"/>
              </a:xfrm>
              <a:prstGeom prst="rect">
                <a:avLst/>
              </a:prstGeom>
            </p:spPr>
            <p:txBody>
              <a:bodyPr wrap="square">
                <a:spAutoFit/>
              </a:bodyPr>
              <a:lstStyle/>
              <a:p>
                <a:pPr algn="r"/>
                <a:r>
                  <a:rPr lang="en-US" sz="900" b="1" dirty="0">
                    <a:solidFill>
                      <a:schemeClr val="bg1"/>
                    </a:solidFill>
                    <a:latin typeface="Arial" panose="020B0604020202020204" pitchFamily="34" charset="0"/>
                    <a:cs typeface="Arial" panose="020B0604020202020204" pitchFamily="34" charset="0"/>
                  </a:rPr>
                  <a:t>Feature Engineering</a:t>
                </a:r>
              </a:p>
            </p:txBody>
          </p:sp>
        </p:grpSp>
        <p:grpSp>
          <p:nvGrpSpPr>
            <p:cNvPr id="93" name="Group 92">
              <a:extLst>
                <a:ext uri="{FF2B5EF4-FFF2-40B4-BE49-F238E27FC236}">
                  <a16:creationId xmlns:a16="http://schemas.microsoft.com/office/drawing/2014/main" id="{4496CCDE-A15A-434B-94E6-CD481C510969}"/>
                </a:ext>
              </a:extLst>
            </p:cNvPr>
            <p:cNvGrpSpPr/>
            <p:nvPr/>
          </p:nvGrpSpPr>
          <p:grpSpPr>
            <a:xfrm>
              <a:off x="9301927" y="5345245"/>
              <a:ext cx="1620013" cy="646330"/>
              <a:chOff x="1270061" y="1278639"/>
              <a:chExt cx="1620013" cy="646330"/>
            </a:xfrm>
          </p:grpSpPr>
          <p:sp>
            <p:nvSpPr>
              <p:cNvPr id="94" name="Rectangle 93">
                <a:extLst>
                  <a:ext uri="{FF2B5EF4-FFF2-40B4-BE49-F238E27FC236}">
                    <a16:creationId xmlns:a16="http://schemas.microsoft.com/office/drawing/2014/main" id="{E1809B25-41F2-4F50-8269-B141CE2DD5A5}"/>
                  </a:ext>
                </a:extLst>
              </p:cNvPr>
              <p:cNvSpPr/>
              <p:nvPr/>
            </p:nvSpPr>
            <p:spPr>
              <a:xfrm>
                <a:off x="1270061" y="1509471"/>
                <a:ext cx="1620013" cy="415498"/>
              </a:xfrm>
              <a:prstGeom prst="rect">
                <a:avLst/>
              </a:prstGeom>
            </p:spPr>
            <p:txBody>
              <a:bodyPr wrap="square">
                <a:spAutoFit/>
              </a:bodyPr>
              <a:lstStyle/>
              <a:p>
                <a:r>
                  <a:rPr lang="en-US" sz="1050" dirty="0">
                    <a:solidFill>
                      <a:schemeClr val="bg1"/>
                    </a:solidFill>
                    <a:latin typeface="Arial" panose="020B0604020202020204" pitchFamily="34" charset="0"/>
                    <a:cs typeface="Arial" panose="020B0604020202020204" pitchFamily="34" charset="0"/>
                  </a:rPr>
                  <a:t>Generated availability and stock outputs</a:t>
                </a:r>
              </a:p>
            </p:txBody>
          </p:sp>
          <p:sp>
            <p:nvSpPr>
              <p:cNvPr id="95" name="Rectangle 94">
                <a:extLst>
                  <a:ext uri="{FF2B5EF4-FFF2-40B4-BE49-F238E27FC236}">
                    <a16:creationId xmlns:a16="http://schemas.microsoft.com/office/drawing/2014/main" id="{986AEEE5-A9F2-462B-A60B-203FFBC742EA}"/>
                  </a:ext>
                </a:extLst>
              </p:cNvPr>
              <p:cNvSpPr/>
              <p:nvPr/>
            </p:nvSpPr>
            <p:spPr>
              <a:xfrm>
                <a:off x="1270061" y="1278639"/>
                <a:ext cx="1620013" cy="230832"/>
              </a:xfrm>
              <a:prstGeom prst="rect">
                <a:avLst/>
              </a:prstGeom>
            </p:spPr>
            <p:txBody>
              <a:bodyPr wrap="square">
                <a:spAutoFit/>
              </a:bodyPr>
              <a:lstStyle/>
              <a:p>
                <a:r>
                  <a:rPr lang="en-US" sz="900" b="1" dirty="0">
                    <a:solidFill>
                      <a:schemeClr val="bg1"/>
                    </a:solidFill>
                    <a:latin typeface="Arial" panose="020B0604020202020204" pitchFamily="34" charset="0"/>
                    <a:cs typeface="Arial" panose="020B0604020202020204" pitchFamily="34" charset="0"/>
                  </a:rPr>
                  <a:t>Final Predictions</a:t>
                </a:r>
              </a:p>
            </p:txBody>
          </p:sp>
        </p:grpSp>
        <p:grpSp>
          <p:nvGrpSpPr>
            <p:cNvPr id="110" name="Group 109">
              <a:extLst>
                <a:ext uri="{FF2B5EF4-FFF2-40B4-BE49-F238E27FC236}">
                  <a16:creationId xmlns:a16="http://schemas.microsoft.com/office/drawing/2014/main" id="{1AC427AD-12C9-4081-8050-A6A3311E0EFA}"/>
                </a:ext>
              </a:extLst>
            </p:cNvPr>
            <p:cNvGrpSpPr/>
            <p:nvPr/>
          </p:nvGrpSpPr>
          <p:grpSpPr>
            <a:xfrm>
              <a:off x="4742116" y="2911943"/>
              <a:ext cx="2590774" cy="935798"/>
              <a:chOff x="4742115" y="2911943"/>
              <a:chExt cx="2590774" cy="935798"/>
            </a:xfrm>
          </p:grpSpPr>
          <p:sp>
            <p:nvSpPr>
              <p:cNvPr id="96" name="Rectangle 95">
                <a:extLst>
                  <a:ext uri="{FF2B5EF4-FFF2-40B4-BE49-F238E27FC236}">
                    <a16:creationId xmlns:a16="http://schemas.microsoft.com/office/drawing/2014/main" id="{F809F863-7F6F-48C3-A3B4-BB10D1107308}"/>
                  </a:ext>
                </a:extLst>
              </p:cNvPr>
              <p:cNvSpPr/>
              <p:nvPr/>
            </p:nvSpPr>
            <p:spPr>
              <a:xfrm>
                <a:off x="4742115" y="2911943"/>
                <a:ext cx="2590774" cy="400110"/>
              </a:xfrm>
              <a:prstGeom prst="rect">
                <a:avLst/>
              </a:prstGeom>
            </p:spPr>
            <p:txBody>
              <a:bodyPr wrap="none">
                <a:spAutoFit/>
              </a:bodyPr>
              <a:lstStyle/>
              <a:p>
                <a:pPr algn="ctr"/>
                <a:r>
                  <a:rPr lang="en-IN" sz="2000" b="1" dirty="0">
                    <a:latin typeface="Arial" panose="020B0604020202020204" pitchFamily="34" charset="0"/>
                    <a:cs typeface="Arial" panose="020B0604020202020204" pitchFamily="34" charset="0"/>
                  </a:rPr>
                  <a:t>Steps of the Project</a:t>
                </a:r>
              </a:p>
            </p:txBody>
          </p:sp>
          <p:grpSp>
            <p:nvGrpSpPr>
              <p:cNvPr id="109" name="Group 108">
                <a:extLst>
                  <a:ext uri="{FF2B5EF4-FFF2-40B4-BE49-F238E27FC236}">
                    <a16:creationId xmlns:a16="http://schemas.microsoft.com/office/drawing/2014/main" id="{205950E3-3BE5-4665-B71D-F548FA3847C5}"/>
                  </a:ext>
                </a:extLst>
              </p:cNvPr>
              <p:cNvGrpSpPr/>
              <p:nvPr/>
            </p:nvGrpSpPr>
            <p:grpSpPr>
              <a:xfrm>
                <a:off x="5255618" y="3685264"/>
                <a:ext cx="1563769" cy="162477"/>
                <a:chOff x="5271230" y="3685264"/>
                <a:chExt cx="1563769" cy="162477"/>
              </a:xfrm>
            </p:grpSpPr>
            <p:sp>
              <p:nvSpPr>
                <p:cNvPr id="97" name="Oval 96">
                  <a:extLst>
                    <a:ext uri="{FF2B5EF4-FFF2-40B4-BE49-F238E27FC236}">
                      <a16:creationId xmlns:a16="http://schemas.microsoft.com/office/drawing/2014/main" id="{196C093E-81D9-4FB3-81EE-228623F0181C}"/>
                    </a:ext>
                  </a:extLst>
                </p:cNvPr>
                <p:cNvSpPr/>
                <p:nvPr/>
              </p:nvSpPr>
              <p:spPr>
                <a:xfrm>
                  <a:off x="5271230" y="3685264"/>
                  <a:ext cx="162477" cy="16247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98" name="Oval 97">
                  <a:extLst>
                    <a:ext uri="{FF2B5EF4-FFF2-40B4-BE49-F238E27FC236}">
                      <a16:creationId xmlns:a16="http://schemas.microsoft.com/office/drawing/2014/main" id="{086B0B14-4760-4E68-8D78-447EFA472480}"/>
                    </a:ext>
                  </a:extLst>
                </p:cNvPr>
                <p:cNvSpPr/>
                <p:nvPr/>
              </p:nvSpPr>
              <p:spPr>
                <a:xfrm>
                  <a:off x="5551488" y="3685264"/>
                  <a:ext cx="162477" cy="16247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99" name="Oval 98">
                  <a:extLst>
                    <a:ext uri="{FF2B5EF4-FFF2-40B4-BE49-F238E27FC236}">
                      <a16:creationId xmlns:a16="http://schemas.microsoft.com/office/drawing/2014/main" id="{2C7C54CC-57C9-4AF3-822C-32DCA57B60B9}"/>
                    </a:ext>
                  </a:extLst>
                </p:cNvPr>
                <p:cNvSpPr/>
                <p:nvPr/>
              </p:nvSpPr>
              <p:spPr>
                <a:xfrm>
                  <a:off x="5831746" y="3685264"/>
                  <a:ext cx="162477" cy="16247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100" name="Oval 99">
                  <a:extLst>
                    <a:ext uri="{FF2B5EF4-FFF2-40B4-BE49-F238E27FC236}">
                      <a16:creationId xmlns:a16="http://schemas.microsoft.com/office/drawing/2014/main" id="{1B1DB068-744C-468A-A4C4-87F928C7EC4F}"/>
                    </a:ext>
                  </a:extLst>
                </p:cNvPr>
                <p:cNvSpPr/>
                <p:nvPr/>
              </p:nvSpPr>
              <p:spPr>
                <a:xfrm>
                  <a:off x="6112004" y="3685264"/>
                  <a:ext cx="162477" cy="16247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101" name="Oval 100">
                  <a:extLst>
                    <a:ext uri="{FF2B5EF4-FFF2-40B4-BE49-F238E27FC236}">
                      <a16:creationId xmlns:a16="http://schemas.microsoft.com/office/drawing/2014/main" id="{82433524-1F0B-467E-80EF-490539E2E66D}"/>
                    </a:ext>
                  </a:extLst>
                </p:cNvPr>
                <p:cNvSpPr/>
                <p:nvPr/>
              </p:nvSpPr>
              <p:spPr>
                <a:xfrm>
                  <a:off x="6392262" y="3685264"/>
                  <a:ext cx="162477" cy="16247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102" name="Oval 101">
                  <a:extLst>
                    <a:ext uri="{FF2B5EF4-FFF2-40B4-BE49-F238E27FC236}">
                      <a16:creationId xmlns:a16="http://schemas.microsoft.com/office/drawing/2014/main" id="{51744F8B-ADE0-4023-BAE7-31CBC2311115}"/>
                    </a:ext>
                  </a:extLst>
                </p:cNvPr>
                <p:cNvSpPr/>
                <p:nvPr/>
              </p:nvSpPr>
              <p:spPr>
                <a:xfrm>
                  <a:off x="6672522" y="3685264"/>
                  <a:ext cx="162477" cy="16247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grpSp>
        </p:grpSp>
      </p:grpSp>
      <p:sp>
        <p:nvSpPr>
          <p:cNvPr id="2" name="Rectangle 1">
            <a:extLst>
              <a:ext uri="{FF2B5EF4-FFF2-40B4-BE49-F238E27FC236}">
                <a16:creationId xmlns:a16="http://schemas.microsoft.com/office/drawing/2014/main" id="{CC778F2D-FF00-3689-11E8-DC36C951CD2D}"/>
              </a:ext>
            </a:extLst>
          </p:cNvPr>
          <p:cNvSpPr/>
          <p:nvPr/>
        </p:nvSpPr>
        <p:spPr>
          <a:xfrm>
            <a:off x="9301929" y="1331206"/>
            <a:ext cx="1620013" cy="230832"/>
          </a:xfrm>
          <a:prstGeom prst="rect">
            <a:avLst/>
          </a:prstGeom>
        </p:spPr>
        <p:txBody>
          <a:bodyPr wrap="square">
            <a:spAutoFit/>
          </a:bodyPr>
          <a:lstStyle/>
          <a:p>
            <a:r>
              <a:rPr lang="en-US" sz="900" b="1" dirty="0">
                <a:solidFill>
                  <a:schemeClr val="bg1"/>
                </a:solidFill>
                <a:latin typeface="Arial" panose="020B0604020202020204" pitchFamily="34" charset="0"/>
                <a:cs typeface="Arial" panose="020B0604020202020204" pitchFamily="34" charset="0"/>
              </a:rPr>
              <a:t>Model Training</a:t>
            </a:r>
          </a:p>
        </p:txBody>
      </p:sp>
    </p:spTree>
    <p:extLst>
      <p:ext uri="{BB962C8B-B14F-4D97-AF65-F5344CB8AC3E}">
        <p14:creationId xmlns:p14="http://schemas.microsoft.com/office/powerpoint/2010/main" val="457225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4C05F204-9548-4BFB-B69E-EA1510FB9C96}"/>
              </a:ext>
            </a:extLst>
          </p:cNvPr>
          <p:cNvGrpSpPr/>
          <p:nvPr/>
        </p:nvGrpSpPr>
        <p:grpSpPr>
          <a:xfrm>
            <a:off x="1047417" y="1515956"/>
            <a:ext cx="10056768" cy="4921137"/>
            <a:chOff x="1047417" y="1153098"/>
            <a:chExt cx="10056768" cy="4921137"/>
          </a:xfrm>
        </p:grpSpPr>
        <p:grpSp>
          <p:nvGrpSpPr>
            <p:cNvPr id="36" name="Group 35">
              <a:extLst>
                <a:ext uri="{FF2B5EF4-FFF2-40B4-BE49-F238E27FC236}">
                  <a16:creationId xmlns:a16="http://schemas.microsoft.com/office/drawing/2014/main" id="{124151E8-7A60-4779-BBA3-A7639726C4EA}"/>
                </a:ext>
              </a:extLst>
            </p:cNvPr>
            <p:cNvGrpSpPr/>
            <p:nvPr/>
          </p:nvGrpSpPr>
          <p:grpSpPr>
            <a:xfrm>
              <a:off x="1047417" y="1153098"/>
              <a:ext cx="10056768" cy="4921137"/>
              <a:chOff x="1047417" y="1339625"/>
              <a:chExt cx="10056768" cy="4921137"/>
            </a:xfrm>
          </p:grpSpPr>
          <p:grpSp>
            <p:nvGrpSpPr>
              <p:cNvPr id="4" name="Group 3">
                <a:extLst>
                  <a:ext uri="{FF2B5EF4-FFF2-40B4-BE49-F238E27FC236}">
                    <a16:creationId xmlns:a16="http://schemas.microsoft.com/office/drawing/2014/main" id="{55B19932-8F29-4770-A259-1715BD5DF0FA}"/>
                  </a:ext>
                </a:extLst>
              </p:cNvPr>
              <p:cNvGrpSpPr/>
              <p:nvPr/>
            </p:nvGrpSpPr>
            <p:grpSpPr>
              <a:xfrm>
                <a:off x="1047417" y="1526152"/>
                <a:ext cx="4685725" cy="4178750"/>
                <a:chOff x="3536768" y="1106602"/>
                <a:chExt cx="5118464" cy="4564669"/>
              </a:xfrm>
              <a:effectLst>
                <a:outerShdw blurRad="444500" dist="444500" dir="3300000" algn="tl" rotWithShape="0">
                  <a:prstClr val="black">
                    <a:alpha val="40000"/>
                  </a:prstClr>
                </a:outerShdw>
              </a:effectLst>
            </p:grpSpPr>
            <p:sp>
              <p:nvSpPr>
                <p:cNvPr id="5" name="Freeform: Shape 4">
                  <a:extLst>
                    <a:ext uri="{FF2B5EF4-FFF2-40B4-BE49-F238E27FC236}">
                      <a16:creationId xmlns:a16="http://schemas.microsoft.com/office/drawing/2014/main" id="{D9DF362E-5F74-4B12-9952-7A888FC48DB9}"/>
                    </a:ext>
                  </a:extLst>
                </p:cNvPr>
                <p:cNvSpPr/>
                <p:nvPr/>
              </p:nvSpPr>
              <p:spPr>
                <a:xfrm>
                  <a:off x="4829564" y="1106602"/>
                  <a:ext cx="2931952" cy="3256043"/>
                </a:xfrm>
                <a:custGeom>
                  <a:avLst/>
                  <a:gdLst>
                    <a:gd name="connsiteX0" fmla="*/ 1221288 w 2931952"/>
                    <a:gd name="connsiteY0" fmla="*/ 0 h 3256043"/>
                    <a:gd name="connsiteX1" fmla="*/ 1266435 w 2931952"/>
                    <a:gd name="connsiteY1" fmla="*/ 1188 h 3256043"/>
                    <a:gd name="connsiteX2" fmla="*/ 1311583 w 2931952"/>
                    <a:gd name="connsiteY2" fmla="*/ 0 h 3256043"/>
                    <a:gd name="connsiteX3" fmla="*/ 1707640 w 2931952"/>
                    <a:gd name="connsiteY3" fmla="*/ 247489 h 3256043"/>
                    <a:gd name="connsiteX4" fmla="*/ 2931952 w 2931952"/>
                    <a:gd name="connsiteY4" fmla="*/ 2368059 h 3256043"/>
                    <a:gd name="connsiteX5" fmla="*/ 2794360 w 2931952"/>
                    <a:gd name="connsiteY5" fmla="*/ 2254116 h 3256043"/>
                    <a:gd name="connsiteX6" fmla="*/ 1644896 w 2931952"/>
                    <a:gd name="connsiteY6" fmla="*/ 1879010 h 3256043"/>
                    <a:gd name="connsiteX7" fmla="*/ 1091248 w 2931952"/>
                    <a:gd name="connsiteY7" fmla="*/ 1958077 h 3256043"/>
                    <a:gd name="connsiteX8" fmla="*/ 1007947 w 2931952"/>
                    <a:gd name="connsiteY8" fmla="*/ 1986877 h 3256043"/>
                    <a:gd name="connsiteX9" fmla="*/ 975766 w 2931952"/>
                    <a:gd name="connsiteY9" fmla="*/ 1995850 h 3256043"/>
                    <a:gd name="connsiteX10" fmla="*/ 927490 w 2931952"/>
                    <a:gd name="connsiteY10" fmla="*/ 2014694 h 3256043"/>
                    <a:gd name="connsiteX11" fmla="*/ 920192 w 2931952"/>
                    <a:gd name="connsiteY11" fmla="*/ 2017217 h 3256043"/>
                    <a:gd name="connsiteX12" fmla="*/ 915162 w 2931952"/>
                    <a:gd name="connsiteY12" fmla="*/ 2019506 h 3256043"/>
                    <a:gd name="connsiteX13" fmla="*/ 889512 w 2931952"/>
                    <a:gd name="connsiteY13" fmla="*/ 2029518 h 3256043"/>
                    <a:gd name="connsiteX14" fmla="*/ 805505 w 2931952"/>
                    <a:gd name="connsiteY14" fmla="*/ 2072524 h 3256043"/>
                    <a:gd name="connsiteX15" fmla="*/ 425074 w 2931952"/>
                    <a:gd name="connsiteY15" fmla="*/ 3247803 h 3256043"/>
                    <a:gd name="connsiteX16" fmla="*/ 429292 w 2931952"/>
                    <a:gd name="connsiteY16" fmla="*/ 3256043 h 3256043"/>
                    <a:gd name="connsiteX17" fmla="*/ 358441 w 2931952"/>
                    <a:gd name="connsiteY17" fmla="*/ 3164347 h 3256043"/>
                    <a:gd name="connsiteX18" fmla="*/ 262215 w 2931952"/>
                    <a:gd name="connsiteY18" fmla="*/ 3013657 h 3256043"/>
                    <a:gd name="connsiteX19" fmla="*/ 58551 w 2931952"/>
                    <a:gd name="connsiteY19" fmla="*/ 1581726 h 3256043"/>
                    <a:gd name="connsiteX20" fmla="*/ 63050 w 2931952"/>
                    <a:gd name="connsiteY20" fmla="*/ 1567625 h 3256043"/>
                    <a:gd name="connsiteX21" fmla="*/ 825231 w 2931952"/>
                    <a:gd name="connsiteY21" fmla="*/ 247488 h 3256043"/>
                    <a:gd name="connsiteX22" fmla="*/ 1221288 w 2931952"/>
                    <a:gd name="connsiteY22" fmla="*/ 0 h 3256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31952" h="3256043">
                      <a:moveTo>
                        <a:pt x="1221288" y="0"/>
                      </a:moveTo>
                      <a:lnTo>
                        <a:pt x="1266435" y="1188"/>
                      </a:lnTo>
                      <a:lnTo>
                        <a:pt x="1311583" y="0"/>
                      </a:lnTo>
                      <a:cubicBezTo>
                        <a:pt x="1470824" y="11254"/>
                        <a:pt x="1621813" y="98832"/>
                        <a:pt x="1707640" y="247489"/>
                      </a:cubicBezTo>
                      <a:lnTo>
                        <a:pt x="2931952" y="2368059"/>
                      </a:lnTo>
                      <a:lnTo>
                        <a:pt x="2794360" y="2254116"/>
                      </a:lnTo>
                      <a:cubicBezTo>
                        <a:pt x="2477836" y="2019150"/>
                        <a:pt x="2078692" y="1879010"/>
                        <a:pt x="1644896" y="1879010"/>
                      </a:cubicBezTo>
                      <a:cubicBezTo>
                        <a:pt x="1452099" y="1879010"/>
                        <a:pt x="1266146" y="1906692"/>
                        <a:pt x="1091248" y="1958077"/>
                      </a:cubicBezTo>
                      <a:lnTo>
                        <a:pt x="1007947" y="1986877"/>
                      </a:lnTo>
                      <a:lnTo>
                        <a:pt x="975766" y="1995850"/>
                      </a:lnTo>
                      <a:lnTo>
                        <a:pt x="927490" y="2014694"/>
                      </a:lnTo>
                      <a:lnTo>
                        <a:pt x="920192" y="2017217"/>
                      </a:lnTo>
                      <a:lnTo>
                        <a:pt x="915162" y="2019506"/>
                      </a:lnTo>
                      <a:lnTo>
                        <a:pt x="889512" y="2029518"/>
                      </a:lnTo>
                      <a:cubicBezTo>
                        <a:pt x="861100" y="2042288"/>
                        <a:pt x="833062" y="2056614"/>
                        <a:pt x="805505" y="2072524"/>
                      </a:cubicBezTo>
                      <a:cubicBezTo>
                        <a:pt x="392142" y="2311179"/>
                        <a:pt x="233531" y="2821623"/>
                        <a:pt x="425074" y="3247803"/>
                      </a:cubicBezTo>
                      <a:lnTo>
                        <a:pt x="429292" y="3256043"/>
                      </a:lnTo>
                      <a:lnTo>
                        <a:pt x="358441" y="3164347"/>
                      </a:lnTo>
                      <a:cubicBezTo>
                        <a:pt x="324471" y="3116081"/>
                        <a:pt x="292340" y="3065834"/>
                        <a:pt x="262215" y="3013657"/>
                      </a:cubicBezTo>
                      <a:cubicBezTo>
                        <a:pt x="-1375" y="2557105"/>
                        <a:pt x="-60136" y="2041385"/>
                        <a:pt x="58551" y="1581726"/>
                      </a:cubicBezTo>
                      <a:lnTo>
                        <a:pt x="63050" y="1567625"/>
                      </a:lnTo>
                      <a:lnTo>
                        <a:pt x="825231" y="247488"/>
                      </a:lnTo>
                      <a:cubicBezTo>
                        <a:pt x="911057" y="98832"/>
                        <a:pt x="1062046" y="11253"/>
                        <a:pt x="1221288" y="0"/>
                      </a:cubicBezTo>
                      <a:close/>
                    </a:path>
                  </a:pathLst>
                </a:custGeom>
                <a:gradFill flip="none" rotWithShape="1">
                  <a:gsLst>
                    <a:gs pos="0">
                      <a:schemeClr val="accent1">
                        <a:lumMod val="50000"/>
                      </a:schemeClr>
                    </a:gs>
                    <a:gs pos="50000">
                      <a:schemeClr val="accent1">
                        <a:lumMod val="75000"/>
                      </a:schemeClr>
                    </a:gs>
                    <a:gs pos="100000">
                      <a:schemeClr val="accent1"/>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49E21DBD-7010-40BE-9004-1ED74606D280}"/>
                    </a:ext>
                  </a:extLst>
                </p:cNvPr>
                <p:cNvSpPr/>
                <p:nvPr/>
              </p:nvSpPr>
              <p:spPr>
                <a:xfrm>
                  <a:off x="3536768" y="2786512"/>
                  <a:ext cx="3312049" cy="2884759"/>
                </a:xfrm>
                <a:custGeom>
                  <a:avLst/>
                  <a:gdLst>
                    <a:gd name="connsiteX0" fmla="*/ 1291019 w 3312049"/>
                    <a:gd name="connsiteY0" fmla="*/ 0 h 2884759"/>
                    <a:gd name="connsiteX1" fmla="*/ 1261137 w 3312049"/>
                    <a:gd name="connsiteY1" fmla="*/ 176129 h 2884759"/>
                    <a:gd name="connsiteX2" fmla="*/ 1511018 w 3312049"/>
                    <a:gd name="connsiteY2" fmla="*/ 1359147 h 2884759"/>
                    <a:gd name="connsiteX3" fmla="*/ 1993061 w 3312049"/>
                    <a:gd name="connsiteY3" fmla="*/ 1917656 h 2884759"/>
                    <a:gd name="connsiteX4" fmla="*/ 1995155 w 3312049"/>
                    <a:gd name="connsiteY4" fmla="*/ 1919152 h 2884759"/>
                    <a:gd name="connsiteX5" fmla="*/ 2003031 w 3312049"/>
                    <a:gd name="connsiteY5" fmla="*/ 1926433 h 2884759"/>
                    <a:gd name="connsiteX6" fmla="*/ 3020163 w 3312049"/>
                    <a:gd name="connsiteY6" fmla="*/ 1989324 h 2884759"/>
                    <a:gd name="connsiteX7" fmla="*/ 3294696 w 3312049"/>
                    <a:gd name="connsiteY7" fmla="*/ 1747170 h 2884759"/>
                    <a:gd name="connsiteX8" fmla="*/ 3312049 w 3312049"/>
                    <a:gd name="connsiteY8" fmla="*/ 1721712 h 2884759"/>
                    <a:gd name="connsiteX9" fmla="*/ 3267381 w 3312049"/>
                    <a:gd name="connsiteY9" fmla="*/ 1830583 h 2884759"/>
                    <a:gd name="connsiteX10" fmla="*/ 3184992 w 3312049"/>
                    <a:gd name="connsiteY10" fmla="*/ 1989261 h 2884759"/>
                    <a:gd name="connsiteX11" fmla="*/ 2046736 w 3312049"/>
                    <a:gd name="connsiteY11" fmla="*/ 2881605 h 2884759"/>
                    <a:gd name="connsiteX12" fmla="*/ 2032276 w 3312049"/>
                    <a:gd name="connsiteY12" fmla="*/ 2884759 h 2884759"/>
                    <a:gd name="connsiteX13" fmla="*/ 507911 w 3312049"/>
                    <a:gd name="connsiteY13" fmla="*/ 2884759 h 2884759"/>
                    <a:gd name="connsiteX14" fmla="*/ 95551 w 3312049"/>
                    <a:gd name="connsiteY14" fmla="*/ 2665510 h 2884759"/>
                    <a:gd name="connsiteX15" fmla="*/ 74005 w 3312049"/>
                    <a:gd name="connsiteY15" fmla="*/ 2625814 h 2884759"/>
                    <a:gd name="connsiteX16" fmla="*/ 50403 w 3312049"/>
                    <a:gd name="connsiteY16" fmla="*/ 2587312 h 2884759"/>
                    <a:gd name="connsiteX17" fmla="*/ 66707 w 3312049"/>
                    <a:gd name="connsiteY17" fmla="*/ 2120572 h 2884759"/>
                    <a:gd name="connsiteX18" fmla="*/ 1291019 w 3312049"/>
                    <a:gd name="connsiteY18" fmla="*/ 0 h 2884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312049" h="2884759">
                      <a:moveTo>
                        <a:pt x="1291019" y="0"/>
                      </a:moveTo>
                      <a:lnTo>
                        <a:pt x="1261137" y="176129"/>
                      </a:lnTo>
                      <a:cubicBezTo>
                        <a:pt x="1215912" y="567730"/>
                        <a:pt x="1294120" y="983469"/>
                        <a:pt x="1511018" y="1359147"/>
                      </a:cubicBezTo>
                      <a:cubicBezTo>
                        <a:pt x="1639550" y="1581770"/>
                        <a:pt x="1804617" y="1769250"/>
                        <a:pt x="1993061" y="1917656"/>
                      </a:cubicBezTo>
                      <a:lnTo>
                        <a:pt x="1995155" y="1919152"/>
                      </a:lnTo>
                      <a:lnTo>
                        <a:pt x="2003031" y="1926433"/>
                      </a:lnTo>
                      <a:cubicBezTo>
                        <a:pt x="2289663" y="2143002"/>
                        <a:pt x="2689473" y="2180248"/>
                        <a:pt x="3020163" y="1989324"/>
                      </a:cubicBezTo>
                      <a:cubicBezTo>
                        <a:pt x="3130393" y="1925683"/>
                        <a:pt x="3222507" y="1842714"/>
                        <a:pt x="3294696" y="1747170"/>
                      </a:cubicBezTo>
                      <a:lnTo>
                        <a:pt x="3312049" y="1721712"/>
                      </a:lnTo>
                      <a:lnTo>
                        <a:pt x="3267381" y="1830583"/>
                      </a:lnTo>
                      <a:cubicBezTo>
                        <a:pt x="3242566" y="1884134"/>
                        <a:pt x="3215117" y="1937084"/>
                        <a:pt x="3184992" y="1989261"/>
                      </a:cubicBezTo>
                      <a:cubicBezTo>
                        <a:pt x="2921401" y="2445813"/>
                        <a:pt x="2504155" y="2754561"/>
                        <a:pt x="2046736" y="2881605"/>
                      </a:cubicBezTo>
                      <a:lnTo>
                        <a:pt x="2032276" y="2884759"/>
                      </a:lnTo>
                      <a:lnTo>
                        <a:pt x="507911" y="2884759"/>
                      </a:lnTo>
                      <a:cubicBezTo>
                        <a:pt x="336257" y="2884760"/>
                        <a:pt x="184918" y="2797789"/>
                        <a:pt x="95551" y="2665510"/>
                      </a:cubicBezTo>
                      <a:lnTo>
                        <a:pt x="74005" y="2625814"/>
                      </a:lnTo>
                      <a:lnTo>
                        <a:pt x="50403" y="2587312"/>
                      </a:lnTo>
                      <a:cubicBezTo>
                        <a:pt x="-19472" y="2443778"/>
                        <a:pt x="-19121" y="2269228"/>
                        <a:pt x="66707" y="2120572"/>
                      </a:cubicBezTo>
                      <a:lnTo>
                        <a:pt x="1291019" y="0"/>
                      </a:lnTo>
                      <a:close/>
                    </a:path>
                  </a:pathLst>
                </a:custGeom>
                <a:gradFill flip="none" rotWithShape="1">
                  <a:gsLst>
                    <a:gs pos="0">
                      <a:schemeClr val="accent5">
                        <a:lumMod val="50000"/>
                      </a:schemeClr>
                    </a:gs>
                    <a:gs pos="50000">
                      <a:schemeClr val="accent5">
                        <a:lumMod val="75000"/>
                      </a:schemeClr>
                    </a:gs>
                    <a:gs pos="100000">
                      <a:schemeClr val="accent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6D394565-7C17-4FC3-8E61-2FCCDEA45091}"/>
                    </a:ext>
                  </a:extLst>
                </p:cNvPr>
                <p:cNvSpPr/>
                <p:nvPr/>
              </p:nvSpPr>
              <p:spPr>
                <a:xfrm>
                  <a:off x="5698698" y="3036412"/>
                  <a:ext cx="2956534" cy="2634859"/>
                </a:xfrm>
                <a:custGeom>
                  <a:avLst/>
                  <a:gdLst>
                    <a:gd name="connsiteX0" fmla="*/ 775762 w 2956534"/>
                    <a:gd name="connsiteY0" fmla="*/ 0 h 2634859"/>
                    <a:gd name="connsiteX1" fmla="*/ 2117682 w 2956534"/>
                    <a:gd name="connsiteY1" fmla="*/ 539587 h 2634859"/>
                    <a:gd name="connsiteX2" fmla="*/ 2127647 w 2956534"/>
                    <a:gd name="connsiteY2" fmla="*/ 550537 h 2634859"/>
                    <a:gd name="connsiteX3" fmla="*/ 2889827 w 2956534"/>
                    <a:gd name="connsiteY3" fmla="*/ 1870671 h 2634859"/>
                    <a:gd name="connsiteX4" fmla="*/ 2906131 w 2956534"/>
                    <a:gd name="connsiteY4" fmla="*/ 2337412 h 2634859"/>
                    <a:gd name="connsiteX5" fmla="*/ 2882528 w 2956534"/>
                    <a:gd name="connsiteY5" fmla="*/ 2375916 h 2634859"/>
                    <a:gd name="connsiteX6" fmla="*/ 2860982 w 2956534"/>
                    <a:gd name="connsiteY6" fmla="*/ 2415609 h 2634859"/>
                    <a:gd name="connsiteX7" fmla="*/ 2448623 w 2956534"/>
                    <a:gd name="connsiteY7" fmla="*/ 2634859 h 2634859"/>
                    <a:gd name="connsiteX8" fmla="*/ 0 w 2956534"/>
                    <a:gd name="connsiteY8" fmla="*/ 2634859 h 2634859"/>
                    <a:gd name="connsiteX9" fmla="*/ 167472 w 2956534"/>
                    <a:gd name="connsiteY9" fmla="*/ 2572673 h 2634859"/>
                    <a:gd name="connsiteX10" fmla="*/ 1067055 w 2956534"/>
                    <a:gd name="connsiteY10" fmla="*/ 1764761 h 2634859"/>
                    <a:gd name="connsiteX11" fmla="*/ 1275404 w 2956534"/>
                    <a:gd name="connsiteY11" fmla="*/ 1245754 h 2634859"/>
                    <a:gd name="connsiteX12" fmla="*/ 1291447 w 2956534"/>
                    <a:gd name="connsiteY12" fmla="*/ 1162667 h 2634859"/>
                    <a:gd name="connsiteX13" fmla="*/ 1306545 w 2956534"/>
                    <a:gd name="connsiteY13" fmla="*/ 1093221 h 2634859"/>
                    <a:gd name="connsiteX14" fmla="*/ 1309262 w 2956534"/>
                    <a:gd name="connsiteY14" fmla="*/ 1070396 h 2634859"/>
                    <a:gd name="connsiteX15" fmla="*/ 1309716 w 2956534"/>
                    <a:gd name="connsiteY15" fmla="*/ 1068045 h 2634859"/>
                    <a:gd name="connsiteX16" fmla="*/ 1310476 w 2956534"/>
                    <a:gd name="connsiteY16" fmla="*/ 1060202 h 2634859"/>
                    <a:gd name="connsiteX17" fmla="*/ 1317020 w 2956534"/>
                    <a:gd name="connsiteY17" fmla="*/ 1005226 h 2634859"/>
                    <a:gd name="connsiteX18" fmla="*/ 1195656 w 2956534"/>
                    <a:gd name="connsiteY18" fmla="*/ 480139 h 2634859"/>
                    <a:gd name="connsiteX19" fmla="*/ 549453 w 2956534"/>
                    <a:gd name="connsiteY19" fmla="*/ 31825 h 2634859"/>
                    <a:gd name="connsiteX20" fmla="*/ 481004 w 2956534"/>
                    <a:gd name="connsiteY20" fmla="*/ 23677 h 2634859"/>
                    <a:gd name="connsiteX21" fmla="*/ 597148 w 2956534"/>
                    <a:gd name="connsiteY21" fmla="*/ 7989 h 2634859"/>
                    <a:gd name="connsiteX22" fmla="*/ 775762 w 2956534"/>
                    <a:gd name="connsiteY22" fmla="*/ 0 h 2634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956534" h="2634859">
                      <a:moveTo>
                        <a:pt x="775762" y="0"/>
                      </a:moveTo>
                      <a:cubicBezTo>
                        <a:pt x="1302944" y="0"/>
                        <a:pt x="1778950" y="206972"/>
                        <a:pt x="2117682" y="539587"/>
                      </a:cubicBezTo>
                      <a:lnTo>
                        <a:pt x="2127647" y="550537"/>
                      </a:lnTo>
                      <a:lnTo>
                        <a:pt x="2889827" y="1870671"/>
                      </a:lnTo>
                      <a:cubicBezTo>
                        <a:pt x="2975654" y="2019328"/>
                        <a:pt x="2976006" y="2193877"/>
                        <a:pt x="2906131" y="2337412"/>
                      </a:cubicBezTo>
                      <a:lnTo>
                        <a:pt x="2882528" y="2375916"/>
                      </a:lnTo>
                      <a:lnTo>
                        <a:pt x="2860982" y="2415609"/>
                      </a:lnTo>
                      <a:cubicBezTo>
                        <a:pt x="2771617" y="2547889"/>
                        <a:pt x="2620276" y="2634859"/>
                        <a:pt x="2448623" y="2634859"/>
                      </a:cubicBezTo>
                      <a:lnTo>
                        <a:pt x="0" y="2634859"/>
                      </a:lnTo>
                      <a:lnTo>
                        <a:pt x="167472" y="2572673"/>
                      </a:lnTo>
                      <a:cubicBezTo>
                        <a:pt x="529221" y="2416038"/>
                        <a:pt x="850157" y="2140439"/>
                        <a:pt x="1067055" y="1764761"/>
                      </a:cubicBezTo>
                      <a:cubicBezTo>
                        <a:pt x="1163453" y="1597794"/>
                        <a:pt x="1232457" y="1422913"/>
                        <a:pt x="1275404" y="1245754"/>
                      </a:cubicBezTo>
                      <a:lnTo>
                        <a:pt x="1291447" y="1162667"/>
                      </a:lnTo>
                      <a:lnTo>
                        <a:pt x="1306545" y="1093221"/>
                      </a:lnTo>
                      <a:lnTo>
                        <a:pt x="1309262" y="1070396"/>
                      </a:lnTo>
                      <a:lnTo>
                        <a:pt x="1309716" y="1068045"/>
                      </a:lnTo>
                      <a:lnTo>
                        <a:pt x="1310476" y="1060202"/>
                      </a:lnTo>
                      <a:lnTo>
                        <a:pt x="1317020" y="1005226"/>
                      </a:lnTo>
                      <a:cubicBezTo>
                        <a:pt x="1329538" y="828109"/>
                        <a:pt x="1291118" y="645484"/>
                        <a:pt x="1195656" y="480139"/>
                      </a:cubicBezTo>
                      <a:cubicBezTo>
                        <a:pt x="1052463" y="232122"/>
                        <a:pt x="811426" y="75814"/>
                        <a:pt x="549453" y="31825"/>
                      </a:cubicBezTo>
                      <a:lnTo>
                        <a:pt x="481004" y="23677"/>
                      </a:lnTo>
                      <a:lnTo>
                        <a:pt x="597148" y="7989"/>
                      </a:lnTo>
                      <a:cubicBezTo>
                        <a:pt x="655932" y="2703"/>
                        <a:pt x="715513" y="0"/>
                        <a:pt x="775762" y="0"/>
                      </a:cubicBezTo>
                      <a:close/>
                    </a:path>
                  </a:pathLst>
                </a:custGeom>
                <a:gradFill flip="none" rotWithShape="1">
                  <a:gsLst>
                    <a:gs pos="0">
                      <a:schemeClr val="accent2">
                        <a:lumMod val="75000"/>
                      </a:schemeClr>
                    </a:gs>
                    <a:gs pos="50000">
                      <a:schemeClr val="accent2">
                        <a:shade val="67500"/>
                        <a:satMod val="115000"/>
                      </a:schemeClr>
                    </a:gs>
                    <a:gs pos="100000">
                      <a:schemeClr val="accent2">
                        <a:alpha val="89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5" name="Group 34">
                <a:extLst>
                  <a:ext uri="{FF2B5EF4-FFF2-40B4-BE49-F238E27FC236}">
                    <a16:creationId xmlns:a16="http://schemas.microsoft.com/office/drawing/2014/main" id="{32F63493-9733-4878-8013-75CA10C11C10}"/>
                  </a:ext>
                </a:extLst>
              </p:cNvPr>
              <p:cNvGrpSpPr/>
              <p:nvPr/>
            </p:nvGrpSpPr>
            <p:grpSpPr>
              <a:xfrm>
                <a:off x="6622042" y="1339625"/>
                <a:ext cx="4482143" cy="4921137"/>
                <a:chOff x="6622042" y="1339625"/>
                <a:chExt cx="4482143" cy="4921137"/>
              </a:xfrm>
            </p:grpSpPr>
            <p:grpSp>
              <p:nvGrpSpPr>
                <p:cNvPr id="8" name="Group 7">
                  <a:extLst>
                    <a:ext uri="{FF2B5EF4-FFF2-40B4-BE49-F238E27FC236}">
                      <a16:creationId xmlns:a16="http://schemas.microsoft.com/office/drawing/2014/main" id="{BE8B1519-EF28-4075-8A0C-CD534B5BA299}"/>
                    </a:ext>
                  </a:extLst>
                </p:cNvPr>
                <p:cNvGrpSpPr/>
                <p:nvPr/>
              </p:nvGrpSpPr>
              <p:grpSpPr>
                <a:xfrm>
                  <a:off x="6622042" y="1339625"/>
                  <a:ext cx="4482143" cy="1225860"/>
                  <a:chOff x="7161972" y="1435337"/>
                  <a:chExt cx="4482143" cy="1225860"/>
                </a:xfrm>
              </p:grpSpPr>
              <p:grpSp>
                <p:nvGrpSpPr>
                  <p:cNvPr id="9" name="Group 8">
                    <a:extLst>
                      <a:ext uri="{FF2B5EF4-FFF2-40B4-BE49-F238E27FC236}">
                        <a16:creationId xmlns:a16="http://schemas.microsoft.com/office/drawing/2014/main" id="{6983560E-FDF3-4B96-A9C6-D94E1C976AD1}"/>
                      </a:ext>
                    </a:extLst>
                  </p:cNvPr>
                  <p:cNvGrpSpPr/>
                  <p:nvPr/>
                </p:nvGrpSpPr>
                <p:grpSpPr>
                  <a:xfrm>
                    <a:off x="7161972" y="1435337"/>
                    <a:ext cx="4482143" cy="1225860"/>
                    <a:chOff x="7161972" y="1435337"/>
                    <a:chExt cx="4482143" cy="1225860"/>
                  </a:xfrm>
                </p:grpSpPr>
                <p:grpSp>
                  <p:nvGrpSpPr>
                    <p:cNvPr id="11" name="Group 10">
                      <a:extLst>
                        <a:ext uri="{FF2B5EF4-FFF2-40B4-BE49-F238E27FC236}">
                          <a16:creationId xmlns:a16="http://schemas.microsoft.com/office/drawing/2014/main" id="{198ACDC4-F832-456D-8A67-CF84C54C59D3}"/>
                        </a:ext>
                      </a:extLst>
                    </p:cNvPr>
                    <p:cNvGrpSpPr/>
                    <p:nvPr/>
                  </p:nvGrpSpPr>
                  <p:grpSpPr>
                    <a:xfrm>
                      <a:off x="7161972" y="1435337"/>
                      <a:ext cx="4482143" cy="1225860"/>
                      <a:chOff x="1212435" y="1267097"/>
                      <a:chExt cx="4482143" cy="1225860"/>
                    </a:xfrm>
                  </p:grpSpPr>
                  <p:sp>
                    <p:nvSpPr>
                      <p:cNvPr id="13" name="Donut 59">
                        <a:extLst>
                          <a:ext uri="{FF2B5EF4-FFF2-40B4-BE49-F238E27FC236}">
                            <a16:creationId xmlns:a16="http://schemas.microsoft.com/office/drawing/2014/main" id="{B4A8519A-8133-4BF4-B9B6-4FA0F16681EF}"/>
                          </a:ext>
                        </a:extLst>
                      </p:cNvPr>
                      <p:cNvSpPr/>
                      <p:nvPr/>
                    </p:nvSpPr>
                    <p:spPr>
                      <a:xfrm>
                        <a:off x="1212435" y="1267097"/>
                        <a:ext cx="803182" cy="803182"/>
                      </a:xfrm>
                      <a:prstGeom prst="donut">
                        <a:avLst>
                          <a:gd name="adj" fmla="val 873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nvGrpSpPr>
                      <p:cNvPr id="14" name="그룹 6">
                        <a:extLst>
                          <a:ext uri="{FF2B5EF4-FFF2-40B4-BE49-F238E27FC236}">
                            <a16:creationId xmlns:a16="http://schemas.microsoft.com/office/drawing/2014/main" id="{B218237F-E146-4DB6-A0C7-7F70CCB386D5}"/>
                          </a:ext>
                        </a:extLst>
                      </p:cNvPr>
                      <p:cNvGrpSpPr/>
                      <p:nvPr/>
                    </p:nvGrpSpPr>
                    <p:grpSpPr>
                      <a:xfrm>
                        <a:off x="2050355" y="1322307"/>
                        <a:ext cx="3644223" cy="1170650"/>
                        <a:chOff x="8306211" y="1865918"/>
                        <a:chExt cx="2909365" cy="1021762"/>
                      </a:xfrm>
                    </p:grpSpPr>
                    <p:sp>
                      <p:nvSpPr>
                        <p:cNvPr id="15" name="TextBox 14">
                          <a:extLst>
                            <a:ext uri="{FF2B5EF4-FFF2-40B4-BE49-F238E27FC236}">
                              <a16:creationId xmlns:a16="http://schemas.microsoft.com/office/drawing/2014/main" id="{FADBF2F9-4140-4542-829F-1CE15D8F26E1}"/>
                            </a:ext>
                          </a:extLst>
                        </p:cNvPr>
                        <p:cNvSpPr txBox="1"/>
                        <p:nvPr/>
                      </p:nvSpPr>
                      <p:spPr>
                        <a:xfrm>
                          <a:off x="8315999" y="2162372"/>
                          <a:ext cx="2899577" cy="725308"/>
                        </a:xfrm>
                        <a:prstGeom prst="rect">
                          <a:avLst/>
                        </a:prstGeom>
                        <a:noFill/>
                      </p:spPr>
                      <p:txBody>
                        <a:bodyPr wrap="square" rtlCol="0">
                          <a:spAutoFit/>
                        </a:bodyPr>
                        <a:lstStyle/>
                        <a:p>
                          <a:r>
                            <a:rPr lang="en-US" sz="1200" dirty="0">
                              <a:latin typeface="Georgia Pro Light" panose="02040302050405020303" pitchFamily="18" charset="0"/>
                            </a:rPr>
                            <a:t>A baseline classification model used to predict doctor availability.</a:t>
                          </a:r>
                        </a:p>
                        <a:p>
                          <a:r>
                            <a:rPr lang="en-US" sz="1200" dirty="0">
                              <a:latin typeface="Georgia Pro Light" panose="02040302050405020303" pitchFamily="18" charset="0"/>
                            </a:rPr>
                            <a:t>Effective for linear relationships and provides interpretable results</a:t>
                          </a:r>
                        </a:p>
                      </p:txBody>
                    </p:sp>
                    <p:sp>
                      <p:nvSpPr>
                        <p:cNvPr id="16" name="TextBox 15">
                          <a:extLst>
                            <a:ext uri="{FF2B5EF4-FFF2-40B4-BE49-F238E27FC236}">
                              <a16:creationId xmlns:a16="http://schemas.microsoft.com/office/drawing/2014/main" id="{BA9FCD78-2220-42A0-AAC2-71E2A877830E}"/>
                            </a:ext>
                          </a:extLst>
                        </p:cNvPr>
                        <p:cNvSpPr txBox="1"/>
                        <p:nvPr/>
                      </p:nvSpPr>
                      <p:spPr>
                        <a:xfrm>
                          <a:off x="8306211" y="1865918"/>
                          <a:ext cx="2908198" cy="268633"/>
                        </a:xfrm>
                        <a:prstGeom prst="rect">
                          <a:avLst/>
                        </a:prstGeom>
                        <a:noFill/>
                      </p:spPr>
                      <p:txBody>
                        <a:bodyPr wrap="square" rtlCol="0">
                          <a:spAutoFit/>
                        </a:bodyPr>
                        <a:lstStyle/>
                        <a:p>
                          <a:pPr lvl="0"/>
                          <a:r>
                            <a:rPr lang="en-US" sz="1400" b="1" dirty="0">
                              <a:latin typeface="Georgia" panose="02040502050405020303" pitchFamily="18" charset="0"/>
                            </a:rPr>
                            <a:t>Logistic Regression</a:t>
                          </a:r>
                        </a:p>
                      </p:txBody>
                    </p:sp>
                  </p:grpSp>
                </p:grpSp>
                <p:cxnSp>
                  <p:nvCxnSpPr>
                    <p:cNvPr id="12" name="Straight Connector 11">
                      <a:extLst>
                        <a:ext uri="{FF2B5EF4-FFF2-40B4-BE49-F238E27FC236}">
                          <a16:creationId xmlns:a16="http://schemas.microsoft.com/office/drawing/2014/main" id="{C4B165A4-0AF6-4CFE-AA57-8C55D5F16039}"/>
                        </a:ext>
                      </a:extLst>
                    </p:cNvPr>
                    <p:cNvCxnSpPr>
                      <a:cxnSpLocks/>
                    </p:cNvCxnSpPr>
                    <p:nvPr/>
                  </p:nvCxnSpPr>
                  <p:spPr>
                    <a:xfrm>
                      <a:off x="8107659" y="1822072"/>
                      <a:ext cx="3292653" cy="0"/>
                    </a:xfrm>
                    <a:prstGeom prst="line">
                      <a:avLst/>
                    </a:prstGeom>
                    <a:ln w="12700">
                      <a:solidFill>
                        <a:schemeClr val="accent1"/>
                      </a:solidFill>
                      <a:tailEnd type="oval"/>
                    </a:ln>
                  </p:spPr>
                  <p:style>
                    <a:lnRef idx="1">
                      <a:schemeClr val="accent1"/>
                    </a:lnRef>
                    <a:fillRef idx="0">
                      <a:schemeClr val="accent1"/>
                    </a:fillRef>
                    <a:effectRef idx="0">
                      <a:schemeClr val="accent1"/>
                    </a:effectRef>
                    <a:fontRef idx="minor">
                      <a:schemeClr val="tx1"/>
                    </a:fontRef>
                  </p:style>
                </p:cxnSp>
              </p:grpSp>
              <p:sp>
                <p:nvSpPr>
                  <p:cNvPr id="10" name="Arrow: Chevron 9">
                    <a:extLst>
                      <a:ext uri="{FF2B5EF4-FFF2-40B4-BE49-F238E27FC236}">
                        <a16:creationId xmlns:a16="http://schemas.microsoft.com/office/drawing/2014/main" id="{955727AB-61FE-4F6C-8D59-5E4582B62329}"/>
                      </a:ext>
                    </a:extLst>
                  </p:cNvPr>
                  <p:cNvSpPr/>
                  <p:nvPr/>
                </p:nvSpPr>
                <p:spPr>
                  <a:xfrm>
                    <a:off x="7467866" y="1695047"/>
                    <a:ext cx="238895" cy="283762"/>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grpSp>
              <p:nvGrpSpPr>
                <p:cNvPr id="17" name="Group 16">
                  <a:extLst>
                    <a:ext uri="{FF2B5EF4-FFF2-40B4-BE49-F238E27FC236}">
                      <a16:creationId xmlns:a16="http://schemas.microsoft.com/office/drawing/2014/main" id="{C8ADE053-C146-4D13-ADD8-0A388E40F34F}"/>
                    </a:ext>
                  </a:extLst>
                </p:cNvPr>
                <p:cNvGrpSpPr/>
                <p:nvPr/>
              </p:nvGrpSpPr>
              <p:grpSpPr>
                <a:xfrm>
                  <a:off x="6622042" y="3187265"/>
                  <a:ext cx="4482143" cy="1225860"/>
                  <a:chOff x="7161972" y="1435337"/>
                  <a:chExt cx="4482143" cy="1225860"/>
                </a:xfrm>
              </p:grpSpPr>
              <p:grpSp>
                <p:nvGrpSpPr>
                  <p:cNvPr id="18" name="Group 17">
                    <a:extLst>
                      <a:ext uri="{FF2B5EF4-FFF2-40B4-BE49-F238E27FC236}">
                        <a16:creationId xmlns:a16="http://schemas.microsoft.com/office/drawing/2014/main" id="{645CED71-ADA4-4AA9-ADB2-61E512B8D25B}"/>
                      </a:ext>
                    </a:extLst>
                  </p:cNvPr>
                  <p:cNvGrpSpPr/>
                  <p:nvPr/>
                </p:nvGrpSpPr>
                <p:grpSpPr>
                  <a:xfrm>
                    <a:off x="7161972" y="1435337"/>
                    <a:ext cx="4482143" cy="1225860"/>
                    <a:chOff x="7161972" y="1435337"/>
                    <a:chExt cx="4482143" cy="1225860"/>
                  </a:xfrm>
                </p:grpSpPr>
                <p:grpSp>
                  <p:nvGrpSpPr>
                    <p:cNvPr id="20" name="Group 19">
                      <a:extLst>
                        <a:ext uri="{FF2B5EF4-FFF2-40B4-BE49-F238E27FC236}">
                          <a16:creationId xmlns:a16="http://schemas.microsoft.com/office/drawing/2014/main" id="{CA037D53-331E-483F-B567-6819BB91ECF2}"/>
                        </a:ext>
                      </a:extLst>
                    </p:cNvPr>
                    <p:cNvGrpSpPr/>
                    <p:nvPr/>
                  </p:nvGrpSpPr>
                  <p:grpSpPr>
                    <a:xfrm>
                      <a:off x="7161972" y="1435337"/>
                      <a:ext cx="4482143" cy="1225860"/>
                      <a:chOff x="1212435" y="1267097"/>
                      <a:chExt cx="4482143" cy="1225860"/>
                    </a:xfrm>
                  </p:grpSpPr>
                  <p:sp>
                    <p:nvSpPr>
                      <p:cNvPr id="22" name="Donut 59">
                        <a:extLst>
                          <a:ext uri="{FF2B5EF4-FFF2-40B4-BE49-F238E27FC236}">
                            <a16:creationId xmlns:a16="http://schemas.microsoft.com/office/drawing/2014/main" id="{E3D050D0-D694-4ACF-97FA-B285668404D1}"/>
                          </a:ext>
                        </a:extLst>
                      </p:cNvPr>
                      <p:cNvSpPr/>
                      <p:nvPr/>
                    </p:nvSpPr>
                    <p:spPr>
                      <a:xfrm>
                        <a:off x="1212435" y="1267097"/>
                        <a:ext cx="803182" cy="803182"/>
                      </a:xfrm>
                      <a:prstGeom prst="donut">
                        <a:avLst>
                          <a:gd name="adj" fmla="val 873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nvGrpSpPr>
                      <p:cNvPr id="23" name="그룹 6">
                        <a:extLst>
                          <a:ext uri="{FF2B5EF4-FFF2-40B4-BE49-F238E27FC236}">
                            <a16:creationId xmlns:a16="http://schemas.microsoft.com/office/drawing/2014/main" id="{375AB95C-503A-485D-98A3-FA6E1217E053}"/>
                          </a:ext>
                        </a:extLst>
                      </p:cNvPr>
                      <p:cNvGrpSpPr/>
                      <p:nvPr/>
                    </p:nvGrpSpPr>
                    <p:grpSpPr>
                      <a:xfrm>
                        <a:off x="2050355" y="1322306"/>
                        <a:ext cx="3644223" cy="1170651"/>
                        <a:chOff x="8306211" y="1865918"/>
                        <a:chExt cx="2909365" cy="1021763"/>
                      </a:xfrm>
                    </p:grpSpPr>
                    <p:sp>
                      <p:nvSpPr>
                        <p:cNvPr id="24" name="TextBox 23">
                          <a:extLst>
                            <a:ext uri="{FF2B5EF4-FFF2-40B4-BE49-F238E27FC236}">
                              <a16:creationId xmlns:a16="http://schemas.microsoft.com/office/drawing/2014/main" id="{D2E4C3E1-3C20-499D-B55C-9E589EA65CC3}"/>
                            </a:ext>
                          </a:extLst>
                        </p:cNvPr>
                        <p:cNvSpPr txBox="1"/>
                        <p:nvPr/>
                      </p:nvSpPr>
                      <p:spPr>
                        <a:xfrm>
                          <a:off x="8315999" y="2162373"/>
                          <a:ext cx="2899577" cy="725308"/>
                        </a:xfrm>
                        <a:prstGeom prst="rect">
                          <a:avLst/>
                        </a:prstGeom>
                        <a:noFill/>
                      </p:spPr>
                      <p:txBody>
                        <a:bodyPr wrap="square" rtlCol="0">
                          <a:spAutoFit/>
                        </a:bodyPr>
                        <a:lstStyle/>
                        <a:p>
                          <a:r>
                            <a:rPr lang="en-US" sz="1200" dirty="0">
                              <a:latin typeface="Georgia Pro Light" panose="02040302050405020303" pitchFamily="18" charset="0"/>
                            </a:rPr>
                            <a:t>An ensemble model used for predicting medicine stock status.</a:t>
                          </a:r>
                        </a:p>
                        <a:p>
                          <a:r>
                            <a:rPr lang="en-US" sz="1200" dirty="0">
                              <a:latin typeface="Georgia Pro Light" panose="02040302050405020303" pitchFamily="18" charset="0"/>
                            </a:rPr>
                            <a:t>Handles non-linear features and improves accuracy through multiple decision trees</a:t>
                          </a:r>
                        </a:p>
                      </p:txBody>
                    </p:sp>
                    <p:sp>
                      <p:nvSpPr>
                        <p:cNvPr id="25" name="TextBox 24">
                          <a:extLst>
                            <a:ext uri="{FF2B5EF4-FFF2-40B4-BE49-F238E27FC236}">
                              <a16:creationId xmlns:a16="http://schemas.microsoft.com/office/drawing/2014/main" id="{FDF1F908-B1B0-4D9F-B151-3ABE2FDA87F7}"/>
                            </a:ext>
                          </a:extLst>
                        </p:cNvPr>
                        <p:cNvSpPr txBox="1"/>
                        <p:nvPr/>
                      </p:nvSpPr>
                      <p:spPr>
                        <a:xfrm>
                          <a:off x="8306211" y="1865918"/>
                          <a:ext cx="2908198" cy="268633"/>
                        </a:xfrm>
                        <a:prstGeom prst="rect">
                          <a:avLst/>
                        </a:prstGeom>
                        <a:noFill/>
                      </p:spPr>
                      <p:txBody>
                        <a:bodyPr wrap="square" rtlCol="0">
                          <a:spAutoFit/>
                        </a:bodyPr>
                        <a:lstStyle/>
                        <a:p>
                          <a:pPr lvl="0"/>
                          <a:r>
                            <a:rPr lang="en-US" sz="1400" b="1" dirty="0">
                              <a:latin typeface="Georgia" panose="02040502050405020303" pitchFamily="18" charset="0"/>
                            </a:rPr>
                            <a:t>Random Forest Classifier</a:t>
                          </a:r>
                        </a:p>
                      </p:txBody>
                    </p:sp>
                  </p:grpSp>
                </p:grpSp>
                <p:cxnSp>
                  <p:nvCxnSpPr>
                    <p:cNvPr id="21" name="Straight Connector 20">
                      <a:extLst>
                        <a:ext uri="{FF2B5EF4-FFF2-40B4-BE49-F238E27FC236}">
                          <a16:creationId xmlns:a16="http://schemas.microsoft.com/office/drawing/2014/main" id="{52F9674F-DF55-43A5-A2A7-3577432E0F3E}"/>
                        </a:ext>
                      </a:extLst>
                    </p:cNvPr>
                    <p:cNvCxnSpPr>
                      <a:cxnSpLocks/>
                    </p:cNvCxnSpPr>
                    <p:nvPr/>
                  </p:nvCxnSpPr>
                  <p:spPr>
                    <a:xfrm>
                      <a:off x="8107659" y="1822072"/>
                      <a:ext cx="3292653" cy="0"/>
                    </a:xfrm>
                    <a:prstGeom prst="line">
                      <a:avLst/>
                    </a:prstGeom>
                    <a:ln w="12700">
                      <a:solidFill>
                        <a:schemeClr val="accent2"/>
                      </a:solidFill>
                      <a:tailEnd type="oval"/>
                    </a:ln>
                  </p:spPr>
                  <p:style>
                    <a:lnRef idx="1">
                      <a:schemeClr val="accent1"/>
                    </a:lnRef>
                    <a:fillRef idx="0">
                      <a:schemeClr val="accent1"/>
                    </a:fillRef>
                    <a:effectRef idx="0">
                      <a:schemeClr val="accent1"/>
                    </a:effectRef>
                    <a:fontRef idx="minor">
                      <a:schemeClr val="tx1"/>
                    </a:fontRef>
                  </p:style>
                </p:cxnSp>
              </p:grpSp>
              <p:sp>
                <p:nvSpPr>
                  <p:cNvPr id="19" name="Arrow: Chevron 18">
                    <a:extLst>
                      <a:ext uri="{FF2B5EF4-FFF2-40B4-BE49-F238E27FC236}">
                        <a16:creationId xmlns:a16="http://schemas.microsoft.com/office/drawing/2014/main" id="{38C4B5E2-E86E-45C8-B200-3F629A57822F}"/>
                      </a:ext>
                    </a:extLst>
                  </p:cNvPr>
                  <p:cNvSpPr/>
                  <p:nvPr/>
                </p:nvSpPr>
                <p:spPr>
                  <a:xfrm>
                    <a:off x="7467866" y="1695047"/>
                    <a:ext cx="238895" cy="283762"/>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grpSp>
              <p:nvGrpSpPr>
                <p:cNvPr id="26" name="Group 25">
                  <a:extLst>
                    <a:ext uri="{FF2B5EF4-FFF2-40B4-BE49-F238E27FC236}">
                      <a16:creationId xmlns:a16="http://schemas.microsoft.com/office/drawing/2014/main" id="{A8FD5407-4FA7-4310-8CAB-BBFB0580F8C9}"/>
                    </a:ext>
                  </a:extLst>
                </p:cNvPr>
                <p:cNvGrpSpPr/>
                <p:nvPr/>
              </p:nvGrpSpPr>
              <p:grpSpPr>
                <a:xfrm>
                  <a:off x="6622042" y="5034905"/>
                  <a:ext cx="4482143" cy="1225857"/>
                  <a:chOff x="7161972" y="1435337"/>
                  <a:chExt cx="4482143" cy="1225857"/>
                </a:xfrm>
              </p:grpSpPr>
              <p:grpSp>
                <p:nvGrpSpPr>
                  <p:cNvPr id="27" name="Group 26">
                    <a:extLst>
                      <a:ext uri="{FF2B5EF4-FFF2-40B4-BE49-F238E27FC236}">
                        <a16:creationId xmlns:a16="http://schemas.microsoft.com/office/drawing/2014/main" id="{DCC275C0-D10F-4865-AD04-E7E374C0B1CB}"/>
                      </a:ext>
                    </a:extLst>
                  </p:cNvPr>
                  <p:cNvGrpSpPr/>
                  <p:nvPr/>
                </p:nvGrpSpPr>
                <p:grpSpPr>
                  <a:xfrm>
                    <a:off x="7161972" y="1435337"/>
                    <a:ext cx="4482143" cy="1225857"/>
                    <a:chOff x="7161972" y="1435337"/>
                    <a:chExt cx="4482143" cy="1225857"/>
                  </a:xfrm>
                </p:grpSpPr>
                <p:grpSp>
                  <p:nvGrpSpPr>
                    <p:cNvPr id="29" name="Group 28">
                      <a:extLst>
                        <a:ext uri="{FF2B5EF4-FFF2-40B4-BE49-F238E27FC236}">
                          <a16:creationId xmlns:a16="http://schemas.microsoft.com/office/drawing/2014/main" id="{5F8E8B27-9B49-4E83-B8AE-15DB1FF25EEA}"/>
                        </a:ext>
                      </a:extLst>
                    </p:cNvPr>
                    <p:cNvGrpSpPr/>
                    <p:nvPr/>
                  </p:nvGrpSpPr>
                  <p:grpSpPr>
                    <a:xfrm>
                      <a:off x="7161972" y="1435337"/>
                      <a:ext cx="4482143" cy="1225857"/>
                      <a:chOff x="1212435" y="1267097"/>
                      <a:chExt cx="4482143" cy="1225857"/>
                    </a:xfrm>
                  </p:grpSpPr>
                  <p:sp>
                    <p:nvSpPr>
                      <p:cNvPr id="31" name="Donut 59">
                        <a:extLst>
                          <a:ext uri="{FF2B5EF4-FFF2-40B4-BE49-F238E27FC236}">
                            <a16:creationId xmlns:a16="http://schemas.microsoft.com/office/drawing/2014/main" id="{982D9423-6DF2-421A-B3F9-962B79755B7B}"/>
                          </a:ext>
                        </a:extLst>
                      </p:cNvPr>
                      <p:cNvSpPr/>
                      <p:nvPr/>
                    </p:nvSpPr>
                    <p:spPr>
                      <a:xfrm>
                        <a:off x="1212435" y="1267097"/>
                        <a:ext cx="803182" cy="803182"/>
                      </a:xfrm>
                      <a:prstGeom prst="donut">
                        <a:avLst>
                          <a:gd name="adj" fmla="val 873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solidFill>
                            <a:schemeClr val="tx1">
                              <a:lumMod val="75000"/>
                              <a:lumOff val="25000"/>
                            </a:schemeClr>
                          </a:solidFill>
                        </a:endParaRPr>
                      </a:p>
                    </p:txBody>
                  </p:sp>
                  <p:grpSp>
                    <p:nvGrpSpPr>
                      <p:cNvPr id="32" name="그룹 6">
                        <a:extLst>
                          <a:ext uri="{FF2B5EF4-FFF2-40B4-BE49-F238E27FC236}">
                            <a16:creationId xmlns:a16="http://schemas.microsoft.com/office/drawing/2014/main" id="{4FAC4AD7-DE06-4884-A33B-14586128C66A}"/>
                          </a:ext>
                        </a:extLst>
                      </p:cNvPr>
                      <p:cNvGrpSpPr/>
                      <p:nvPr/>
                    </p:nvGrpSpPr>
                    <p:grpSpPr>
                      <a:xfrm>
                        <a:off x="2050355" y="1322305"/>
                        <a:ext cx="3644223" cy="1170649"/>
                        <a:chOff x="8306211" y="1865918"/>
                        <a:chExt cx="2909365" cy="1021762"/>
                      </a:xfrm>
                    </p:grpSpPr>
                    <p:sp>
                      <p:nvSpPr>
                        <p:cNvPr id="33" name="TextBox 32">
                          <a:extLst>
                            <a:ext uri="{FF2B5EF4-FFF2-40B4-BE49-F238E27FC236}">
                              <a16:creationId xmlns:a16="http://schemas.microsoft.com/office/drawing/2014/main" id="{A50ABE58-DF32-4B5D-9ADE-BD31E3C7F6E4}"/>
                            </a:ext>
                          </a:extLst>
                        </p:cNvPr>
                        <p:cNvSpPr txBox="1"/>
                        <p:nvPr/>
                      </p:nvSpPr>
                      <p:spPr>
                        <a:xfrm>
                          <a:off x="8315999" y="2162372"/>
                          <a:ext cx="2899577" cy="725308"/>
                        </a:xfrm>
                        <a:prstGeom prst="rect">
                          <a:avLst/>
                        </a:prstGeom>
                        <a:noFill/>
                      </p:spPr>
                      <p:txBody>
                        <a:bodyPr wrap="square" rtlCol="0">
                          <a:spAutoFit/>
                        </a:bodyPr>
                        <a:lstStyle/>
                        <a:p>
                          <a:r>
                            <a:rPr lang="en-US" sz="1200" dirty="0">
                              <a:latin typeface="Georgia Pro Light" panose="02040302050405020303" pitchFamily="18" charset="0"/>
                            </a:rPr>
                            <a:t>A boosting-based model used to enhance prediction performance for both doctor and medicine datasets. Captures complex patterns by iteratively reducing classification errors.</a:t>
                          </a:r>
                        </a:p>
                      </p:txBody>
                    </p:sp>
                    <p:sp>
                      <p:nvSpPr>
                        <p:cNvPr id="34" name="TextBox 33">
                          <a:extLst>
                            <a:ext uri="{FF2B5EF4-FFF2-40B4-BE49-F238E27FC236}">
                              <a16:creationId xmlns:a16="http://schemas.microsoft.com/office/drawing/2014/main" id="{A22A814D-EF20-4229-99FA-D272C1E0D44F}"/>
                            </a:ext>
                          </a:extLst>
                        </p:cNvPr>
                        <p:cNvSpPr txBox="1"/>
                        <p:nvPr/>
                      </p:nvSpPr>
                      <p:spPr>
                        <a:xfrm>
                          <a:off x="8306211" y="1865918"/>
                          <a:ext cx="2908198" cy="268633"/>
                        </a:xfrm>
                        <a:prstGeom prst="rect">
                          <a:avLst/>
                        </a:prstGeom>
                        <a:noFill/>
                      </p:spPr>
                      <p:txBody>
                        <a:bodyPr wrap="square" rtlCol="0">
                          <a:spAutoFit/>
                        </a:bodyPr>
                        <a:lstStyle/>
                        <a:p>
                          <a:pPr lvl="0"/>
                          <a:r>
                            <a:rPr lang="en-US" sz="1400" b="1" dirty="0">
                              <a:latin typeface="Georgia" panose="02040502050405020303" pitchFamily="18" charset="0"/>
                            </a:rPr>
                            <a:t>Gradient Boosting Classifier</a:t>
                          </a:r>
                        </a:p>
                      </p:txBody>
                    </p:sp>
                  </p:grpSp>
                </p:grpSp>
                <p:cxnSp>
                  <p:nvCxnSpPr>
                    <p:cNvPr id="30" name="Straight Connector 29">
                      <a:extLst>
                        <a:ext uri="{FF2B5EF4-FFF2-40B4-BE49-F238E27FC236}">
                          <a16:creationId xmlns:a16="http://schemas.microsoft.com/office/drawing/2014/main" id="{E25D37EC-2969-456F-8D7B-B79DE42A3087}"/>
                        </a:ext>
                      </a:extLst>
                    </p:cNvPr>
                    <p:cNvCxnSpPr>
                      <a:cxnSpLocks/>
                    </p:cNvCxnSpPr>
                    <p:nvPr/>
                  </p:nvCxnSpPr>
                  <p:spPr>
                    <a:xfrm>
                      <a:off x="8107659" y="1822072"/>
                      <a:ext cx="3292653" cy="0"/>
                    </a:xfrm>
                    <a:prstGeom prst="line">
                      <a:avLst/>
                    </a:prstGeom>
                    <a:ln w="12700">
                      <a:solidFill>
                        <a:schemeClr val="accent6"/>
                      </a:solidFill>
                      <a:tailEnd type="oval"/>
                    </a:ln>
                  </p:spPr>
                  <p:style>
                    <a:lnRef idx="1">
                      <a:schemeClr val="accent1"/>
                    </a:lnRef>
                    <a:fillRef idx="0">
                      <a:schemeClr val="accent1"/>
                    </a:fillRef>
                    <a:effectRef idx="0">
                      <a:schemeClr val="accent1"/>
                    </a:effectRef>
                    <a:fontRef idx="minor">
                      <a:schemeClr val="tx1"/>
                    </a:fontRef>
                  </p:style>
                </p:cxnSp>
              </p:grpSp>
              <p:sp>
                <p:nvSpPr>
                  <p:cNvPr id="28" name="Arrow: Chevron 27">
                    <a:extLst>
                      <a:ext uri="{FF2B5EF4-FFF2-40B4-BE49-F238E27FC236}">
                        <a16:creationId xmlns:a16="http://schemas.microsoft.com/office/drawing/2014/main" id="{35FC1CBF-55CE-4FC8-BFE2-384BC98E51E4}"/>
                      </a:ext>
                    </a:extLst>
                  </p:cNvPr>
                  <p:cNvSpPr/>
                  <p:nvPr/>
                </p:nvSpPr>
                <p:spPr>
                  <a:xfrm>
                    <a:off x="7467866" y="1695047"/>
                    <a:ext cx="238895" cy="283762"/>
                  </a:xfrm>
                  <a:prstGeom prst="chevr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grpSp>
        </p:grpSp>
        <p:sp>
          <p:nvSpPr>
            <p:cNvPr id="37" name="TextBox 36">
              <a:extLst>
                <a:ext uri="{FF2B5EF4-FFF2-40B4-BE49-F238E27FC236}">
                  <a16:creationId xmlns:a16="http://schemas.microsoft.com/office/drawing/2014/main" id="{21775C63-DE67-4BA5-9B90-9D2BF35C9C7A}"/>
                </a:ext>
              </a:extLst>
            </p:cNvPr>
            <p:cNvSpPr txBox="1"/>
            <p:nvPr/>
          </p:nvSpPr>
          <p:spPr>
            <a:xfrm>
              <a:off x="3026567" y="1978291"/>
              <a:ext cx="818766" cy="523220"/>
            </a:xfrm>
            <a:prstGeom prst="rect">
              <a:avLst/>
            </a:prstGeom>
            <a:noFill/>
          </p:spPr>
          <p:txBody>
            <a:bodyPr wrap="square" rtlCol="0">
              <a:spAutoFit/>
            </a:bodyPr>
            <a:lstStyle/>
            <a:p>
              <a:pPr algn="ctr"/>
              <a:r>
                <a:rPr lang="en-US" sz="2800" b="1" dirty="0">
                  <a:solidFill>
                    <a:schemeClr val="bg1"/>
                  </a:solidFill>
                  <a:latin typeface="Georgia Pro" panose="02040802050405020203" pitchFamily="18" charset="0"/>
                </a:rPr>
                <a:t>01</a:t>
              </a:r>
            </a:p>
          </p:txBody>
        </p:sp>
        <p:sp>
          <p:nvSpPr>
            <p:cNvPr id="38" name="TextBox 37">
              <a:extLst>
                <a:ext uri="{FF2B5EF4-FFF2-40B4-BE49-F238E27FC236}">
                  <a16:creationId xmlns:a16="http://schemas.microsoft.com/office/drawing/2014/main" id="{F42A02CB-AF8F-44C6-AF4E-81C97057493F}"/>
                </a:ext>
              </a:extLst>
            </p:cNvPr>
            <p:cNvSpPr txBox="1"/>
            <p:nvPr/>
          </p:nvSpPr>
          <p:spPr>
            <a:xfrm>
              <a:off x="4522362" y="4551445"/>
              <a:ext cx="818766" cy="523220"/>
            </a:xfrm>
            <a:prstGeom prst="rect">
              <a:avLst/>
            </a:prstGeom>
            <a:noFill/>
          </p:spPr>
          <p:txBody>
            <a:bodyPr wrap="square" rtlCol="0">
              <a:spAutoFit/>
            </a:bodyPr>
            <a:lstStyle/>
            <a:p>
              <a:pPr algn="ctr"/>
              <a:r>
                <a:rPr lang="en-US" sz="2800" b="1" dirty="0">
                  <a:solidFill>
                    <a:schemeClr val="bg1"/>
                  </a:solidFill>
                  <a:latin typeface="Georgia Pro" panose="02040802050405020203" pitchFamily="18" charset="0"/>
                </a:rPr>
                <a:t>02</a:t>
              </a:r>
            </a:p>
          </p:txBody>
        </p:sp>
        <p:sp>
          <p:nvSpPr>
            <p:cNvPr id="39" name="TextBox 38">
              <a:extLst>
                <a:ext uri="{FF2B5EF4-FFF2-40B4-BE49-F238E27FC236}">
                  <a16:creationId xmlns:a16="http://schemas.microsoft.com/office/drawing/2014/main" id="{B4CCD275-83B5-4A59-90E7-597DD3347387}"/>
                </a:ext>
              </a:extLst>
            </p:cNvPr>
            <p:cNvSpPr txBox="1"/>
            <p:nvPr/>
          </p:nvSpPr>
          <p:spPr>
            <a:xfrm>
              <a:off x="1627609" y="4551445"/>
              <a:ext cx="818766" cy="523220"/>
            </a:xfrm>
            <a:prstGeom prst="rect">
              <a:avLst/>
            </a:prstGeom>
            <a:noFill/>
          </p:spPr>
          <p:txBody>
            <a:bodyPr wrap="square" rtlCol="0">
              <a:spAutoFit/>
            </a:bodyPr>
            <a:lstStyle/>
            <a:p>
              <a:pPr algn="ctr"/>
              <a:r>
                <a:rPr lang="en-US" sz="2800" b="1" dirty="0">
                  <a:solidFill>
                    <a:schemeClr val="bg1"/>
                  </a:solidFill>
                  <a:latin typeface="Georgia Pro" panose="02040802050405020203" pitchFamily="18" charset="0"/>
                </a:rPr>
                <a:t>03</a:t>
              </a:r>
            </a:p>
          </p:txBody>
        </p:sp>
      </p:grpSp>
      <p:sp>
        <p:nvSpPr>
          <p:cNvPr id="41" name="TextBox 40">
            <a:extLst>
              <a:ext uri="{FF2B5EF4-FFF2-40B4-BE49-F238E27FC236}">
                <a16:creationId xmlns:a16="http://schemas.microsoft.com/office/drawing/2014/main" id="{E7A3847B-D8D7-44E1-B55D-A84492039A9A}"/>
              </a:ext>
            </a:extLst>
          </p:cNvPr>
          <p:cNvSpPr txBox="1"/>
          <p:nvPr/>
        </p:nvSpPr>
        <p:spPr>
          <a:xfrm>
            <a:off x="0" y="261255"/>
            <a:ext cx="12192000" cy="553998"/>
          </a:xfrm>
          <a:prstGeom prst="rect">
            <a:avLst/>
          </a:prstGeom>
          <a:noFill/>
        </p:spPr>
        <p:txBody>
          <a:bodyPr wrap="square" rtlCol="0">
            <a:spAutoFit/>
          </a:bodyPr>
          <a:lstStyle/>
          <a:p>
            <a:pPr algn="ctr"/>
            <a:r>
              <a:rPr lang="en-US" sz="3000" dirty="0">
                <a:latin typeface="Georgia" panose="02040502050405020303" pitchFamily="18" charset="0"/>
                <a:ea typeface="Cambria" panose="02040503050406030204" pitchFamily="18" charset="0"/>
                <a:cs typeface="+mj-cs"/>
              </a:rPr>
              <a:t>Machine Learning Models Used </a:t>
            </a:r>
          </a:p>
        </p:txBody>
      </p:sp>
    </p:spTree>
    <p:extLst>
      <p:ext uri="{BB962C8B-B14F-4D97-AF65-F5344CB8AC3E}">
        <p14:creationId xmlns:p14="http://schemas.microsoft.com/office/powerpoint/2010/main" val="36695270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p:cNvGrpSpPr/>
          <p:nvPr/>
        </p:nvGrpSpPr>
        <p:grpSpPr>
          <a:xfrm>
            <a:off x="823618" y="1230825"/>
            <a:ext cx="10544764" cy="5151095"/>
            <a:chOff x="1275735" y="853453"/>
            <a:chExt cx="10544764" cy="5151095"/>
          </a:xfrm>
        </p:grpSpPr>
        <p:sp>
          <p:nvSpPr>
            <p:cNvPr id="6" name="Rounded Rectangle 5"/>
            <p:cNvSpPr/>
            <p:nvPr/>
          </p:nvSpPr>
          <p:spPr>
            <a:xfrm rot="2700000">
              <a:off x="1275735" y="2043000"/>
              <a:ext cx="2772000" cy="2772000"/>
            </a:xfrm>
            <a:prstGeom prst="roundRect">
              <a:avLst>
                <a:gd name="adj" fmla="val 7264"/>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ed Rectangle 6"/>
            <p:cNvSpPr/>
            <p:nvPr/>
          </p:nvSpPr>
          <p:spPr>
            <a:xfrm>
              <a:off x="7500499" y="853453"/>
              <a:ext cx="4320000" cy="1080000"/>
            </a:xfrm>
            <a:prstGeom prst="roundRect">
              <a:avLst>
                <a:gd name="adj" fmla="val 50000"/>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ounded Rectangle 7"/>
            <p:cNvSpPr/>
            <p:nvPr/>
          </p:nvSpPr>
          <p:spPr>
            <a:xfrm>
              <a:off x="7500499" y="2210485"/>
              <a:ext cx="4320000" cy="1080000"/>
            </a:xfrm>
            <a:prstGeom prst="roundRect">
              <a:avLst>
                <a:gd name="adj" fmla="val 5000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ounded Rectangle 8"/>
            <p:cNvSpPr/>
            <p:nvPr/>
          </p:nvSpPr>
          <p:spPr>
            <a:xfrm>
              <a:off x="7500499" y="3567517"/>
              <a:ext cx="4320000" cy="1080000"/>
            </a:xfrm>
            <a:prstGeom prst="roundRect">
              <a:avLst>
                <a:gd name="adj" fmla="val 5000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ounded Rectangle 9"/>
            <p:cNvSpPr/>
            <p:nvPr/>
          </p:nvSpPr>
          <p:spPr>
            <a:xfrm>
              <a:off x="7500499" y="4924548"/>
              <a:ext cx="4320000" cy="1080000"/>
            </a:xfrm>
            <a:prstGeom prst="roundRect">
              <a:avLst>
                <a:gd name="adj" fmla="val 5000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Elbow Connector 16"/>
            <p:cNvCxnSpPr>
              <a:endCxn id="7" idx="1"/>
            </p:cNvCxnSpPr>
            <p:nvPr/>
          </p:nvCxnSpPr>
          <p:spPr>
            <a:xfrm flipV="1">
              <a:off x="4621835" y="1393453"/>
              <a:ext cx="2878664" cy="2035548"/>
            </a:xfrm>
            <a:prstGeom prst="bentConnector3">
              <a:avLst/>
            </a:prstGeom>
            <a:ln w="25400" cap="rnd">
              <a:solidFill>
                <a:schemeClr val="accent3"/>
              </a:solidFill>
              <a:prstDash val="dash"/>
              <a:round/>
            </a:ln>
          </p:spPr>
          <p:style>
            <a:lnRef idx="1">
              <a:schemeClr val="accent1"/>
            </a:lnRef>
            <a:fillRef idx="0">
              <a:schemeClr val="accent1"/>
            </a:fillRef>
            <a:effectRef idx="0">
              <a:schemeClr val="accent1"/>
            </a:effectRef>
            <a:fontRef idx="minor">
              <a:schemeClr val="tx1"/>
            </a:fontRef>
          </p:style>
        </p:cxnSp>
        <p:cxnSp>
          <p:nvCxnSpPr>
            <p:cNvPr id="19" name="Elbow Connector 18"/>
            <p:cNvCxnSpPr>
              <a:endCxn id="10" idx="1"/>
            </p:cNvCxnSpPr>
            <p:nvPr/>
          </p:nvCxnSpPr>
          <p:spPr>
            <a:xfrm>
              <a:off x="4621835" y="3429000"/>
              <a:ext cx="2878664" cy="2035548"/>
            </a:xfrm>
            <a:prstGeom prst="bentConnector3">
              <a:avLst/>
            </a:prstGeom>
            <a:ln w="25400" cap="rnd">
              <a:solidFill>
                <a:schemeClr val="accent3"/>
              </a:solidFill>
              <a:prstDash val="dash"/>
              <a:round/>
            </a:ln>
          </p:spPr>
          <p:style>
            <a:lnRef idx="1">
              <a:schemeClr val="accent1"/>
            </a:lnRef>
            <a:fillRef idx="0">
              <a:schemeClr val="accent1"/>
            </a:fillRef>
            <a:effectRef idx="0">
              <a:schemeClr val="accent1"/>
            </a:effectRef>
            <a:fontRef idx="minor">
              <a:schemeClr val="tx1"/>
            </a:fontRef>
          </p:style>
        </p:cxnSp>
        <p:cxnSp>
          <p:nvCxnSpPr>
            <p:cNvPr id="21" name="Elbow Connector 20"/>
            <p:cNvCxnSpPr>
              <a:endCxn id="8" idx="1"/>
            </p:cNvCxnSpPr>
            <p:nvPr/>
          </p:nvCxnSpPr>
          <p:spPr>
            <a:xfrm flipV="1">
              <a:off x="4621835" y="2750485"/>
              <a:ext cx="2878664" cy="678516"/>
            </a:xfrm>
            <a:prstGeom prst="bentConnector3">
              <a:avLst/>
            </a:prstGeom>
            <a:ln w="25400" cap="rnd">
              <a:solidFill>
                <a:schemeClr val="accent3"/>
              </a:solidFill>
              <a:prstDash val="dash"/>
              <a:round/>
            </a:ln>
          </p:spPr>
          <p:style>
            <a:lnRef idx="1">
              <a:schemeClr val="accent1"/>
            </a:lnRef>
            <a:fillRef idx="0">
              <a:schemeClr val="accent1"/>
            </a:fillRef>
            <a:effectRef idx="0">
              <a:schemeClr val="accent1"/>
            </a:effectRef>
            <a:fontRef idx="minor">
              <a:schemeClr val="tx1"/>
            </a:fontRef>
          </p:style>
        </p:cxnSp>
        <p:cxnSp>
          <p:nvCxnSpPr>
            <p:cNvPr id="23" name="Elbow Connector 22"/>
            <p:cNvCxnSpPr>
              <a:endCxn id="9" idx="1"/>
            </p:cNvCxnSpPr>
            <p:nvPr/>
          </p:nvCxnSpPr>
          <p:spPr>
            <a:xfrm>
              <a:off x="4621835" y="3429000"/>
              <a:ext cx="2878664" cy="678517"/>
            </a:xfrm>
            <a:prstGeom prst="bentConnector3">
              <a:avLst/>
            </a:prstGeom>
            <a:ln w="25400" cap="rnd">
              <a:solidFill>
                <a:schemeClr val="accent3"/>
              </a:solidFill>
              <a:prstDash val="dash"/>
              <a:round/>
            </a:ln>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rot="2700000">
              <a:off x="1467324" y="2043000"/>
              <a:ext cx="2772000" cy="2772000"/>
            </a:xfrm>
            <a:prstGeom prst="roundRect">
              <a:avLst>
                <a:gd name="adj" fmla="val 7264"/>
              </a:avLst>
            </a:prstGeom>
            <a:solidFill>
              <a:schemeClr val="bg1">
                <a:lumMod val="95000"/>
              </a:schemeClr>
            </a:solidFill>
            <a:ln w="25400">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1824040" y="2690336"/>
              <a:ext cx="2058577" cy="1015663"/>
            </a:xfrm>
            <a:prstGeom prst="rect">
              <a:avLst/>
            </a:prstGeom>
          </p:spPr>
          <p:txBody>
            <a:bodyPr wrap="none">
              <a:spAutoFit/>
            </a:bodyPr>
            <a:lstStyle/>
            <a:p>
              <a:pPr algn="ctr"/>
              <a:r>
                <a:rPr lang="en-IN" sz="3000" b="0" i="0" u="none" strike="noStrike" dirty="0">
                  <a:solidFill>
                    <a:srgbClr val="000000"/>
                  </a:solidFill>
                  <a:effectLst/>
                  <a:latin typeface="Georgia" panose="02040502050405020303" pitchFamily="18" charset="0"/>
                </a:rPr>
                <a:t>Logistic </a:t>
              </a:r>
            </a:p>
            <a:p>
              <a:pPr algn="ctr"/>
              <a:r>
                <a:rPr lang="en-IN" sz="3000" b="0" i="0" u="none" strike="noStrike" dirty="0">
                  <a:solidFill>
                    <a:srgbClr val="000000"/>
                  </a:solidFill>
                  <a:effectLst/>
                  <a:latin typeface="Georgia" panose="02040502050405020303" pitchFamily="18" charset="0"/>
                </a:rPr>
                <a:t>Regression</a:t>
              </a:r>
              <a:endParaRPr lang="en-IN" sz="3000" dirty="0">
                <a:latin typeface="Georgia" panose="02040502050405020303" pitchFamily="18" charset="0"/>
              </a:endParaRPr>
            </a:p>
          </p:txBody>
        </p:sp>
        <p:sp>
          <p:nvSpPr>
            <p:cNvPr id="24" name="Rectangle 23"/>
            <p:cNvSpPr/>
            <p:nvPr/>
          </p:nvSpPr>
          <p:spPr>
            <a:xfrm>
              <a:off x="7984479" y="985649"/>
              <a:ext cx="3436220" cy="815608"/>
            </a:xfrm>
            <a:prstGeom prst="rect">
              <a:avLst/>
            </a:prstGeom>
          </p:spPr>
          <p:txBody>
            <a:bodyPr wrap="square">
              <a:spAutoFit/>
            </a:bodyPr>
            <a:lstStyle/>
            <a:p>
              <a:pPr>
                <a:spcBef>
                  <a:spcPts val="600"/>
                </a:spcBef>
              </a:pPr>
              <a:r>
                <a:rPr lang="en-US" sz="1400" b="1" i="0" dirty="0">
                  <a:solidFill>
                    <a:srgbClr val="000000"/>
                  </a:solidFill>
                  <a:effectLst/>
                  <a:latin typeface="Georgia" panose="02040502050405020303" pitchFamily="18" charset="0"/>
                </a:rPr>
                <a:t>Purpose</a:t>
              </a:r>
            </a:p>
            <a:p>
              <a:pPr>
                <a:spcBef>
                  <a:spcPts val="600"/>
                </a:spcBef>
              </a:pPr>
              <a:r>
                <a:rPr lang="en-US" sz="1400" i="0" dirty="0">
                  <a:solidFill>
                    <a:srgbClr val="000000"/>
                  </a:solidFill>
                  <a:effectLst/>
                  <a:latin typeface="Georgia" panose="02040502050405020303" pitchFamily="18" charset="0"/>
                </a:rPr>
                <a:t>Binary classification for doctor availability. And </a:t>
              </a:r>
              <a:r>
                <a:rPr lang="en-US" sz="1400" i="0" dirty="0" err="1">
                  <a:solidFill>
                    <a:srgbClr val="000000"/>
                  </a:solidFill>
                  <a:effectLst/>
                  <a:latin typeface="Georgia" panose="02040502050405020303" pitchFamily="18" charset="0"/>
                </a:rPr>
                <a:t>Store_Status</a:t>
              </a:r>
              <a:r>
                <a:rPr lang="en-US" sz="1400" i="0" dirty="0">
                  <a:solidFill>
                    <a:srgbClr val="000000"/>
                  </a:solidFill>
                  <a:effectLst/>
                  <a:latin typeface="Georgia" panose="02040502050405020303" pitchFamily="18" charset="0"/>
                </a:rPr>
                <a:t>(Available)</a:t>
              </a:r>
            </a:p>
          </p:txBody>
        </p:sp>
        <p:sp>
          <p:nvSpPr>
            <p:cNvPr id="25" name="Rectangle 24"/>
            <p:cNvSpPr/>
            <p:nvPr/>
          </p:nvSpPr>
          <p:spPr>
            <a:xfrm>
              <a:off x="8017426" y="2342681"/>
              <a:ext cx="3533702" cy="815608"/>
            </a:xfrm>
            <a:prstGeom prst="rect">
              <a:avLst/>
            </a:prstGeom>
          </p:spPr>
          <p:txBody>
            <a:bodyPr wrap="square">
              <a:spAutoFit/>
            </a:bodyPr>
            <a:lstStyle/>
            <a:p>
              <a:pPr>
                <a:spcBef>
                  <a:spcPts val="600"/>
                </a:spcBef>
              </a:pPr>
              <a:r>
                <a:rPr lang="en-US" sz="1400" b="1" i="0" dirty="0">
                  <a:solidFill>
                    <a:srgbClr val="000000"/>
                  </a:solidFill>
                  <a:effectLst/>
                  <a:latin typeface="Georgia" panose="02040502050405020303" pitchFamily="18" charset="0"/>
                </a:rPr>
                <a:t>Key Idea</a:t>
              </a:r>
            </a:p>
            <a:p>
              <a:pPr>
                <a:spcBef>
                  <a:spcPts val="600"/>
                </a:spcBef>
              </a:pPr>
              <a:r>
                <a:rPr lang="en-US" sz="1400" dirty="0"/>
                <a:t>Uses a sigmoid function to convert features into probability. With max iteration up to 500</a:t>
              </a:r>
              <a:endParaRPr lang="en-US" sz="1400" b="1" i="0" dirty="0">
                <a:solidFill>
                  <a:srgbClr val="000000"/>
                </a:solidFill>
                <a:effectLst/>
                <a:latin typeface="Georgia" panose="02040502050405020303" pitchFamily="18" charset="0"/>
              </a:endParaRPr>
            </a:p>
          </p:txBody>
        </p:sp>
        <p:sp>
          <p:nvSpPr>
            <p:cNvPr id="26" name="Rectangle 25"/>
            <p:cNvSpPr/>
            <p:nvPr/>
          </p:nvSpPr>
          <p:spPr>
            <a:xfrm>
              <a:off x="7956486" y="3671720"/>
              <a:ext cx="3836020" cy="892552"/>
            </a:xfrm>
            <a:prstGeom prst="rect">
              <a:avLst/>
            </a:prstGeom>
          </p:spPr>
          <p:txBody>
            <a:bodyPr wrap="square">
              <a:spAutoFit/>
            </a:bodyPr>
            <a:lstStyle/>
            <a:p>
              <a:pPr>
                <a:spcBef>
                  <a:spcPts val="600"/>
                </a:spcBef>
              </a:pPr>
              <a:r>
                <a:rPr lang="en-US" sz="1400" b="1" dirty="0">
                  <a:solidFill>
                    <a:srgbClr val="000000"/>
                  </a:solidFill>
                  <a:latin typeface="Georgia Pro Light" panose="02040302050405020303" pitchFamily="18" charset="0"/>
                </a:rPr>
                <a:t>Prediction Output</a:t>
              </a:r>
              <a:r>
                <a:rPr lang="en-US" sz="1400" dirty="0">
                  <a:solidFill>
                    <a:srgbClr val="000000"/>
                  </a:solidFill>
                  <a:latin typeface="Georgia Pro Light" panose="02040302050405020303" pitchFamily="18" charset="0"/>
                </a:rPr>
                <a:t>:</a:t>
              </a:r>
            </a:p>
            <a:p>
              <a:pPr>
                <a:spcBef>
                  <a:spcPts val="600"/>
                </a:spcBef>
              </a:pPr>
              <a:r>
                <a:rPr lang="en-IN" sz="1400" dirty="0"/>
                <a:t>Availability: </a:t>
              </a:r>
              <a:r>
                <a:rPr lang="en-IN" sz="1400" b="1" dirty="0"/>
                <a:t>0 = Not Available</a:t>
              </a:r>
              <a:r>
                <a:rPr lang="en-IN" sz="1400" dirty="0"/>
                <a:t>, </a:t>
              </a:r>
              <a:r>
                <a:rPr lang="en-IN" sz="1400" b="1" dirty="0"/>
                <a:t>1 = Available</a:t>
              </a:r>
            </a:p>
            <a:p>
              <a:pPr>
                <a:spcBef>
                  <a:spcPts val="600"/>
                </a:spcBef>
              </a:pPr>
              <a:r>
                <a:rPr lang="en-IN" sz="1400" dirty="0"/>
                <a:t>Availability: </a:t>
              </a:r>
              <a:r>
                <a:rPr lang="en-IN" sz="1400" b="1" dirty="0" err="1">
                  <a:solidFill>
                    <a:srgbClr val="000000"/>
                  </a:solidFill>
                  <a:latin typeface="Georgia Pro Light" panose="02040302050405020303" pitchFamily="18" charset="0"/>
                </a:rPr>
                <a:t>In_Stock</a:t>
              </a:r>
              <a:r>
                <a:rPr lang="en-IN" sz="1400" b="1" dirty="0">
                  <a:solidFill>
                    <a:srgbClr val="000000"/>
                  </a:solidFill>
                  <a:latin typeface="Georgia Pro Light" panose="02040302050405020303" pitchFamily="18" charset="0"/>
                </a:rPr>
                <a:t>, </a:t>
              </a:r>
              <a:r>
                <a:rPr lang="en-IN" sz="1400" b="1" dirty="0" err="1">
                  <a:solidFill>
                    <a:srgbClr val="000000"/>
                  </a:solidFill>
                  <a:latin typeface="Georgia Pro Light" panose="02040302050405020303" pitchFamily="18" charset="0"/>
                </a:rPr>
                <a:t>Out_Stoock</a:t>
              </a:r>
              <a:r>
                <a:rPr lang="en-IN" sz="1400" b="1" dirty="0">
                  <a:solidFill>
                    <a:srgbClr val="000000"/>
                  </a:solidFill>
                  <a:latin typeface="Georgia Pro Light" panose="02040302050405020303" pitchFamily="18" charset="0"/>
                </a:rPr>
                <a:t>, </a:t>
              </a:r>
              <a:r>
                <a:rPr lang="en-IN" sz="1400" b="1" dirty="0" err="1">
                  <a:solidFill>
                    <a:srgbClr val="000000"/>
                  </a:solidFill>
                  <a:latin typeface="Georgia Pro Light" panose="02040302050405020303" pitchFamily="18" charset="0"/>
                </a:rPr>
                <a:t>Low_stock</a:t>
              </a:r>
              <a:endParaRPr lang="en-US" sz="1400" b="1" dirty="0">
                <a:solidFill>
                  <a:srgbClr val="000000"/>
                </a:solidFill>
                <a:latin typeface="Georgia Pro Light" panose="02040302050405020303" pitchFamily="18" charset="0"/>
              </a:endParaRPr>
            </a:p>
          </p:txBody>
        </p:sp>
        <p:sp>
          <p:nvSpPr>
            <p:cNvPr id="27" name="Rectangle 26"/>
            <p:cNvSpPr/>
            <p:nvPr/>
          </p:nvSpPr>
          <p:spPr>
            <a:xfrm>
              <a:off x="7984479" y="5056744"/>
              <a:ext cx="3352040" cy="892552"/>
            </a:xfrm>
            <a:prstGeom prst="rect">
              <a:avLst/>
            </a:prstGeom>
          </p:spPr>
          <p:txBody>
            <a:bodyPr wrap="square">
              <a:spAutoFit/>
            </a:bodyPr>
            <a:lstStyle/>
            <a:p>
              <a:pPr>
                <a:spcBef>
                  <a:spcPts val="600"/>
                </a:spcBef>
              </a:pPr>
              <a:r>
                <a:rPr lang="en-US" sz="1400" b="1" i="0" dirty="0">
                  <a:solidFill>
                    <a:srgbClr val="000000"/>
                  </a:solidFill>
                  <a:effectLst/>
                  <a:latin typeface="Georgia" panose="02040502050405020303" pitchFamily="18" charset="0"/>
                </a:rPr>
                <a:t>Model Accuracy</a:t>
              </a:r>
            </a:p>
            <a:p>
              <a:pPr>
                <a:spcBef>
                  <a:spcPts val="600"/>
                </a:spcBef>
              </a:pPr>
              <a:r>
                <a:rPr lang="en-IN" sz="1400" dirty="0" err="1"/>
                <a:t>Doctors_Accuracy</a:t>
              </a:r>
              <a:r>
                <a:rPr lang="en-IN" sz="1400" dirty="0"/>
                <a:t>: </a:t>
              </a:r>
              <a:r>
                <a:rPr lang="en-IN" sz="1400" b="1" dirty="0"/>
                <a:t>~ 72–75%</a:t>
              </a:r>
            </a:p>
            <a:p>
              <a:pPr>
                <a:spcBef>
                  <a:spcPts val="600"/>
                </a:spcBef>
              </a:pPr>
              <a:r>
                <a:rPr lang="en-US" sz="1400" dirty="0" err="1">
                  <a:solidFill>
                    <a:srgbClr val="000000"/>
                  </a:solidFill>
                  <a:latin typeface="Georgia" panose="02040502050405020303" pitchFamily="18" charset="0"/>
                </a:rPr>
                <a:t>Medicine_Accuracy</a:t>
              </a:r>
              <a:r>
                <a:rPr lang="en-US" sz="1400" dirty="0">
                  <a:solidFill>
                    <a:srgbClr val="000000"/>
                  </a:solidFill>
                  <a:latin typeface="Georgia" panose="02040502050405020303" pitchFamily="18" charset="0"/>
                </a:rPr>
                <a:t>:~</a:t>
              </a:r>
              <a:r>
                <a:rPr lang="en-US" sz="1400" b="1" dirty="0">
                  <a:solidFill>
                    <a:srgbClr val="000000"/>
                  </a:solidFill>
                  <a:latin typeface="Georgia" panose="02040502050405020303" pitchFamily="18" charset="0"/>
                </a:rPr>
                <a:t>97%</a:t>
              </a:r>
            </a:p>
          </p:txBody>
        </p:sp>
      </p:grpSp>
      <p:sp>
        <p:nvSpPr>
          <p:cNvPr id="33" name="Rectangle 32"/>
          <p:cNvSpPr/>
          <p:nvPr/>
        </p:nvSpPr>
        <p:spPr>
          <a:xfrm>
            <a:off x="3093420" y="110466"/>
            <a:ext cx="6005170" cy="630942"/>
          </a:xfrm>
          <a:prstGeom prst="rect">
            <a:avLst/>
          </a:prstGeom>
        </p:spPr>
        <p:txBody>
          <a:bodyPr wrap="none">
            <a:spAutoFit/>
          </a:bodyPr>
          <a:lstStyle/>
          <a:p>
            <a:pPr algn="ctr"/>
            <a:r>
              <a:rPr lang="en-US" sz="3500" dirty="0">
                <a:latin typeface="Georgia" panose="02040502050405020303" pitchFamily="18" charset="0"/>
              </a:rPr>
              <a:t>Logistic Regression Overview</a:t>
            </a:r>
            <a:endParaRPr lang="en-IN" sz="3500" dirty="0">
              <a:latin typeface="Georgia" panose="02040502050405020303" pitchFamily="18" charset="0"/>
            </a:endParaRPr>
          </a:p>
        </p:txBody>
      </p:sp>
      <p:cxnSp>
        <p:nvCxnSpPr>
          <p:cNvPr id="35" name="Straight Connector 34"/>
          <p:cNvCxnSpPr/>
          <p:nvPr/>
        </p:nvCxnSpPr>
        <p:spPr>
          <a:xfrm>
            <a:off x="4296000" y="784950"/>
            <a:ext cx="3600000" cy="0"/>
          </a:xfrm>
          <a:prstGeom prst="line">
            <a:avLst/>
          </a:prstGeom>
          <a:ln w="254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9900957"/>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p:cNvGrpSpPr/>
          <p:nvPr/>
        </p:nvGrpSpPr>
        <p:grpSpPr>
          <a:xfrm>
            <a:off x="618344" y="1137519"/>
            <a:ext cx="10544764" cy="5151095"/>
            <a:chOff x="1275735" y="853453"/>
            <a:chExt cx="10544764" cy="5151095"/>
          </a:xfrm>
        </p:grpSpPr>
        <p:sp>
          <p:nvSpPr>
            <p:cNvPr id="6" name="Rounded Rectangle 5"/>
            <p:cNvSpPr/>
            <p:nvPr/>
          </p:nvSpPr>
          <p:spPr>
            <a:xfrm rot="2700000">
              <a:off x="1275735" y="2043000"/>
              <a:ext cx="2772000" cy="2772000"/>
            </a:xfrm>
            <a:prstGeom prst="roundRect">
              <a:avLst>
                <a:gd name="adj" fmla="val 7264"/>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ed Rectangle 6"/>
            <p:cNvSpPr/>
            <p:nvPr/>
          </p:nvSpPr>
          <p:spPr>
            <a:xfrm>
              <a:off x="7500499" y="853453"/>
              <a:ext cx="4320000" cy="1080000"/>
            </a:xfrm>
            <a:prstGeom prst="roundRect">
              <a:avLst>
                <a:gd name="adj" fmla="val 50000"/>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ounded Rectangle 7"/>
            <p:cNvSpPr/>
            <p:nvPr/>
          </p:nvSpPr>
          <p:spPr>
            <a:xfrm>
              <a:off x="7500499" y="2210485"/>
              <a:ext cx="4320000" cy="1080000"/>
            </a:xfrm>
            <a:prstGeom prst="roundRect">
              <a:avLst>
                <a:gd name="adj" fmla="val 5000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ounded Rectangle 8"/>
            <p:cNvSpPr/>
            <p:nvPr/>
          </p:nvSpPr>
          <p:spPr>
            <a:xfrm>
              <a:off x="7500499" y="3567517"/>
              <a:ext cx="4320000" cy="1080000"/>
            </a:xfrm>
            <a:prstGeom prst="roundRect">
              <a:avLst>
                <a:gd name="adj" fmla="val 5000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ounded Rectangle 9"/>
            <p:cNvSpPr/>
            <p:nvPr/>
          </p:nvSpPr>
          <p:spPr>
            <a:xfrm>
              <a:off x="7500499" y="4924548"/>
              <a:ext cx="4320000" cy="1080000"/>
            </a:xfrm>
            <a:prstGeom prst="roundRect">
              <a:avLst>
                <a:gd name="adj" fmla="val 5000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Elbow Connector 16"/>
            <p:cNvCxnSpPr>
              <a:endCxn id="7" idx="1"/>
            </p:cNvCxnSpPr>
            <p:nvPr/>
          </p:nvCxnSpPr>
          <p:spPr>
            <a:xfrm flipV="1">
              <a:off x="4621835" y="1393453"/>
              <a:ext cx="2878664" cy="2035548"/>
            </a:xfrm>
            <a:prstGeom prst="bentConnector3">
              <a:avLst/>
            </a:prstGeom>
            <a:ln w="25400" cap="rnd">
              <a:solidFill>
                <a:schemeClr val="accent3"/>
              </a:solidFill>
              <a:prstDash val="dash"/>
              <a:round/>
            </a:ln>
          </p:spPr>
          <p:style>
            <a:lnRef idx="1">
              <a:schemeClr val="accent1"/>
            </a:lnRef>
            <a:fillRef idx="0">
              <a:schemeClr val="accent1"/>
            </a:fillRef>
            <a:effectRef idx="0">
              <a:schemeClr val="accent1"/>
            </a:effectRef>
            <a:fontRef idx="minor">
              <a:schemeClr val="tx1"/>
            </a:fontRef>
          </p:style>
        </p:cxnSp>
        <p:cxnSp>
          <p:nvCxnSpPr>
            <p:cNvPr id="19" name="Elbow Connector 18"/>
            <p:cNvCxnSpPr>
              <a:endCxn id="10" idx="1"/>
            </p:cNvCxnSpPr>
            <p:nvPr/>
          </p:nvCxnSpPr>
          <p:spPr>
            <a:xfrm>
              <a:off x="4621835" y="3429000"/>
              <a:ext cx="2878664" cy="2035548"/>
            </a:xfrm>
            <a:prstGeom prst="bentConnector3">
              <a:avLst/>
            </a:prstGeom>
            <a:ln w="25400" cap="rnd">
              <a:solidFill>
                <a:schemeClr val="accent3"/>
              </a:solidFill>
              <a:prstDash val="dash"/>
              <a:round/>
            </a:ln>
          </p:spPr>
          <p:style>
            <a:lnRef idx="1">
              <a:schemeClr val="accent1"/>
            </a:lnRef>
            <a:fillRef idx="0">
              <a:schemeClr val="accent1"/>
            </a:fillRef>
            <a:effectRef idx="0">
              <a:schemeClr val="accent1"/>
            </a:effectRef>
            <a:fontRef idx="minor">
              <a:schemeClr val="tx1"/>
            </a:fontRef>
          </p:style>
        </p:cxnSp>
        <p:cxnSp>
          <p:nvCxnSpPr>
            <p:cNvPr id="21" name="Elbow Connector 20"/>
            <p:cNvCxnSpPr>
              <a:endCxn id="8" idx="1"/>
            </p:cNvCxnSpPr>
            <p:nvPr/>
          </p:nvCxnSpPr>
          <p:spPr>
            <a:xfrm flipV="1">
              <a:off x="4621835" y="2750485"/>
              <a:ext cx="2878664" cy="678516"/>
            </a:xfrm>
            <a:prstGeom prst="bentConnector3">
              <a:avLst/>
            </a:prstGeom>
            <a:ln w="25400" cap="rnd">
              <a:solidFill>
                <a:schemeClr val="accent3"/>
              </a:solidFill>
              <a:prstDash val="dash"/>
              <a:round/>
            </a:ln>
          </p:spPr>
          <p:style>
            <a:lnRef idx="1">
              <a:schemeClr val="accent1"/>
            </a:lnRef>
            <a:fillRef idx="0">
              <a:schemeClr val="accent1"/>
            </a:fillRef>
            <a:effectRef idx="0">
              <a:schemeClr val="accent1"/>
            </a:effectRef>
            <a:fontRef idx="minor">
              <a:schemeClr val="tx1"/>
            </a:fontRef>
          </p:style>
        </p:cxnSp>
        <p:cxnSp>
          <p:nvCxnSpPr>
            <p:cNvPr id="23" name="Elbow Connector 22"/>
            <p:cNvCxnSpPr>
              <a:endCxn id="9" idx="1"/>
            </p:cNvCxnSpPr>
            <p:nvPr/>
          </p:nvCxnSpPr>
          <p:spPr>
            <a:xfrm>
              <a:off x="4621835" y="3429000"/>
              <a:ext cx="2878664" cy="678517"/>
            </a:xfrm>
            <a:prstGeom prst="bentConnector3">
              <a:avLst/>
            </a:prstGeom>
            <a:ln w="25400" cap="rnd">
              <a:solidFill>
                <a:schemeClr val="accent3"/>
              </a:solidFill>
              <a:prstDash val="dash"/>
              <a:round/>
            </a:ln>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rot="2700000">
              <a:off x="1467324" y="2043000"/>
              <a:ext cx="2772000" cy="2772000"/>
            </a:xfrm>
            <a:prstGeom prst="roundRect">
              <a:avLst>
                <a:gd name="adj" fmla="val 7264"/>
              </a:avLst>
            </a:prstGeom>
            <a:solidFill>
              <a:schemeClr val="bg1">
                <a:lumMod val="95000"/>
              </a:schemeClr>
            </a:solidFill>
            <a:ln w="25400">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1471681" y="2921168"/>
              <a:ext cx="2908168" cy="1015663"/>
            </a:xfrm>
            <a:prstGeom prst="rect">
              <a:avLst/>
            </a:prstGeom>
          </p:spPr>
          <p:txBody>
            <a:bodyPr wrap="none">
              <a:spAutoFit/>
            </a:bodyPr>
            <a:lstStyle/>
            <a:p>
              <a:pPr algn="ctr"/>
              <a:r>
                <a:rPr lang="en-US" sz="3000" dirty="0">
                  <a:latin typeface="Georgia" panose="02040502050405020303" pitchFamily="18" charset="0"/>
                </a:rPr>
                <a:t>Random Forest </a:t>
              </a:r>
            </a:p>
            <a:p>
              <a:pPr algn="ctr"/>
              <a:r>
                <a:rPr lang="en-US" sz="3000" dirty="0">
                  <a:latin typeface="Georgia" panose="02040502050405020303" pitchFamily="18" charset="0"/>
                </a:rPr>
                <a:t>Classifier</a:t>
              </a:r>
              <a:endParaRPr lang="en-IN" sz="3000" dirty="0">
                <a:latin typeface="Georgia" panose="02040502050405020303" pitchFamily="18" charset="0"/>
              </a:endParaRPr>
            </a:p>
          </p:txBody>
        </p:sp>
        <p:sp>
          <p:nvSpPr>
            <p:cNvPr id="24" name="Rectangle 23"/>
            <p:cNvSpPr/>
            <p:nvPr/>
          </p:nvSpPr>
          <p:spPr>
            <a:xfrm>
              <a:off x="8068659" y="985649"/>
              <a:ext cx="3352040" cy="892552"/>
            </a:xfrm>
            <a:prstGeom prst="rect">
              <a:avLst/>
            </a:prstGeom>
          </p:spPr>
          <p:txBody>
            <a:bodyPr wrap="square">
              <a:spAutoFit/>
            </a:bodyPr>
            <a:lstStyle/>
            <a:p>
              <a:pPr>
                <a:spcBef>
                  <a:spcPts val="600"/>
                </a:spcBef>
              </a:pPr>
              <a:r>
                <a:rPr lang="en-US" sz="1400" b="1" i="0" dirty="0">
                  <a:solidFill>
                    <a:srgbClr val="000000"/>
                  </a:solidFill>
                  <a:effectLst/>
                  <a:latin typeface="Georgia" panose="02040502050405020303" pitchFamily="18" charset="0"/>
                </a:rPr>
                <a:t>Purpose</a:t>
              </a:r>
              <a:endParaRPr lang="en-US" sz="1400" b="1" dirty="0">
                <a:solidFill>
                  <a:srgbClr val="000000"/>
                </a:solidFill>
                <a:latin typeface="Georgia" panose="02040502050405020303" pitchFamily="18" charset="0"/>
              </a:endParaRPr>
            </a:p>
            <a:p>
              <a:pPr>
                <a:spcBef>
                  <a:spcPts val="600"/>
                </a:spcBef>
              </a:pPr>
              <a:r>
                <a:rPr lang="en-US" sz="1400" b="1" i="0" dirty="0">
                  <a:solidFill>
                    <a:srgbClr val="000000"/>
                  </a:solidFill>
                  <a:effectLst/>
                  <a:latin typeface="Georgia" panose="02040502050405020303" pitchFamily="18" charset="0"/>
                </a:rPr>
                <a:t>Predict medicine stock status.</a:t>
              </a:r>
            </a:p>
            <a:p>
              <a:pPr>
                <a:spcBef>
                  <a:spcPts val="600"/>
                </a:spcBef>
              </a:pPr>
              <a:r>
                <a:rPr lang="en-US" sz="1400" b="1" i="0" dirty="0">
                  <a:solidFill>
                    <a:srgbClr val="000000"/>
                  </a:solidFill>
                  <a:effectLst/>
                  <a:latin typeface="Georgia" panose="02040502050405020303" pitchFamily="18" charset="0"/>
                </a:rPr>
                <a:t>Predict Doctor Availability.</a:t>
              </a:r>
            </a:p>
          </p:txBody>
        </p:sp>
        <p:sp>
          <p:nvSpPr>
            <p:cNvPr id="25" name="Rectangle 24"/>
            <p:cNvSpPr/>
            <p:nvPr/>
          </p:nvSpPr>
          <p:spPr>
            <a:xfrm>
              <a:off x="7984479" y="2248587"/>
              <a:ext cx="3627050" cy="815608"/>
            </a:xfrm>
            <a:prstGeom prst="rect">
              <a:avLst/>
            </a:prstGeom>
          </p:spPr>
          <p:txBody>
            <a:bodyPr wrap="square">
              <a:spAutoFit/>
            </a:bodyPr>
            <a:lstStyle/>
            <a:p>
              <a:pPr>
                <a:spcBef>
                  <a:spcPts val="600"/>
                </a:spcBef>
              </a:pPr>
              <a:r>
                <a:rPr lang="en-US" sz="1400" b="1" i="0" dirty="0">
                  <a:solidFill>
                    <a:srgbClr val="000000"/>
                  </a:solidFill>
                  <a:effectLst/>
                  <a:latin typeface="Georgia" panose="02040502050405020303" pitchFamily="18" charset="0"/>
                </a:rPr>
                <a:t>Key Idea</a:t>
              </a:r>
            </a:p>
            <a:p>
              <a:pPr>
                <a:spcBef>
                  <a:spcPts val="600"/>
                </a:spcBef>
              </a:pPr>
              <a:r>
                <a:rPr lang="en-US" sz="1400" dirty="0">
                  <a:solidFill>
                    <a:srgbClr val="000000"/>
                  </a:solidFill>
                  <a:latin typeface="Georgia" panose="02040502050405020303" pitchFamily="18" charset="0"/>
                </a:rPr>
                <a:t>Ensemble of decision trees for stable predictions.</a:t>
              </a:r>
              <a:endParaRPr lang="en-US" sz="1400" i="0" dirty="0">
                <a:solidFill>
                  <a:srgbClr val="000000"/>
                </a:solidFill>
                <a:effectLst/>
                <a:latin typeface="Georgia" panose="02040502050405020303" pitchFamily="18" charset="0"/>
              </a:endParaRPr>
            </a:p>
          </p:txBody>
        </p:sp>
        <p:sp>
          <p:nvSpPr>
            <p:cNvPr id="26" name="Rectangle 25"/>
            <p:cNvSpPr/>
            <p:nvPr/>
          </p:nvSpPr>
          <p:spPr>
            <a:xfrm>
              <a:off x="7949459" y="3633976"/>
              <a:ext cx="3561736" cy="1323439"/>
            </a:xfrm>
            <a:prstGeom prst="rect">
              <a:avLst/>
            </a:prstGeom>
          </p:spPr>
          <p:txBody>
            <a:bodyPr wrap="square">
              <a:spAutoFit/>
            </a:bodyPr>
            <a:lstStyle/>
            <a:p>
              <a:pPr>
                <a:spcBef>
                  <a:spcPts val="600"/>
                </a:spcBef>
              </a:pPr>
              <a:r>
                <a:rPr lang="en-US" sz="1400" b="1" dirty="0">
                  <a:solidFill>
                    <a:srgbClr val="000000"/>
                  </a:solidFill>
                  <a:latin typeface="Georgia Pro Light" panose="02040302050405020303" pitchFamily="18" charset="0"/>
                </a:rPr>
                <a:t>Prediction Output</a:t>
              </a:r>
              <a:r>
                <a:rPr lang="en-US" sz="1400" dirty="0">
                  <a:solidFill>
                    <a:srgbClr val="000000"/>
                  </a:solidFill>
                  <a:latin typeface="Georgia Pro Light" panose="02040302050405020303" pitchFamily="18" charset="0"/>
                </a:rPr>
                <a:t>:</a:t>
              </a:r>
            </a:p>
            <a:p>
              <a:r>
                <a:rPr lang="en-US" sz="1400" b="1" dirty="0"/>
                <a:t>In-stock / Low-stock / Out-of-stock</a:t>
              </a:r>
              <a:endParaRPr lang="en-US" sz="1400" dirty="0"/>
            </a:p>
            <a:p>
              <a:r>
                <a:rPr lang="en-US" sz="1400" dirty="0"/>
                <a:t>Reorder: </a:t>
              </a:r>
              <a:r>
                <a:rPr lang="en-US" sz="1400" b="1" dirty="0"/>
                <a:t>0/1</a:t>
              </a:r>
              <a:endParaRPr lang="en-US" sz="1400" dirty="0"/>
            </a:p>
            <a:p>
              <a:pPr>
                <a:spcBef>
                  <a:spcPts val="600"/>
                </a:spcBef>
              </a:pPr>
              <a:endParaRPr lang="en-US" sz="1400" dirty="0"/>
            </a:p>
            <a:p>
              <a:pPr>
                <a:spcBef>
                  <a:spcPts val="600"/>
                </a:spcBef>
              </a:pPr>
              <a:endParaRPr lang="en-US" sz="1400" dirty="0">
                <a:solidFill>
                  <a:srgbClr val="000000"/>
                </a:solidFill>
                <a:latin typeface="Georgia Pro Light" panose="02040302050405020303" pitchFamily="18" charset="0"/>
              </a:endParaRPr>
            </a:p>
          </p:txBody>
        </p:sp>
        <p:sp>
          <p:nvSpPr>
            <p:cNvPr id="27" name="Rectangle 26"/>
            <p:cNvSpPr/>
            <p:nvPr/>
          </p:nvSpPr>
          <p:spPr>
            <a:xfrm>
              <a:off x="7984479" y="5056744"/>
              <a:ext cx="3352040" cy="600164"/>
            </a:xfrm>
            <a:prstGeom prst="rect">
              <a:avLst/>
            </a:prstGeom>
          </p:spPr>
          <p:txBody>
            <a:bodyPr wrap="square">
              <a:spAutoFit/>
            </a:bodyPr>
            <a:lstStyle/>
            <a:p>
              <a:pPr>
                <a:spcBef>
                  <a:spcPts val="600"/>
                </a:spcBef>
              </a:pPr>
              <a:r>
                <a:rPr lang="en-US" sz="1400" b="1" i="0" dirty="0">
                  <a:solidFill>
                    <a:srgbClr val="000000"/>
                  </a:solidFill>
                  <a:effectLst/>
                  <a:latin typeface="Georgia" panose="02040502050405020303" pitchFamily="18" charset="0"/>
                </a:rPr>
                <a:t>Model Accuracy: 0.99</a:t>
              </a:r>
            </a:p>
            <a:p>
              <a:pPr>
                <a:spcBef>
                  <a:spcPts val="600"/>
                </a:spcBef>
              </a:pPr>
              <a:r>
                <a:rPr lang="en-US" sz="1400" b="1" dirty="0">
                  <a:solidFill>
                    <a:srgbClr val="000000"/>
                  </a:solidFill>
                  <a:latin typeface="Georgia" panose="02040502050405020303" pitchFamily="18" charset="0"/>
                </a:rPr>
                <a:t>Model Accuracy: 0.76</a:t>
              </a:r>
              <a:endParaRPr lang="en-US" sz="1400" b="1" i="0" dirty="0">
                <a:solidFill>
                  <a:srgbClr val="000000"/>
                </a:solidFill>
                <a:effectLst/>
                <a:latin typeface="Georgia" panose="02040502050405020303" pitchFamily="18" charset="0"/>
              </a:endParaRPr>
            </a:p>
          </p:txBody>
        </p:sp>
      </p:grpSp>
      <p:sp>
        <p:nvSpPr>
          <p:cNvPr id="33" name="Rectangle 32"/>
          <p:cNvSpPr/>
          <p:nvPr/>
        </p:nvSpPr>
        <p:spPr>
          <a:xfrm>
            <a:off x="2509929" y="110466"/>
            <a:ext cx="7172155" cy="630942"/>
          </a:xfrm>
          <a:prstGeom prst="rect">
            <a:avLst/>
          </a:prstGeom>
        </p:spPr>
        <p:txBody>
          <a:bodyPr wrap="none">
            <a:spAutoFit/>
          </a:bodyPr>
          <a:lstStyle/>
          <a:p>
            <a:pPr algn="ctr"/>
            <a:r>
              <a:rPr lang="en-US" sz="3500" dirty="0">
                <a:latin typeface="Georgia" panose="02040502050405020303" pitchFamily="18" charset="0"/>
              </a:rPr>
              <a:t>Random Forest Classifier Overview</a:t>
            </a:r>
            <a:endParaRPr lang="en-IN" sz="3500" dirty="0">
              <a:latin typeface="Georgia" panose="02040502050405020303" pitchFamily="18" charset="0"/>
            </a:endParaRPr>
          </a:p>
        </p:txBody>
      </p:sp>
      <p:cxnSp>
        <p:nvCxnSpPr>
          <p:cNvPr id="35" name="Straight Connector 34"/>
          <p:cNvCxnSpPr/>
          <p:nvPr/>
        </p:nvCxnSpPr>
        <p:spPr>
          <a:xfrm>
            <a:off x="4296000" y="784950"/>
            <a:ext cx="3600000" cy="0"/>
          </a:xfrm>
          <a:prstGeom prst="line">
            <a:avLst/>
          </a:prstGeom>
          <a:ln w="254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1561325"/>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Group 31"/>
          <p:cNvGrpSpPr/>
          <p:nvPr/>
        </p:nvGrpSpPr>
        <p:grpSpPr>
          <a:xfrm>
            <a:off x="823618" y="1230825"/>
            <a:ext cx="10544764" cy="5151095"/>
            <a:chOff x="1275735" y="853453"/>
            <a:chExt cx="10544764" cy="5151095"/>
          </a:xfrm>
        </p:grpSpPr>
        <p:sp>
          <p:nvSpPr>
            <p:cNvPr id="6" name="Rounded Rectangle 5"/>
            <p:cNvSpPr/>
            <p:nvPr/>
          </p:nvSpPr>
          <p:spPr>
            <a:xfrm rot="2700000">
              <a:off x="1275735" y="2043000"/>
              <a:ext cx="2772000" cy="2772000"/>
            </a:xfrm>
            <a:prstGeom prst="roundRect">
              <a:avLst>
                <a:gd name="adj" fmla="val 7264"/>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ounded Rectangle 6"/>
            <p:cNvSpPr/>
            <p:nvPr/>
          </p:nvSpPr>
          <p:spPr>
            <a:xfrm>
              <a:off x="7500499" y="853453"/>
              <a:ext cx="4320000" cy="1080000"/>
            </a:xfrm>
            <a:prstGeom prst="roundRect">
              <a:avLst>
                <a:gd name="adj" fmla="val 50000"/>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ounded Rectangle 7"/>
            <p:cNvSpPr/>
            <p:nvPr/>
          </p:nvSpPr>
          <p:spPr>
            <a:xfrm>
              <a:off x="7500499" y="2210485"/>
              <a:ext cx="4320000" cy="1080000"/>
            </a:xfrm>
            <a:prstGeom prst="roundRect">
              <a:avLst>
                <a:gd name="adj" fmla="val 5000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ounded Rectangle 8"/>
            <p:cNvSpPr/>
            <p:nvPr/>
          </p:nvSpPr>
          <p:spPr>
            <a:xfrm>
              <a:off x="7500499" y="3567517"/>
              <a:ext cx="4320000" cy="1080000"/>
            </a:xfrm>
            <a:prstGeom prst="roundRect">
              <a:avLst>
                <a:gd name="adj" fmla="val 50000"/>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ounded Rectangle 9"/>
            <p:cNvSpPr/>
            <p:nvPr/>
          </p:nvSpPr>
          <p:spPr>
            <a:xfrm>
              <a:off x="7500499" y="4924548"/>
              <a:ext cx="4320000" cy="1080000"/>
            </a:xfrm>
            <a:prstGeom prst="roundRect">
              <a:avLst>
                <a:gd name="adj" fmla="val 50000"/>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Elbow Connector 16"/>
            <p:cNvCxnSpPr>
              <a:endCxn id="7" idx="1"/>
            </p:cNvCxnSpPr>
            <p:nvPr/>
          </p:nvCxnSpPr>
          <p:spPr>
            <a:xfrm flipV="1">
              <a:off x="4621835" y="1393453"/>
              <a:ext cx="2878664" cy="2035548"/>
            </a:xfrm>
            <a:prstGeom prst="bentConnector3">
              <a:avLst/>
            </a:prstGeom>
            <a:ln w="25400" cap="rnd">
              <a:solidFill>
                <a:schemeClr val="accent3"/>
              </a:solidFill>
              <a:prstDash val="dash"/>
              <a:round/>
            </a:ln>
          </p:spPr>
          <p:style>
            <a:lnRef idx="1">
              <a:schemeClr val="accent1"/>
            </a:lnRef>
            <a:fillRef idx="0">
              <a:schemeClr val="accent1"/>
            </a:fillRef>
            <a:effectRef idx="0">
              <a:schemeClr val="accent1"/>
            </a:effectRef>
            <a:fontRef idx="minor">
              <a:schemeClr val="tx1"/>
            </a:fontRef>
          </p:style>
        </p:cxnSp>
        <p:cxnSp>
          <p:nvCxnSpPr>
            <p:cNvPr id="19" name="Elbow Connector 18"/>
            <p:cNvCxnSpPr>
              <a:endCxn id="10" idx="1"/>
            </p:cNvCxnSpPr>
            <p:nvPr/>
          </p:nvCxnSpPr>
          <p:spPr>
            <a:xfrm>
              <a:off x="4621835" y="3429000"/>
              <a:ext cx="2878664" cy="2035548"/>
            </a:xfrm>
            <a:prstGeom prst="bentConnector3">
              <a:avLst/>
            </a:prstGeom>
            <a:ln w="25400" cap="rnd">
              <a:solidFill>
                <a:schemeClr val="accent3"/>
              </a:solidFill>
              <a:prstDash val="dash"/>
              <a:round/>
            </a:ln>
          </p:spPr>
          <p:style>
            <a:lnRef idx="1">
              <a:schemeClr val="accent1"/>
            </a:lnRef>
            <a:fillRef idx="0">
              <a:schemeClr val="accent1"/>
            </a:fillRef>
            <a:effectRef idx="0">
              <a:schemeClr val="accent1"/>
            </a:effectRef>
            <a:fontRef idx="minor">
              <a:schemeClr val="tx1"/>
            </a:fontRef>
          </p:style>
        </p:cxnSp>
        <p:cxnSp>
          <p:nvCxnSpPr>
            <p:cNvPr id="21" name="Elbow Connector 20"/>
            <p:cNvCxnSpPr>
              <a:endCxn id="8" idx="1"/>
            </p:cNvCxnSpPr>
            <p:nvPr/>
          </p:nvCxnSpPr>
          <p:spPr>
            <a:xfrm flipV="1">
              <a:off x="4621835" y="2750485"/>
              <a:ext cx="2878664" cy="678516"/>
            </a:xfrm>
            <a:prstGeom prst="bentConnector3">
              <a:avLst/>
            </a:prstGeom>
            <a:ln w="25400" cap="rnd">
              <a:solidFill>
                <a:schemeClr val="accent3"/>
              </a:solidFill>
              <a:prstDash val="dash"/>
              <a:round/>
            </a:ln>
          </p:spPr>
          <p:style>
            <a:lnRef idx="1">
              <a:schemeClr val="accent1"/>
            </a:lnRef>
            <a:fillRef idx="0">
              <a:schemeClr val="accent1"/>
            </a:fillRef>
            <a:effectRef idx="0">
              <a:schemeClr val="accent1"/>
            </a:effectRef>
            <a:fontRef idx="minor">
              <a:schemeClr val="tx1"/>
            </a:fontRef>
          </p:style>
        </p:cxnSp>
        <p:cxnSp>
          <p:nvCxnSpPr>
            <p:cNvPr id="23" name="Elbow Connector 22"/>
            <p:cNvCxnSpPr>
              <a:endCxn id="9" idx="1"/>
            </p:cNvCxnSpPr>
            <p:nvPr/>
          </p:nvCxnSpPr>
          <p:spPr>
            <a:xfrm>
              <a:off x="4621835" y="3429000"/>
              <a:ext cx="2878664" cy="678517"/>
            </a:xfrm>
            <a:prstGeom prst="bentConnector3">
              <a:avLst/>
            </a:prstGeom>
            <a:ln w="25400" cap="rnd">
              <a:solidFill>
                <a:schemeClr val="accent3"/>
              </a:solidFill>
              <a:prstDash val="dash"/>
              <a:round/>
            </a:ln>
          </p:spPr>
          <p:style>
            <a:lnRef idx="1">
              <a:schemeClr val="accent1"/>
            </a:lnRef>
            <a:fillRef idx="0">
              <a:schemeClr val="accent1"/>
            </a:fillRef>
            <a:effectRef idx="0">
              <a:schemeClr val="accent1"/>
            </a:effectRef>
            <a:fontRef idx="minor">
              <a:schemeClr val="tx1"/>
            </a:fontRef>
          </p:style>
        </p:cxnSp>
        <p:sp>
          <p:nvSpPr>
            <p:cNvPr id="5" name="Rounded Rectangle 4"/>
            <p:cNvSpPr/>
            <p:nvPr/>
          </p:nvSpPr>
          <p:spPr>
            <a:xfrm rot="2700000">
              <a:off x="1467324" y="2043000"/>
              <a:ext cx="2772000" cy="2772000"/>
            </a:xfrm>
            <a:prstGeom prst="roundRect">
              <a:avLst>
                <a:gd name="adj" fmla="val 7264"/>
              </a:avLst>
            </a:prstGeom>
            <a:solidFill>
              <a:schemeClr val="bg1">
                <a:lumMod val="95000"/>
              </a:schemeClr>
            </a:solidFill>
            <a:ln w="25400">
              <a:solidFill>
                <a:schemeClr val="tx1">
                  <a:lumMod val="75000"/>
                  <a:lumOff val="2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2031927" y="2921168"/>
              <a:ext cx="1787669" cy="1015663"/>
            </a:xfrm>
            <a:prstGeom prst="rect">
              <a:avLst/>
            </a:prstGeom>
          </p:spPr>
          <p:txBody>
            <a:bodyPr wrap="none">
              <a:spAutoFit/>
            </a:bodyPr>
            <a:lstStyle/>
            <a:p>
              <a:pPr algn="ctr"/>
              <a:r>
                <a:rPr lang="en-IN" sz="3000" dirty="0">
                  <a:latin typeface="Georgia" panose="02040502050405020303" pitchFamily="18" charset="0"/>
                </a:rPr>
                <a:t>Gradient </a:t>
              </a:r>
            </a:p>
            <a:p>
              <a:pPr algn="ctr"/>
              <a:r>
                <a:rPr lang="en-IN" sz="3000" dirty="0">
                  <a:latin typeface="Georgia" panose="02040502050405020303" pitchFamily="18" charset="0"/>
                </a:rPr>
                <a:t>Boosting</a:t>
              </a:r>
            </a:p>
          </p:txBody>
        </p:sp>
        <p:sp>
          <p:nvSpPr>
            <p:cNvPr id="24" name="Rectangle 23"/>
            <p:cNvSpPr/>
            <p:nvPr/>
          </p:nvSpPr>
          <p:spPr>
            <a:xfrm>
              <a:off x="8068659" y="864346"/>
              <a:ext cx="3352040" cy="1031051"/>
            </a:xfrm>
            <a:prstGeom prst="rect">
              <a:avLst/>
            </a:prstGeom>
          </p:spPr>
          <p:txBody>
            <a:bodyPr wrap="square">
              <a:spAutoFit/>
            </a:bodyPr>
            <a:lstStyle/>
            <a:p>
              <a:pPr>
                <a:spcBef>
                  <a:spcPts val="600"/>
                </a:spcBef>
              </a:pPr>
              <a:r>
                <a:rPr lang="en-US" sz="1400" b="1" i="0" dirty="0">
                  <a:solidFill>
                    <a:srgbClr val="000000"/>
                  </a:solidFill>
                  <a:effectLst/>
                  <a:latin typeface="Georgia" panose="02040502050405020303" pitchFamily="18" charset="0"/>
                </a:rPr>
                <a:t>Purpose</a:t>
              </a:r>
            </a:p>
            <a:p>
              <a:pPr>
                <a:spcBef>
                  <a:spcPts val="600"/>
                </a:spcBef>
              </a:pPr>
              <a:r>
                <a:rPr lang="en-US" sz="1400" i="0" dirty="0">
                  <a:solidFill>
                    <a:srgbClr val="000000"/>
                  </a:solidFill>
                  <a:effectLst/>
                  <a:latin typeface="Georgia" panose="02040502050405020303" pitchFamily="18" charset="0"/>
                </a:rPr>
                <a:t>Improves prediction accuracy by sequentially correcting errors from previous models.</a:t>
              </a:r>
            </a:p>
          </p:txBody>
        </p:sp>
        <p:sp>
          <p:nvSpPr>
            <p:cNvPr id="25" name="Rectangle 24"/>
            <p:cNvSpPr/>
            <p:nvPr/>
          </p:nvSpPr>
          <p:spPr>
            <a:xfrm>
              <a:off x="7984479" y="2183270"/>
              <a:ext cx="3627050" cy="1107996"/>
            </a:xfrm>
            <a:prstGeom prst="rect">
              <a:avLst/>
            </a:prstGeom>
          </p:spPr>
          <p:txBody>
            <a:bodyPr wrap="square">
              <a:spAutoFit/>
            </a:bodyPr>
            <a:lstStyle/>
            <a:p>
              <a:pPr>
                <a:spcBef>
                  <a:spcPts val="600"/>
                </a:spcBef>
              </a:pPr>
              <a:r>
                <a:rPr lang="en-US" sz="1400" b="1" i="0" dirty="0">
                  <a:solidFill>
                    <a:srgbClr val="000000"/>
                  </a:solidFill>
                  <a:effectLst/>
                  <a:latin typeface="Georgia" panose="02040502050405020303" pitchFamily="18" charset="0"/>
                </a:rPr>
                <a:t>Key Idea</a:t>
              </a:r>
            </a:p>
            <a:p>
              <a:pPr>
                <a:spcBef>
                  <a:spcPts val="600"/>
                </a:spcBef>
              </a:pPr>
              <a:r>
                <a:rPr lang="en-US" sz="1400" dirty="0">
                  <a:solidFill>
                    <a:srgbClr val="000000"/>
                  </a:solidFill>
                  <a:latin typeface="Georgia" panose="02040502050405020303" pitchFamily="18" charset="0"/>
                </a:rPr>
                <a:t>Builds many small decision trees sequentially</a:t>
              </a:r>
            </a:p>
            <a:p>
              <a:pPr>
                <a:spcBef>
                  <a:spcPts val="600"/>
                </a:spcBef>
              </a:pPr>
              <a:r>
                <a:rPr lang="en-US" sz="1400" i="0" dirty="0">
                  <a:solidFill>
                    <a:srgbClr val="000000"/>
                  </a:solidFill>
                  <a:effectLst/>
                  <a:latin typeface="Georgia" panose="02040502050405020303" pitchFamily="18" charset="0"/>
                </a:rPr>
                <a:t>Produces a </a:t>
              </a:r>
              <a:r>
                <a:rPr lang="en-US" sz="1400" dirty="0">
                  <a:solidFill>
                    <a:srgbClr val="000000"/>
                  </a:solidFill>
                  <a:latin typeface="Georgia" panose="02040502050405020303" pitchFamily="18" charset="0"/>
                </a:rPr>
                <a:t>high accuracy , low bias model</a:t>
              </a:r>
              <a:endParaRPr lang="en-US" sz="1400" i="0" dirty="0">
                <a:solidFill>
                  <a:srgbClr val="000000"/>
                </a:solidFill>
                <a:effectLst/>
                <a:latin typeface="Georgia" panose="02040502050405020303" pitchFamily="18" charset="0"/>
              </a:endParaRPr>
            </a:p>
          </p:txBody>
        </p:sp>
        <p:sp>
          <p:nvSpPr>
            <p:cNvPr id="26" name="Rectangle 25"/>
            <p:cNvSpPr/>
            <p:nvPr/>
          </p:nvSpPr>
          <p:spPr>
            <a:xfrm>
              <a:off x="7949459" y="3549998"/>
              <a:ext cx="3561736" cy="1615827"/>
            </a:xfrm>
            <a:prstGeom prst="rect">
              <a:avLst/>
            </a:prstGeom>
          </p:spPr>
          <p:txBody>
            <a:bodyPr wrap="square">
              <a:spAutoFit/>
            </a:bodyPr>
            <a:lstStyle/>
            <a:p>
              <a:pPr>
                <a:spcBef>
                  <a:spcPts val="600"/>
                </a:spcBef>
              </a:pPr>
              <a:r>
                <a:rPr lang="en-US" sz="1400" b="1" dirty="0">
                  <a:solidFill>
                    <a:srgbClr val="000000"/>
                  </a:solidFill>
                  <a:latin typeface="Georgia Pro Light" panose="02040302050405020303" pitchFamily="18" charset="0"/>
                </a:rPr>
                <a:t>Prediction Output</a:t>
              </a:r>
              <a:r>
                <a:rPr lang="en-US" sz="1400" dirty="0">
                  <a:solidFill>
                    <a:srgbClr val="000000"/>
                  </a:solidFill>
                  <a:latin typeface="Georgia Pro Light" panose="02040302050405020303" pitchFamily="18" charset="0"/>
                </a:rPr>
                <a:t>:</a:t>
              </a:r>
            </a:p>
            <a:p>
              <a:pPr>
                <a:spcBef>
                  <a:spcPts val="600"/>
                </a:spcBef>
              </a:pPr>
              <a:r>
                <a:rPr lang="en-US" sz="1400" b="1" dirty="0"/>
                <a:t>Doctor Availability:</a:t>
              </a:r>
              <a:r>
                <a:rPr lang="en-US" sz="1400" dirty="0"/>
                <a:t> 0 = Not Available, 1 = Available,,  </a:t>
              </a:r>
              <a:r>
                <a:rPr lang="en-IN" sz="1400" dirty="0"/>
                <a:t>Stock Status: In-stock / Low-stock / Out-of-stock, </a:t>
              </a:r>
              <a:r>
                <a:rPr lang="en-US" sz="1400" b="1" dirty="0"/>
                <a:t>Reorder Need:</a:t>
              </a:r>
              <a:r>
                <a:rPr lang="en-US" sz="1400" dirty="0"/>
                <a:t> 0 = No, 1 = Yes</a:t>
              </a:r>
            </a:p>
            <a:p>
              <a:pPr>
                <a:spcBef>
                  <a:spcPts val="600"/>
                </a:spcBef>
              </a:pPr>
              <a:endParaRPr lang="en-US" sz="1400" dirty="0"/>
            </a:p>
            <a:p>
              <a:pPr>
                <a:spcBef>
                  <a:spcPts val="600"/>
                </a:spcBef>
              </a:pPr>
              <a:endParaRPr lang="en-US" sz="1400" dirty="0">
                <a:solidFill>
                  <a:srgbClr val="000000"/>
                </a:solidFill>
                <a:latin typeface="Georgia Pro Light" panose="02040302050405020303" pitchFamily="18" charset="0"/>
              </a:endParaRPr>
            </a:p>
          </p:txBody>
        </p:sp>
        <p:sp>
          <p:nvSpPr>
            <p:cNvPr id="27" name="Rectangle 26"/>
            <p:cNvSpPr/>
            <p:nvPr/>
          </p:nvSpPr>
          <p:spPr>
            <a:xfrm>
              <a:off x="7984479" y="5056744"/>
              <a:ext cx="3352040" cy="892552"/>
            </a:xfrm>
            <a:prstGeom prst="rect">
              <a:avLst/>
            </a:prstGeom>
          </p:spPr>
          <p:txBody>
            <a:bodyPr wrap="square">
              <a:spAutoFit/>
            </a:bodyPr>
            <a:lstStyle/>
            <a:p>
              <a:pPr>
                <a:spcBef>
                  <a:spcPts val="600"/>
                </a:spcBef>
              </a:pPr>
              <a:r>
                <a:rPr lang="en-US" sz="1400" b="1" i="0" dirty="0">
                  <a:solidFill>
                    <a:srgbClr val="000000"/>
                  </a:solidFill>
                  <a:effectLst/>
                  <a:latin typeface="Georgia" panose="02040502050405020303" pitchFamily="18" charset="0"/>
                </a:rPr>
                <a:t>Model Accuracy: 0.99</a:t>
              </a:r>
            </a:p>
            <a:p>
              <a:pPr>
                <a:spcBef>
                  <a:spcPts val="600"/>
                </a:spcBef>
              </a:pPr>
              <a:r>
                <a:rPr lang="en-US" sz="1400" b="1" dirty="0">
                  <a:solidFill>
                    <a:srgbClr val="000000"/>
                  </a:solidFill>
                  <a:latin typeface="Georgia" panose="02040502050405020303" pitchFamily="18" charset="0"/>
                </a:rPr>
                <a:t>Model Accuracy: 0.75</a:t>
              </a:r>
              <a:endParaRPr lang="en-US" sz="1400" b="1" i="0" dirty="0">
                <a:solidFill>
                  <a:srgbClr val="000000"/>
                </a:solidFill>
                <a:effectLst/>
                <a:latin typeface="Georgia" panose="02040502050405020303" pitchFamily="18" charset="0"/>
              </a:endParaRPr>
            </a:p>
            <a:p>
              <a:pPr>
                <a:spcBef>
                  <a:spcPts val="600"/>
                </a:spcBef>
              </a:pPr>
              <a:endParaRPr lang="en-US" sz="1400" b="1" i="0" dirty="0">
                <a:solidFill>
                  <a:srgbClr val="000000"/>
                </a:solidFill>
                <a:effectLst/>
                <a:latin typeface="Georgia" panose="02040502050405020303" pitchFamily="18" charset="0"/>
              </a:endParaRPr>
            </a:p>
          </p:txBody>
        </p:sp>
      </p:grpSp>
      <p:sp>
        <p:nvSpPr>
          <p:cNvPr id="33" name="Rectangle 32"/>
          <p:cNvSpPr/>
          <p:nvPr/>
        </p:nvSpPr>
        <p:spPr>
          <a:xfrm>
            <a:off x="3208837" y="110466"/>
            <a:ext cx="5774338" cy="630942"/>
          </a:xfrm>
          <a:prstGeom prst="rect">
            <a:avLst/>
          </a:prstGeom>
        </p:spPr>
        <p:txBody>
          <a:bodyPr wrap="none">
            <a:spAutoFit/>
          </a:bodyPr>
          <a:lstStyle/>
          <a:p>
            <a:pPr algn="ctr"/>
            <a:r>
              <a:rPr lang="en-US" sz="3500" dirty="0">
                <a:latin typeface="Georgia" panose="02040502050405020303" pitchFamily="18" charset="0"/>
              </a:rPr>
              <a:t>Gradient Boosting Overview</a:t>
            </a:r>
            <a:endParaRPr lang="en-IN" sz="3500" dirty="0">
              <a:latin typeface="Georgia" panose="02040502050405020303" pitchFamily="18" charset="0"/>
            </a:endParaRPr>
          </a:p>
        </p:txBody>
      </p:sp>
      <p:cxnSp>
        <p:nvCxnSpPr>
          <p:cNvPr id="35" name="Straight Connector 34"/>
          <p:cNvCxnSpPr/>
          <p:nvPr/>
        </p:nvCxnSpPr>
        <p:spPr>
          <a:xfrm>
            <a:off x="4296000" y="784950"/>
            <a:ext cx="3600000" cy="0"/>
          </a:xfrm>
          <a:prstGeom prst="line">
            <a:avLst/>
          </a:prstGeom>
          <a:ln w="254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4613959"/>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 name="Group 106">
            <a:extLst>
              <a:ext uri="{FF2B5EF4-FFF2-40B4-BE49-F238E27FC236}">
                <a16:creationId xmlns:a16="http://schemas.microsoft.com/office/drawing/2014/main" id="{18E72907-A493-1BE7-9FFE-F8A5F27B3ACE}"/>
              </a:ext>
            </a:extLst>
          </p:cNvPr>
          <p:cNvGrpSpPr/>
          <p:nvPr/>
        </p:nvGrpSpPr>
        <p:grpSpPr>
          <a:xfrm>
            <a:off x="509508" y="1249252"/>
            <a:ext cx="11172984" cy="5435825"/>
            <a:chOff x="638649" y="1559185"/>
            <a:chExt cx="11172984" cy="5435825"/>
          </a:xfrm>
        </p:grpSpPr>
        <p:sp>
          <p:nvSpPr>
            <p:cNvPr id="32" name="Rectangle: Rounded Corners 31">
              <a:extLst>
                <a:ext uri="{FF2B5EF4-FFF2-40B4-BE49-F238E27FC236}">
                  <a16:creationId xmlns:a16="http://schemas.microsoft.com/office/drawing/2014/main" id="{551C14EC-D869-9AAF-4EA6-8569A883FE42}"/>
                </a:ext>
              </a:extLst>
            </p:cNvPr>
            <p:cNvSpPr/>
            <p:nvPr/>
          </p:nvSpPr>
          <p:spPr>
            <a:xfrm rot="18900000">
              <a:off x="5712783" y="3410898"/>
              <a:ext cx="963475" cy="963475"/>
            </a:xfrm>
            <a:prstGeom prst="roundRect">
              <a:avLst/>
            </a:prstGeom>
            <a:solidFill>
              <a:schemeClr val="accent3">
                <a:lumMod val="50000"/>
              </a:schemeClr>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34" name="Rectangle: Rounded Corners 33">
              <a:extLst>
                <a:ext uri="{FF2B5EF4-FFF2-40B4-BE49-F238E27FC236}">
                  <a16:creationId xmlns:a16="http://schemas.microsoft.com/office/drawing/2014/main" id="{3D389F49-195A-7CC4-4A83-FC182FE2318C}"/>
                </a:ext>
              </a:extLst>
            </p:cNvPr>
            <p:cNvSpPr/>
            <p:nvPr/>
          </p:nvSpPr>
          <p:spPr>
            <a:xfrm rot="18900000">
              <a:off x="5819849" y="3517964"/>
              <a:ext cx="749344" cy="749344"/>
            </a:xfrm>
            <a:prstGeom prst="roundRect">
              <a:avLst/>
            </a:prstGeom>
            <a:solidFill>
              <a:schemeClr val="accent3"/>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41" name="Freeform: Shape 40">
              <a:extLst>
                <a:ext uri="{FF2B5EF4-FFF2-40B4-BE49-F238E27FC236}">
                  <a16:creationId xmlns:a16="http://schemas.microsoft.com/office/drawing/2014/main" id="{B1606E8C-CE46-D429-E6E2-EC4002403068}"/>
                </a:ext>
              </a:extLst>
            </p:cNvPr>
            <p:cNvSpPr/>
            <p:nvPr/>
          </p:nvSpPr>
          <p:spPr>
            <a:xfrm>
              <a:off x="5969185" y="5044709"/>
              <a:ext cx="443344" cy="443344"/>
            </a:xfrm>
            <a:custGeom>
              <a:avLst/>
              <a:gdLst>
                <a:gd name="connsiteX0" fmla="*/ 443345 w 443344"/>
                <a:gd name="connsiteY0" fmla="*/ 221672 h 443344"/>
                <a:gd name="connsiteX1" fmla="*/ 221672 w 443344"/>
                <a:gd name="connsiteY1" fmla="*/ 443345 h 443344"/>
                <a:gd name="connsiteX2" fmla="*/ 0 w 443344"/>
                <a:gd name="connsiteY2" fmla="*/ 221672 h 443344"/>
                <a:gd name="connsiteX3" fmla="*/ 221672 w 443344"/>
                <a:gd name="connsiteY3" fmla="*/ 0 h 443344"/>
                <a:gd name="connsiteX4" fmla="*/ 443345 w 443344"/>
                <a:gd name="connsiteY4" fmla="*/ 221672 h 443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344" h="443344">
                  <a:moveTo>
                    <a:pt x="443345" y="221672"/>
                  </a:moveTo>
                  <a:cubicBezTo>
                    <a:pt x="443345" y="344099"/>
                    <a:pt x="344099" y="443345"/>
                    <a:pt x="221672" y="443345"/>
                  </a:cubicBezTo>
                  <a:cubicBezTo>
                    <a:pt x="99246" y="443345"/>
                    <a:pt x="0" y="344099"/>
                    <a:pt x="0" y="221672"/>
                  </a:cubicBezTo>
                  <a:cubicBezTo>
                    <a:pt x="0" y="99246"/>
                    <a:pt x="99246" y="0"/>
                    <a:pt x="221672" y="0"/>
                  </a:cubicBezTo>
                  <a:cubicBezTo>
                    <a:pt x="344099" y="0"/>
                    <a:pt x="443345" y="99246"/>
                    <a:pt x="443345" y="221672"/>
                  </a:cubicBezTo>
                  <a:close/>
                </a:path>
              </a:pathLst>
            </a:custGeom>
            <a:solidFill>
              <a:schemeClr val="accent3">
                <a:lumMod val="50000"/>
              </a:schemeClr>
            </a:solidFill>
            <a:ln w="11422" cap="flat">
              <a:noFill/>
              <a:prstDash val="solid"/>
              <a:miter/>
            </a:ln>
          </p:spPr>
          <p:txBody>
            <a:bodyPr rtlCol="0" anchor="ctr"/>
            <a:lstStyle/>
            <a:p>
              <a:pPr algn="ctr"/>
              <a:r>
                <a:rPr lang="en-US" sz="1400" b="1" spc="0" baseline="0">
                  <a:ln/>
                  <a:solidFill>
                    <a:schemeClr val="bg1"/>
                  </a:solidFill>
                  <a:latin typeface="Segoe UI" panose="020B0502040204020203" pitchFamily="34" charset="0"/>
                  <a:cs typeface="Segoe UI" panose="020B0502040204020203" pitchFamily="34" charset="0"/>
                  <a:sym typeface="Montserrat Black"/>
                  <a:rtl val="0"/>
                </a:rPr>
                <a:t>03</a:t>
              </a:r>
              <a:endParaRPr lang="en-US" sz="1400" b="1" spc="0" baseline="0" dirty="0">
                <a:ln/>
                <a:solidFill>
                  <a:schemeClr val="bg1"/>
                </a:solidFill>
                <a:latin typeface="Segoe UI" panose="020B0502040204020203" pitchFamily="34" charset="0"/>
                <a:cs typeface="Segoe UI" panose="020B0502040204020203" pitchFamily="34" charset="0"/>
                <a:sym typeface="Montserrat Black"/>
                <a:rtl val="0"/>
              </a:endParaRPr>
            </a:p>
          </p:txBody>
        </p:sp>
        <p:sp>
          <p:nvSpPr>
            <p:cNvPr id="43" name="Freeform: Shape 42">
              <a:extLst>
                <a:ext uri="{FF2B5EF4-FFF2-40B4-BE49-F238E27FC236}">
                  <a16:creationId xmlns:a16="http://schemas.microsoft.com/office/drawing/2014/main" id="{6E4191C1-896A-A59C-970E-8A0B06E4FB17}"/>
                </a:ext>
              </a:extLst>
            </p:cNvPr>
            <p:cNvSpPr/>
            <p:nvPr/>
          </p:nvSpPr>
          <p:spPr>
            <a:xfrm>
              <a:off x="5406091" y="2401209"/>
              <a:ext cx="1569636" cy="3221736"/>
            </a:xfrm>
            <a:custGeom>
              <a:avLst/>
              <a:gdLst>
                <a:gd name="connsiteX0" fmla="*/ 933861 w 1569636"/>
                <a:gd name="connsiteY0" fmla="*/ 2212245 h 3221736"/>
                <a:gd name="connsiteX1" fmla="*/ 1509181 w 1569636"/>
                <a:gd name="connsiteY1" fmla="*/ 1636925 h 3221736"/>
                <a:gd name="connsiteX2" fmla="*/ 1509569 w 1569636"/>
                <a:gd name="connsiteY2" fmla="*/ 1346055 h 3221736"/>
                <a:gd name="connsiteX3" fmla="*/ 1509181 w 1569636"/>
                <a:gd name="connsiteY3" fmla="*/ 1345666 h 3221736"/>
                <a:gd name="connsiteX4" fmla="*/ 933861 w 1569636"/>
                <a:gd name="connsiteY4" fmla="*/ 770118 h 3221736"/>
                <a:gd name="connsiteX5" fmla="*/ 819597 w 1569636"/>
                <a:gd name="connsiteY5" fmla="*/ 712414 h 3221736"/>
                <a:gd name="connsiteX6" fmla="*/ 819597 w 1569636"/>
                <a:gd name="connsiteY6" fmla="*/ 326202 h 3221736"/>
                <a:gd name="connsiteX7" fmla="*/ 1553972 w 1569636"/>
                <a:gd name="connsiteY7" fmla="*/ 326202 h 3221736"/>
                <a:gd name="connsiteX8" fmla="*/ 1553972 w 1569636"/>
                <a:gd name="connsiteY8" fmla="*/ 250216 h 3221736"/>
                <a:gd name="connsiteX9" fmla="*/ 819940 w 1569636"/>
                <a:gd name="connsiteY9" fmla="*/ 250216 h 3221736"/>
                <a:gd name="connsiteX10" fmla="*/ 819940 w 1569636"/>
                <a:gd name="connsiteY10" fmla="*/ -23 h 3221736"/>
                <a:gd name="connsiteX11" fmla="*/ 743954 w 1569636"/>
                <a:gd name="connsiteY11" fmla="*/ -23 h 3221736"/>
                <a:gd name="connsiteX12" fmla="*/ 743954 w 1569636"/>
                <a:gd name="connsiteY12" fmla="*/ 250216 h 3221736"/>
                <a:gd name="connsiteX13" fmla="*/ -20 w 1569636"/>
                <a:gd name="connsiteY13" fmla="*/ 250216 h 3221736"/>
                <a:gd name="connsiteX14" fmla="*/ -20 w 1569636"/>
                <a:gd name="connsiteY14" fmla="*/ 326202 h 3221736"/>
                <a:gd name="connsiteX15" fmla="*/ 743954 w 1569636"/>
                <a:gd name="connsiteY15" fmla="*/ 326202 h 3221736"/>
                <a:gd name="connsiteX16" fmla="*/ 743954 w 1569636"/>
                <a:gd name="connsiteY16" fmla="*/ 714699 h 3221736"/>
                <a:gd name="connsiteX17" fmla="*/ 642602 w 1569636"/>
                <a:gd name="connsiteY17" fmla="*/ 770118 h 3221736"/>
                <a:gd name="connsiteX18" fmla="*/ 67396 w 1569636"/>
                <a:gd name="connsiteY18" fmla="*/ 1345666 h 3221736"/>
                <a:gd name="connsiteX19" fmla="*/ 67007 w 1569636"/>
                <a:gd name="connsiteY19" fmla="*/ 1636537 h 3221736"/>
                <a:gd name="connsiteX20" fmla="*/ 67396 w 1569636"/>
                <a:gd name="connsiteY20" fmla="*/ 1636925 h 3221736"/>
                <a:gd name="connsiteX21" fmla="*/ 642602 w 1569636"/>
                <a:gd name="connsiteY21" fmla="*/ 2212245 h 3221736"/>
                <a:gd name="connsiteX22" fmla="*/ 746696 w 1569636"/>
                <a:gd name="connsiteY22" fmla="*/ 2268349 h 3221736"/>
                <a:gd name="connsiteX23" fmla="*/ 746696 w 1569636"/>
                <a:gd name="connsiteY23" fmla="*/ 2510703 h 3221736"/>
                <a:gd name="connsiteX24" fmla="*/ 430219 w 1569636"/>
                <a:gd name="connsiteY24" fmla="*/ 2903166 h 3221736"/>
                <a:gd name="connsiteX25" fmla="*/ 822682 w 1569636"/>
                <a:gd name="connsiteY25" fmla="*/ 3219655 h 3221736"/>
                <a:gd name="connsiteX26" fmla="*/ 1139159 w 1569636"/>
                <a:gd name="connsiteY26" fmla="*/ 2827181 h 3221736"/>
                <a:gd name="connsiteX27" fmla="*/ 822682 w 1569636"/>
                <a:gd name="connsiteY27" fmla="*/ 2510703 h 3221736"/>
                <a:gd name="connsiteX28" fmla="*/ 822682 w 1569636"/>
                <a:gd name="connsiteY28" fmla="*/ 2269492 h 3221736"/>
                <a:gd name="connsiteX29" fmla="*/ 933861 w 1569636"/>
                <a:gd name="connsiteY29" fmla="*/ 2212245 h 3221736"/>
                <a:gd name="connsiteX30" fmla="*/ 116415 w 1569636"/>
                <a:gd name="connsiteY30" fmla="*/ 1587906 h 3221736"/>
                <a:gd name="connsiteX31" fmla="*/ 116415 w 1569636"/>
                <a:gd name="connsiteY31" fmla="*/ 1394685 h 3221736"/>
                <a:gd name="connsiteX32" fmla="*/ 691621 w 1569636"/>
                <a:gd name="connsiteY32" fmla="*/ 819480 h 3221736"/>
                <a:gd name="connsiteX33" fmla="*/ 884567 w 1569636"/>
                <a:gd name="connsiteY33" fmla="*/ 819206 h 3221736"/>
                <a:gd name="connsiteX34" fmla="*/ 884842 w 1569636"/>
                <a:gd name="connsiteY34" fmla="*/ 819480 h 3221736"/>
                <a:gd name="connsiteX35" fmla="*/ 1460162 w 1569636"/>
                <a:gd name="connsiteY35" fmla="*/ 1394685 h 3221736"/>
                <a:gd name="connsiteX36" fmla="*/ 1460162 w 1569636"/>
                <a:gd name="connsiteY36" fmla="*/ 1587906 h 3221736"/>
                <a:gd name="connsiteX37" fmla="*/ 884842 w 1569636"/>
                <a:gd name="connsiteY37" fmla="*/ 2163226 h 3221736"/>
                <a:gd name="connsiteX38" fmla="*/ 691621 w 1569636"/>
                <a:gd name="connsiteY38" fmla="*/ 2163226 h 3221736"/>
                <a:gd name="connsiteX39" fmla="*/ 1064808 w 1569636"/>
                <a:gd name="connsiteY39" fmla="*/ 2865036 h 3221736"/>
                <a:gd name="connsiteX40" fmla="*/ 784403 w 1569636"/>
                <a:gd name="connsiteY40" fmla="*/ 3145669 h 3221736"/>
                <a:gd name="connsiteX41" fmla="*/ 503771 w 1569636"/>
                <a:gd name="connsiteY41" fmla="*/ 2865265 h 3221736"/>
                <a:gd name="connsiteX42" fmla="*/ 784175 w 1569636"/>
                <a:gd name="connsiteY42" fmla="*/ 2584632 h 3221736"/>
                <a:gd name="connsiteX43" fmla="*/ 784289 w 1569636"/>
                <a:gd name="connsiteY43" fmla="*/ 2584632 h 3221736"/>
                <a:gd name="connsiteX44" fmla="*/ 1065150 w 1569636"/>
                <a:gd name="connsiteY44" fmla="*/ 2865036 h 3221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69636" h="3221736">
                  <a:moveTo>
                    <a:pt x="933861" y="2212245"/>
                  </a:moveTo>
                  <a:lnTo>
                    <a:pt x="1509181" y="1636925"/>
                  </a:lnTo>
                  <a:cubicBezTo>
                    <a:pt x="1589611" y="1556712"/>
                    <a:pt x="1589783" y="1426485"/>
                    <a:pt x="1509569" y="1346055"/>
                  </a:cubicBezTo>
                  <a:cubicBezTo>
                    <a:pt x="1509444" y="1345929"/>
                    <a:pt x="1509307" y="1345792"/>
                    <a:pt x="1509181" y="1345666"/>
                  </a:cubicBezTo>
                  <a:lnTo>
                    <a:pt x="933861" y="770118"/>
                  </a:lnTo>
                  <a:cubicBezTo>
                    <a:pt x="902941" y="739141"/>
                    <a:pt x="862880" y="718916"/>
                    <a:pt x="819597" y="712414"/>
                  </a:cubicBezTo>
                  <a:lnTo>
                    <a:pt x="819597" y="326202"/>
                  </a:lnTo>
                  <a:lnTo>
                    <a:pt x="1553972" y="326202"/>
                  </a:lnTo>
                  <a:lnTo>
                    <a:pt x="1553972" y="250216"/>
                  </a:lnTo>
                  <a:lnTo>
                    <a:pt x="819940" y="250216"/>
                  </a:lnTo>
                  <a:lnTo>
                    <a:pt x="819940" y="-23"/>
                  </a:lnTo>
                  <a:lnTo>
                    <a:pt x="743954" y="-23"/>
                  </a:lnTo>
                  <a:lnTo>
                    <a:pt x="743954" y="250216"/>
                  </a:lnTo>
                  <a:lnTo>
                    <a:pt x="-20" y="250216"/>
                  </a:lnTo>
                  <a:lnTo>
                    <a:pt x="-20" y="326202"/>
                  </a:lnTo>
                  <a:lnTo>
                    <a:pt x="743954" y="326202"/>
                  </a:lnTo>
                  <a:lnTo>
                    <a:pt x="743954" y="714699"/>
                  </a:lnTo>
                  <a:cubicBezTo>
                    <a:pt x="705550" y="723064"/>
                    <a:pt x="670368" y="742306"/>
                    <a:pt x="642602" y="770118"/>
                  </a:cubicBezTo>
                  <a:lnTo>
                    <a:pt x="67396" y="1345666"/>
                  </a:lnTo>
                  <a:cubicBezTo>
                    <a:pt x="-13035" y="1425879"/>
                    <a:pt x="-13206" y="1556106"/>
                    <a:pt x="67007" y="1636537"/>
                  </a:cubicBezTo>
                  <a:cubicBezTo>
                    <a:pt x="67133" y="1636663"/>
                    <a:pt x="67270" y="1636800"/>
                    <a:pt x="67396" y="1636925"/>
                  </a:cubicBezTo>
                  <a:lnTo>
                    <a:pt x="642602" y="2212245"/>
                  </a:lnTo>
                  <a:cubicBezTo>
                    <a:pt x="671019" y="2240789"/>
                    <a:pt x="707229" y="2260305"/>
                    <a:pt x="746696" y="2268349"/>
                  </a:cubicBezTo>
                  <a:lnTo>
                    <a:pt x="746696" y="2510703"/>
                  </a:lnTo>
                  <a:cubicBezTo>
                    <a:pt x="550928" y="2531682"/>
                    <a:pt x="409229" y="2707397"/>
                    <a:pt x="430219" y="2903166"/>
                  </a:cubicBezTo>
                  <a:cubicBezTo>
                    <a:pt x="451198" y="3098935"/>
                    <a:pt x="626913" y="3240634"/>
                    <a:pt x="822682" y="3219655"/>
                  </a:cubicBezTo>
                  <a:cubicBezTo>
                    <a:pt x="1018451" y="3198665"/>
                    <a:pt x="1160150" y="3022949"/>
                    <a:pt x="1139159" y="2827181"/>
                  </a:cubicBezTo>
                  <a:cubicBezTo>
                    <a:pt x="1121288" y="2660366"/>
                    <a:pt x="989508" y="2528585"/>
                    <a:pt x="822682" y="2510703"/>
                  </a:cubicBezTo>
                  <a:lnTo>
                    <a:pt x="822682" y="2269492"/>
                  </a:lnTo>
                  <a:cubicBezTo>
                    <a:pt x="864800" y="2262453"/>
                    <a:pt x="903672" y="2242445"/>
                    <a:pt x="933861" y="2212245"/>
                  </a:cubicBezTo>
                  <a:close/>
                  <a:moveTo>
                    <a:pt x="116415" y="1587906"/>
                  </a:moveTo>
                  <a:cubicBezTo>
                    <a:pt x="63328" y="1534442"/>
                    <a:pt x="63328" y="1448150"/>
                    <a:pt x="116415" y="1394685"/>
                  </a:cubicBezTo>
                  <a:lnTo>
                    <a:pt x="691621" y="819480"/>
                  </a:lnTo>
                  <a:cubicBezTo>
                    <a:pt x="744822" y="766118"/>
                    <a:pt x="831206" y="766004"/>
                    <a:pt x="884567" y="819206"/>
                  </a:cubicBezTo>
                  <a:cubicBezTo>
                    <a:pt x="884659" y="819297"/>
                    <a:pt x="884750" y="819388"/>
                    <a:pt x="884842" y="819480"/>
                  </a:cubicBezTo>
                  <a:lnTo>
                    <a:pt x="1460162" y="1394685"/>
                  </a:lnTo>
                  <a:cubicBezTo>
                    <a:pt x="1513249" y="1448150"/>
                    <a:pt x="1513249" y="1534442"/>
                    <a:pt x="1460162" y="1587906"/>
                  </a:cubicBezTo>
                  <a:lnTo>
                    <a:pt x="884842" y="2163226"/>
                  </a:lnTo>
                  <a:cubicBezTo>
                    <a:pt x="831377" y="2216313"/>
                    <a:pt x="745085" y="2216313"/>
                    <a:pt x="691621" y="2163226"/>
                  </a:cubicBezTo>
                  <a:close/>
                  <a:moveTo>
                    <a:pt x="1064808" y="2865036"/>
                  </a:moveTo>
                  <a:cubicBezTo>
                    <a:pt x="1064876" y="3019967"/>
                    <a:pt x="939334" y="3145600"/>
                    <a:pt x="784403" y="3145669"/>
                  </a:cubicBezTo>
                  <a:cubicBezTo>
                    <a:pt x="629473" y="3145737"/>
                    <a:pt x="503839" y="3020196"/>
                    <a:pt x="503771" y="2865265"/>
                  </a:cubicBezTo>
                  <a:cubicBezTo>
                    <a:pt x="503702" y="2710334"/>
                    <a:pt x="629244" y="2584701"/>
                    <a:pt x="784175" y="2584632"/>
                  </a:cubicBezTo>
                  <a:cubicBezTo>
                    <a:pt x="784209" y="2584632"/>
                    <a:pt x="784255" y="2584632"/>
                    <a:pt x="784289" y="2584632"/>
                  </a:cubicBezTo>
                  <a:cubicBezTo>
                    <a:pt x="939254" y="2584564"/>
                    <a:pt x="1064956" y="2710071"/>
                    <a:pt x="1065150" y="2865036"/>
                  </a:cubicBezTo>
                  <a:close/>
                </a:path>
              </a:pathLst>
            </a:custGeom>
            <a:solidFill>
              <a:schemeClr val="accent3"/>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grpSp>
          <p:nvGrpSpPr>
            <p:cNvPr id="86" name="Group 85">
              <a:extLst>
                <a:ext uri="{FF2B5EF4-FFF2-40B4-BE49-F238E27FC236}">
                  <a16:creationId xmlns:a16="http://schemas.microsoft.com/office/drawing/2014/main" id="{9F7D568A-F1B9-AD14-601A-BFB7846C4338}"/>
                </a:ext>
              </a:extLst>
            </p:cNvPr>
            <p:cNvGrpSpPr/>
            <p:nvPr/>
          </p:nvGrpSpPr>
          <p:grpSpPr>
            <a:xfrm>
              <a:off x="4462235" y="1559185"/>
              <a:ext cx="3325085" cy="856866"/>
              <a:chOff x="4148520" y="1612901"/>
              <a:chExt cx="3325085" cy="856866"/>
            </a:xfrm>
          </p:grpSpPr>
          <p:sp>
            <p:nvSpPr>
              <p:cNvPr id="67" name="Freeform: Shape 66">
                <a:extLst>
                  <a:ext uri="{FF2B5EF4-FFF2-40B4-BE49-F238E27FC236}">
                    <a16:creationId xmlns:a16="http://schemas.microsoft.com/office/drawing/2014/main" id="{D476A4FC-5A3F-4505-6172-C6C9E98EEF77}"/>
                  </a:ext>
                </a:extLst>
              </p:cNvPr>
              <p:cNvSpPr/>
              <p:nvPr/>
            </p:nvSpPr>
            <p:spPr>
              <a:xfrm>
                <a:off x="4224735" y="1632554"/>
                <a:ext cx="3172657" cy="817674"/>
              </a:xfrm>
              <a:custGeom>
                <a:avLst/>
                <a:gdLst>
                  <a:gd name="connsiteX0" fmla="*/ 2905489 w 3172657"/>
                  <a:gd name="connsiteY0" fmla="*/ 817651 h 817674"/>
                  <a:gd name="connsiteX1" fmla="*/ 267130 w 3172657"/>
                  <a:gd name="connsiteY1" fmla="*/ 817651 h 817674"/>
                  <a:gd name="connsiteX2" fmla="*/ -20 w 3172657"/>
                  <a:gd name="connsiteY2" fmla="*/ 550502 h 817674"/>
                  <a:gd name="connsiteX3" fmla="*/ -20 w 3172657"/>
                  <a:gd name="connsiteY3" fmla="*/ 267013 h 817674"/>
                  <a:gd name="connsiteX4" fmla="*/ 267130 w 3172657"/>
                  <a:gd name="connsiteY4" fmla="*/ -23 h 817674"/>
                  <a:gd name="connsiteX5" fmla="*/ 2905489 w 3172657"/>
                  <a:gd name="connsiteY5" fmla="*/ -23 h 817674"/>
                  <a:gd name="connsiteX6" fmla="*/ 3172638 w 3172657"/>
                  <a:gd name="connsiteY6" fmla="*/ 267013 h 817674"/>
                  <a:gd name="connsiteX7" fmla="*/ 3172638 w 3172657"/>
                  <a:gd name="connsiteY7" fmla="*/ 550502 h 817674"/>
                  <a:gd name="connsiteX8" fmla="*/ 2905489 w 3172657"/>
                  <a:gd name="connsiteY8" fmla="*/ 817651 h 817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2657" h="817674">
                    <a:moveTo>
                      <a:pt x="2905489" y="817651"/>
                    </a:moveTo>
                    <a:lnTo>
                      <a:pt x="267130" y="817651"/>
                    </a:lnTo>
                    <a:cubicBezTo>
                      <a:pt x="119660" y="817463"/>
                      <a:pt x="174" y="697967"/>
                      <a:pt x="-20" y="550502"/>
                    </a:cubicBezTo>
                    <a:lnTo>
                      <a:pt x="-20" y="267013"/>
                    </a:lnTo>
                    <a:cubicBezTo>
                      <a:pt x="174" y="119567"/>
                      <a:pt x="119683" y="103"/>
                      <a:pt x="267130" y="-23"/>
                    </a:cubicBezTo>
                    <a:lnTo>
                      <a:pt x="2905489" y="-23"/>
                    </a:lnTo>
                    <a:cubicBezTo>
                      <a:pt x="3052935" y="103"/>
                      <a:pt x="3172444" y="119567"/>
                      <a:pt x="3172638" y="267013"/>
                    </a:cubicBezTo>
                    <a:lnTo>
                      <a:pt x="3172638" y="550502"/>
                    </a:lnTo>
                    <a:cubicBezTo>
                      <a:pt x="3172444" y="697967"/>
                      <a:pt x="3052958" y="817463"/>
                      <a:pt x="2905489" y="817651"/>
                    </a:cubicBezTo>
                    <a:close/>
                  </a:path>
                </a:pathLst>
              </a:custGeom>
              <a:solidFill>
                <a:srgbClr val="FFFFFF"/>
              </a:solidFill>
              <a:ln w="11422"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1752F29E-4F23-002C-7A9A-130FEFF4100B}"/>
                  </a:ext>
                </a:extLst>
              </p:cNvPr>
              <p:cNvSpPr/>
              <p:nvPr/>
            </p:nvSpPr>
            <p:spPr>
              <a:xfrm>
                <a:off x="4148520" y="1612901"/>
                <a:ext cx="3325085" cy="856866"/>
              </a:xfrm>
              <a:custGeom>
                <a:avLst/>
                <a:gdLst>
                  <a:gd name="connsiteX0" fmla="*/ 3045119 w 3325085"/>
                  <a:gd name="connsiteY0" fmla="*/ 856844 h 856866"/>
                  <a:gd name="connsiteX1" fmla="*/ 279927 w 3325085"/>
                  <a:gd name="connsiteY1" fmla="*/ 856844 h 856866"/>
                  <a:gd name="connsiteX2" fmla="*/ -20 w 3325085"/>
                  <a:gd name="connsiteY2" fmla="*/ 576897 h 856866"/>
                  <a:gd name="connsiteX3" fmla="*/ -20 w 3325085"/>
                  <a:gd name="connsiteY3" fmla="*/ 279810 h 856866"/>
                  <a:gd name="connsiteX4" fmla="*/ 279927 w 3325085"/>
                  <a:gd name="connsiteY4" fmla="*/ -23 h 856866"/>
                  <a:gd name="connsiteX5" fmla="*/ 3045119 w 3325085"/>
                  <a:gd name="connsiteY5" fmla="*/ -23 h 856866"/>
                  <a:gd name="connsiteX6" fmla="*/ 3325066 w 3325085"/>
                  <a:gd name="connsiteY6" fmla="*/ 279925 h 856866"/>
                  <a:gd name="connsiteX7" fmla="*/ 3325066 w 3325085"/>
                  <a:gd name="connsiteY7" fmla="*/ 577011 h 856866"/>
                  <a:gd name="connsiteX8" fmla="*/ 3045119 w 3325085"/>
                  <a:gd name="connsiteY8" fmla="*/ 856844 h 856866"/>
                  <a:gd name="connsiteX9" fmla="*/ 279927 w 3325085"/>
                  <a:gd name="connsiteY9" fmla="*/ 102701 h 856866"/>
                  <a:gd name="connsiteX10" fmla="*/ 102818 w 3325085"/>
                  <a:gd name="connsiteY10" fmla="*/ 279810 h 856866"/>
                  <a:gd name="connsiteX11" fmla="*/ 102818 w 3325085"/>
                  <a:gd name="connsiteY11" fmla="*/ 576897 h 856866"/>
                  <a:gd name="connsiteX12" fmla="*/ 279927 w 3325085"/>
                  <a:gd name="connsiteY12" fmla="*/ 754006 h 856866"/>
                  <a:gd name="connsiteX13" fmla="*/ 3045119 w 3325085"/>
                  <a:gd name="connsiteY13" fmla="*/ 754006 h 856866"/>
                  <a:gd name="connsiteX14" fmla="*/ 3222229 w 3325085"/>
                  <a:gd name="connsiteY14" fmla="*/ 576897 h 856866"/>
                  <a:gd name="connsiteX15" fmla="*/ 3222229 w 3325085"/>
                  <a:gd name="connsiteY15" fmla="*/ 279810 h 856866"/>
                  <a:gd name="connsiteX16" fmla="*/ 3045119 w 3325085"/>
                  <a:gd name="connsiteY16" fmla="*/ 102815 h 856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25085" h="856866">
                    <a:moveTo>
                      <a:pt x="3045119" y="856844"/>
                    </a:moveTo>
                    <a:lnTo>
                      <a:pt x="279927" y="856844"/>
                    </a:lnTo>
                    <a:cubicBezTo>
                      <a:pt x="125396" y="856656"/>
                      <a:pt x="174" y="731429"/>
                      <a:pt x="-20" y="576897"/>
                    </a:cubicBezTo>
                    <a:lnTo>
                      <a:pt x="-20" y="279810"/>
                    </a:lnTo>
                    <a:cubicBezTo>
                      <a:pt x="232" y="125323"/>
                      <a:pt x="125442" y="166"/>
                      <a:pt x="279927" y="-23"/>
                    </a:cubicBezTo>
                    <a:lnTo>
                      <a:pt x="3045119" y="-23"/>
                    </a:lnTo>
                    <a:cubicBezTo>
                      <a:pt x="3199650" y="166"/>
                      <a:pt x="3324872" y="125393"/>
                      <a:pt x="3325066" y="279925"/>
                    </a:cubicBezTo>
                    <a:lnTo>
                      <a:pt x="3325066" y="577011"/>
                    </a:lnTo>
                    <a:cubicBezTo>
                      <a:pt x="3324815" y="731499"/>
                      <a:pt x="3199604" y="856656"/>
                      <a:pt x="3045119" y="856844"/>
                    </a:cubicBezTo>
                    <a:close/>
                    <a:moveTo>
                      <a:pt x="279927" y="102701"/>
                    </a:moveTo>
                    <a:cubicBezTo>
                      <a:pt x="182140" y="102764"/>
                      <a:pt x="102886" y="182022"/>
                      <a:pt x="102818" y="279810"/>
                    </a:cubicBezTo>
                    <a:lnTo>
                      <a:pt x="102818" y="576897"/>
                    </a:lnTo>
                    <a:cubicBezTo>
                      <a:pt x="102886" y="674685"/>
                      <a:pt x="182140" y="753943"/>
                      <a:pt x="279927" y="754006"/>
                    </a:cubicBezTo>
                    <a:lnTo>
                      <a:pt x="3045119" y="754006"/>
                    </a:lnTo>
                    <a:cubicBezTo>
                      <a:pt x="3142907" y="753943"/>
                      <a:pt x="3222160" y="674685"/>
                      <a:pt x="3222229" y="576897"/>
                    </a:cubicBezTo>
                    <a:lnTo>
                      <a:pt x="3222229" y="279810"/>
                    </a:lnTo>
                    <a:cubicBezTo>
                      <a:pt x="3222103" y="182066"/>
                      <a:pt x="3142861" y="102878"/>
                      <a:pt x="3045119" y="102815"/>
                    </a:cubicBezTo>
                    <a:close/>
                  </a:path>
                </a:pathLst>
              </a:custGeom>
              <a:solidFill>
                <a:schemeClr val="accent6"/>
              </a:solidFill>
              <a:ln w="11422" cap="flat">
                <a:noFill/>
                <a:prstDash val="solid"/>
                <a:miter/>
              </a:ln>
            </p:spPr>
            <p:txBody>
              <a:bodyPr rtlCol="0" anchor="ctr"/>
              <a:lstStyle/>
              <a:p>
                <a:endParaRPr lang="en-US"/>
              </a:p>
            </p:txBody>
          </p:sp>
        </p:grpSp>
        <p:sp>
          <p:nvSpPr>
            <p:cNvPr id="9" name="Rectangle: Rounded Corners 8">
              <a:extLst>
                <a:ext uri="{FF2B5EF4-FFF2-40B4-BE49-F238E27FC236}">
                  <a16:creationId xmlns:a16="http://schemas.microsoft.com/office/drawing/2014/main" id="{96105097-05B3-8E51-8187-4F5908928FB7}"/>
                </a:ext>
              </a:extLst>
            </p:cNvPr>
            <p:cNvSpPr/>
            <p:nvPr/>
          </p:nvSpPr>
          <p:spPr>
            <a:xfrm rot="18900000">
              <a:off x="10261548" y="3410847"/>
              <a:ext cx="963475" cy="963475"/>
            </a:xfrm>
            <a:prstGeom prst="roundRect">
              <a:avLst/>
            </a:prstGeom>
            <a:solidFill>
              <a:schemeClr val="accent5">
                <a:lumMod val="75000"/>
              </a:schemeClr>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11" name="Rectangle: Rounded Corners 10">
              <a:extLst>
                <a:ext uri="{FF2B5EF4-FFF2-40B4-BE49-F238E27FC236}">
                  <a16:creationId xmlns:a16="http://schemas.microsoft.com/office/drawing/2014/main" id="{3D7428AE-7C72-ADE0-598E-69C66DDED6D1}"/>
                </a:ext>
              </a:extLst>
            </p:cNvPr>
            <p:cNvSpPr/>
            <p:nvPr/>
          </p:nvSpPr>
          <p:spPr>
            <a:xfrm rot="18900000">
              <a:off x="10368614" y="3517912"/>
              <a:ext cx="749344" cy="749344"/>
            </a:xfrm>
            <a:prstGeom prst="roundRect">
              <a:avLst/>
            </a:prstGeom>
            <a:solidFill>
              <a:schemeClr val="accent5"/>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18" name="Freeform: Shape 17">
              <a:extLst>
                <a:ext uri="{FF2B5EF4-FFF2-40B4-BE49-F238E27FC236}">
                  <a16:creationId xmlns:a16="http://schemas.microsoft.com/office/drawing/2014/main" id="{4E413D7E-80E4-4CC2-9E1D-915E37823CCC}"/>
                </a:ext>
              </a:extLst>
            </p:cNvPr>
            <p:cNvSpPr/>
            <p:nvPr/>
          </p:nvSpPr>
          <p:spPr>
            <a:xfrm>
              <a:off x="10531038" y="5044709"/>
              <a:ext cx="443344" cy="443344"/>
            </a:xfrm>
            <a:custGeom>
              <a:avLst/>
              <a:gdLst>
                <a:gd name="connsiteX0" fmla="*/ 443345 w 443344"/>
                <a:gd name="connsiteY0" fmla="*/ 221672 h 443344"/>
                <a:gd name="connsiteX1" fmla="*/ 221672 w 443344"/>
                <a:gd name="connsiteY1" fmla="*/ 443345 h 443344"/>
                <a:gd name="connsiteX2" fmla="*/ 0 w 443344"/>
                <a:gd name="connsiteY2" fmla="*/ 221672 h 443344"/>
                <a:gd name="connsiteX3" fmla="*/ 221672 w 443344"/>
                <a:gd name="connsiteY3" fmla="*/ 0 h 443344"/>
                <a:gd name="connsiteX4" fmla="*/ 443345 w 443344"/>
                <a:gd name="connsiteY4" fmla="*/ 221672 h 443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344" h="443344">
                  <a:moveTo>
                    <a:pt x="443345" y="221672"/>
                  </a:moveTo>
                  <a:cubicBezTo>
                    <a:pt x="443345" y="344099"/>
                    <a:pt x="344099" y="443345"/>
                    <a:pt x="221672" y="443345"/>
                  </a:cubicBezTo>
                  <a:cubicBezTo>
                    <a:pt x="99246" y="443345"/>
                    <a:pt x="0" y="344099"/>
                    <a:pt x="0" y="221672"/>
                  </a:cubicBezTo>
                  <a:cubicBezTo>
                    <a:pt x="0" y="99246"/>
                    <a:pt x="99246" y="0"/>
                    <a:pt x="221672" y="0"/>
                  </a:cubicBezTo>
                  <a:cubicBezTo>
                    <a:pt x="344098" y="0"/>
                    <a:pt x="443345" y="99246"/>
                    <a:pt x="443345" y="221672"/>
                  </a:cubicBezTo>
                  <a:close/>
                </a:path>
              </a:pathLst>
            </a:custGeom>
            <a:solidFill>
              <a:schemeClr val="accent5">
                <a:lumMod val="75000"/>
              </a:schemeClr>
            </a:solidFill>
            <a:ln w="11422" cap="flat">
              <a:noFill/>
              <a:prstDash val="solid"/>
              <a:miter/>
            </a:ln>
          </p:spPr>
          <p:txBody>
            <a:bodyPr rtlCol="0" anchor="ctr"/>
            <a:lstStyle/>
            <a:p>
              <a:pPr algn="ctr"/>
              <a:r>
                <a:rPr lang="en-US" sz="1400" b="1" spc="0" baseline="0">
                  <a:ln/>
                  <a:solidFill>
                    <a:schemeClr val="bg1"/>
                  </a:solidFill>
                  <a:latin typeface="Segoe UI" panose="020B0502040204020203" pitchFamily="34" charset="0"/>
                  <a:cs typeface="Segoe UI" panose="020B0502040204020203" pitchFamily="34" charset="0"/>
                  <a:sym typeface="Montserrat Black"/>
                  <a:rtl val="0"/>
                </a:rPr>
                <a:t>05</a:t>
              </a:r>
              <a:endParaRPr lang="en-US" sz="1400" b="1" spc="0" baseline="0" dirty="0">
                <a:ln/>
                <a:solidFill>
                  <a:schemeClr val="bg1"/>
                </a:solidFill>
                <a:latin typeface="Segoe UI" panose="020B0502040204020203" pitchFamily="34" charset="0"/>
                <a:cs typeface="Segoe UI" panose="020B0502040204020203" pitchFamily="34" charset="0"/>
                <a:sym typeface="Montserrat Black"/>
                <a:rtl val="0"/>
              </a:endParaRPr>
            </a:p>
          </p:txBody>
        </p:sp>
        <p:sp>
          <p:nvSpPr>
            <p:cNvPr id="20" name="Freeform: Shape 19">
              <a:extLst>
                <a:ext uri="{FF2B5EF4-FFF2-40B4-BE49-F238E27FC236}">
                  <a16:creationId xmlns:a16="http://schemas.microsoft.com/office/drawing/2014/main" id="{0F54774F-3CCC-660F-7511-AC360F65F31E}"/>
                </a:ext>
              </a:extLst>
            </p:cNvPr>
            <p:cNvSpPr/>
            <p:nvPr/>
          </p:nvSpPr>
          <p:spPr>
            <a:xfrm>
              <a:off x="9953433" y="2651447"/>
              <a:ext cx="1571121" cy="2971040"/>
            </a:xfrm>
            <a:custGeom>
              <a:avLst/>
              <a:gdLst>
                <a:gd name="connsiteX0" fmla="*/ 935346 w 1571121"/>
                <a:gd name="connsiteY0" fmla="*/ 1962007 h 2971040"/>
                <a:gd name="connsiteX1" fmla="*/ 1510666 w 1571121"/>
                <a:gd name="connsiteY1" fmla="*/ 1386687 h 2971040"/>
                <a:gd name="connsiteX2" fmla="*/ 1511055 w 1571121"/>
                <a:gd name="connsiteY2" fmla="*/ 1095816 h 2971040"/>
                <a:gd name="connsiteX3" fmla="*/ 1510666 w 1571121"/>
                <a:gd name="connsiteY3" fmla="*/ 1095428 h 2971040"/>
                <a:gd name="connsiteX4" fmla="*/ 935346 w 1571121"/>
                <a:gd name="connsiteY4" fmla="*/ 519879 h 2971040"/>
                <a:gd name="connsiteX5" fmla="*/ 836279 w 1571121"/>
                <a:gd name="connsiteY5" fmla="*/ 465032 h 2971040"/>
                <a:gd name="connsiteX6" fmla="*/ 836279 w 1571121"/>
                <a:gd name="connsiteY6" fmla="*/ 227934 h 2971040"/>
                <a:gd name="connsiteX7" fmla="*/ 607751 w 1571121"/>
                <a:gd name="connsiteY7" fmla="*/ -23 h 2971040"/>
                <a:gd name="connsiteX8" fmla="*/ -20 w 1571121"/>
                <a:gd name="connsiteY8" fmla="*/ -23 h 2971040"/>
                <a:gd name="connsiteX9" fmla="*/ -20 w 1571121"/>
                <a:gd name="connsiteY9" fmla="*/ 75963 h 2971040"/>
                <a:gd name="connsiteX10" fmla="*/ 608322 w 1571121"/>
                <a:gd name="connsiteY10" fmla="*/ 75963 h 2971040"/>
                <a:gd name="connsiteX11" fmla="*/ 760293 w 1571121"/>
                <a:gd name="connsiteY11" fmla="*/ 227934 h 2971040"/>
                <a:gd name="connsiteX12" fmla="*/ 760293 w 1571121"/>
                <a:gd name="connsiteY12" fmla="*/ 462747 h 2971040"/>
                <a:gd name="connsiteX13" fmla="*/ 644201 w 1571121"/>
                <a:gd name="connsiteY13" fmla="*/ 519879 h 2971040"/>
                <a:gd name="connsiteX14" fmla="*/ 68539 w 1571121"/>
                <a:gd name="connsiteY14" fmla="*/ 1095428 h 2971040"/>
                <a:gd name="connsiteX15" fmla="*/ 68150 w 1571121"/>
                <a:gd name="connsiteY15" fmla="*/ 1386298 h 2971040"/>
                <a:gd name="connsiteX16" fmla="*/ 68539 w 1571121"/>
                <a:gd name="connsiteY16" fmla="*/ 1386687 h 2971040"/>
                <a:gd name="connsiteX17" fmla="*/ 643858 w 1571121"/>
                <a:gd name="connsiteY17" fmla="*/ 1962007 h 2971040"/>
                <a:gd name="connsiteX18" fmla="*/ 760865 w 1571121"/>
                <a:gd name="connsiteY18" fmla="*/ 2020053 h 2971040"/>
                <a:gd name="connsiteX19" fmla="*/ 760865 w 1571121"/>
                <a:gd name="connsiteY19" fmla="*/ 2260008 h 2971040"/>
                <a:gd name="connsiteX20" fmla="*/ 444388 w 1571121"/>
                <a:gd name="connsiteY20" fmla="*/ 2652471 h 2971040"/>
                <a:gd name="connsiteX21" fmla="*/ 836851 w 1571121"/>
                <a:gd name="connsiteY21" fmla="*/ 2968959 h 2971040"/>
                <a:gd name="connsiteX22" fmla="*/ 1153328 w 1571121"/>
                <a:gd name="connsiteY22" fmla="*/ 2576485 h 2971040"/>
                <a:gd name="connsiteX23" fmla="*/ 836851 w 1571121"/>
                <a:gd name="connsiteY23" fmla="*/ 2260008 h 2971040"/>
                <a:gd name="connsiteX24" fmla="*/ 836851 w 1571121"/>
                <a:gd name="connsiteY24" fmla="*/ 2016739 h 2971040"/>
                <a:gd name="connsiteX25" fmla="*/ 935346 w 1571121"/>
                <a:gd name="connsiteY25" fmla="*/ 1962007 h 2971040"/>
                <a:gd name="connsiteX26" fmla="*/ 117901 w 1571121"/>
                <a:gd name="connsiteY26" fmla="*/ 1337668 h 2971040"/>
                <a:gd name="connsiteX27" fmla="*/ 117901 w 1571121"/>
                <a:gd name="connsiteY27" fmla="*/ 1144447 h 2971040"/>
                <a:gd name="connsiteX28" fmla="*/ 693106 w 1571121"/>
                <a:gd name="connsiteY28" fmla="*/ 569241 h 2971040"/>
                <a:gd name="connsiteX29" fmla="*/ 886053 w 1571121"/>
                <a:gd name="connsiteY29" fmla="*/ 568967 h 2971040"/>
                <a:gd name="connsiteX30" fmla="*/ 886327 w 1571121"/>
                <a:gd name="connsiteY30" fmla="*/ 569241 h 2971040"/>
                <a:gd name="connsiteX31" fmla="*/ 1461647 w 1571121"/>
                <a:gd name="connsiteY31" fmla="*/ 1144447 h 2971040"/>
                <a:gd name="connsiteX32" fmla="*/ 1461647 w 1571121"/>
                <a:gd name="connsiteY32" fmla="*/ 1337668 h 2971040"/>
                <a:gd name="connsiteX33" fmla="*/ 886327 w 1571121"/>
                <a:gd name="connsiteY33" fmla="*/ 1912988 h 2971040"/>
                <a:gd name="connsiteX34" fmla="*/ 693106 w 1571121"/>
                <a:gd name="connsiteY34" fmla="*/ 1912988 h 2971040"/>
                <a:gd name="connsiteX35" fmla="*/ 1079662 w 1571121"/>
                <a:gd name="connsiteY35" fmla="*/ 2614798 h 2971040"/>
                <a:gd name="connsiteX36" fmla="*/ 799258 w 1571121"/>
                <a:gd name="connsiteY36" fmla="*/ 2895430 h 2971040"/>
                <a:gd name="connsiteX37" fmla="*/ 518625 w 1571121"/>
                <a:gd name="connsiteY37" fmla="*/ 2615026 h 2971040"/>
                <a:gd name="connsiteX38" fmla="*/ 799029 w 1571121"/>
                <a:gd name="connsiteY38" fmla="*/ 2334393 h 2971040"/>
                <a:gd name="connsiteX39" fmla="*/ 799144 w 1571121"/>
                <a:gd name="connsiteY39" fmla="*/ 2334393 h 2971040"/>
                <a:gd name="connsiteX40" fmla="*/ 1079662 w 1571121"/>
                <a:gd name="connsiteY40" fmla="*/ 2614798 h 2971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71121" h="2971040">
                  <a:moveTo>
                    <a:pt x="935346" y="1962007"/>
                  </a:moveTo>
                  <a:lnTo>
                    <a:pt x="1510666" y="1386687"/>
                  </a:lnTo>
                  <a:cubicBezTo>
                    <a:pt x="1591097" y="1306473"/>
                    <a:pt x="1591268" y="1176247"/>
                    <a:pt x="1511055" y="1095816"/>
                  </a:cubicBezTo>
                  <a:cubicBezTo>
                    <a:pt x="1510929" y="1095690"/>
                    <a:pt x="1510792" y="1095553"/>
                    <a:pt x="1510666" y="1095428"/>
                  </a:cubicBezTo>
                  <a:lnTo>
                    <a:pt x="935346" y="519879"/>
                  </a:lnTo>
                  <a:cubicBezTo>
                    <a:pt x="908151" y="492627"/>
                    <a:pt x="873815" y="473614"/>
                    <a:pt x="836279" y="465032"/>
                  </a:cubicBezTo>
                  <a:lnTo>
                    <a:pt x="836279" y="227934"/>
                  </a:lnTo>
                  <a:cubicBezTo>
                    <a:pt x="835959" y="101947"/>
                    <a:pt x="733739" y="-23"/>
                    <a:pt x="607751" y="-23"/>
                  </a:cubicBezTo>
                  <a:lnTo>
                    <a:pt x="-20" y="-23"/>
                  </a:lnTo>
                  <a:lnTo>
                    <a:pt x="-20" y="75963"/>
                  </a:lnTo>
                  <a:lnTo>
                    <a:pt x="608322" y="75963"/>
                  </a:lnTo>
                  <a:cubicBezTo>
                    <a:pt x="692204" y="76089"/>
                    <a:pt x="760168" y="144053"/>
                    <a:pt x="760293" y="227934"/>
                  </a:cubicBezTo>
                  <a:lnTo>
                    <a:pt x="760293" y="462747"/>
                  </a:lnTo>
                  <a:cubicBezTo>
                    <a:pt x="716416" y="468689"/>
                    <a:pt x="675669" y="488742"/>
                    <a:pt x="644201" y="519879"/>
                  </a:cubicBezTo>
                  <a:lnTo>
                    <a:pt x="68539" y="1095428"/>
                  </a:lnTo>
                  <a:cubicBezTo>
                    <a:pt x="-11892" y="1175641"/>
                    <a:pt x="-12063" y="1305868"/>
                    <a:pt x="68150" y="1386298"/>
                  </a:cubicBezTo>
                  <a:cubicBezTo>
                    <a:pt x="68276" y="1386424"/>
                    <a:pt x="68413" y="1386561"/>
                    <a:pt x="68539" y="1386687"/>
                  </a:cubicBezTo>
                  <a:lnTo>
                    <a:pt x="643858" y="1962007"/>
                  </a:lnTo>
                  <a:cubicBezTo>
                    <a:pt x="675429" y="1993669"/>
                    <a:pt x="716553" y="2014065"/>
                    <a:pt x="760865" y="2020053"/>
                  </a:cubicBezTo>
                  <a:lnTo>
                    <a:pt x="760865" y="2260008"/>
                  </a:lnTo>
                  <a:cubicBezTo>
                    <a:pt x="565096" y="2280987"/>
                    <a:pt x="423398" y="2456702"/>
                    <a:pt x="444388" y="2652471"/>
                  </a:cubicBezTo>
                  <a:cubicBezTo>
                    <a:pt x="465367" y="2848239"/>
                    <a:pt x="641082" y="2989938"/>
                    <a:pt x="836851" y="2968959"/>
                  </a:cubicBezTo>
                  <a:cubicBezTo>
                    <a:pt x="1032619" y="2947969"/>
                    <a:pt x="1174318" y="2772254"/>
                    <a:pt x="1153328" y="2576485"/>
                  </a:cubicBezTo>
                  <a:cubicBezTo>
                    <a:pt x="1135457" y="2409671"/>
                    <a:pt x="1003677" y="2277890"/>
                    <a:pt x="836851" y="2260008"/>
                  </a:cubicBezTo>
                  <a:lnTo>
                    <a:pt x="836851" y="2016739"/>
                  </a:lnTo>
                  <a:cubicBezTo>
                    <a:pt x="874158" y="2008055"/>
                    <a:pt x="908277" y="1989099"/>
                    <a:pt x="935346" y="1962007"/>
                  </a:cubicBezTo>
                  <a:close/>
                  <a:moveTo>
                    <a:pt x="117901" y="1337668"/>
                  </a:moveTo>
                  <a:cubicBezTo>
                    <a:pt x="64814" y="1284203"/>
                    <a:pt x="64814" y="1197911"/>
                    <a:pt x="117901" y="1144447"/>
                  </a:cubicBezTo>
                  <a:lnTo>
                    <a:pt x="693106" y="569241"/>
                  </a:lnTo>
                  <a:cubicBezTo>
                    <a:pt x="746308" y="515880"/>
                    <a:pt x="832691" y="515766"/>
                    <a:pt x="886053" y="568967"/>
                  </a:cubicBezTo>
                  <a:cubicBezTo>
                    <a:pt x="886144" y="569058"/>
                    <a:pt x="886236" y="569150"/>
                    <a:pt x="886327" y="569241"/>
                  </a:cubicBezTo>
                  <a:lnTo>
                    <a:pt x="1461647" y="1144447"/>
                  </a:lnTo>
                  <a:cubicBezTo>
                    <a:pt x="1514734" y="1197911"/>
                    <a:pt x="1514734" y="1284203"/>
                    <a:pt x="1461647" y="1337668"/>
                  </a:cubicBezTo>
                  <a:lnTo>
                    <a:pt x="886327" y="1912988"/>
                  </a:lnTo>
                  <a:cubicBezTo>
                    <a:pt x="832863" y="1966075"/>
                    <a:pt x="746570" y="1966075"/>
                    <a:pt x="693106" y="1912988"/>
                  </a:cubicBezTo>
                  <a:close/>
                  <a:moveTo>
                    <a:pt x="1079662" y="2614798"/>
                  </a:moveTo>
                  <a:cubicBezTo>
                    <a:pt x="1079719" y="2769728"/>
                    <a:pt x="954188" y="2895362"/>
                    <a:pt x="799258" y="2895430"/>
                  </a:cubicBezTo>
                  <a:cubicBezTo>
                    <a:pt x="644327" y="2895499"/>
                    <a:pt x="518694" y="2769957"/>
                    <a:pt x="518625" y="2615026"/>
                  </a:cubicBezTo>
                  <a:cubicBezTo>
                    <a:pt x="518568" y="2460095"/>
                    <a:pt x="644098" y="2334462"/>
                    <a:pt x="799029" y="2334393"/>
                  </a:cubicBezTo>
                  <a:cubicBezTo>
                    <a:pt x="799063" y="2334393"/>
                    <a:pt x="799109" y="2334393"/>
                    <a:pt x="799144" y="2334393"/>
                  </a:cubicBezTo>
                  <a:cubicBezTo>
                    <a:pt x="953971" y="2334519"/>
                    <a:pt x="1079468" y="2459970"/>
                    <a:pt x="1079662" y="2614798"/>
                  </a:cubicBezTo>
                  <a:close/>
                </a:path>
              </a:pathLst>
            </a:custGeom>
            <a:solidFill>
              <a:schemeClr val="accent5"/>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22" name="Rectangle: Rounded Corners 21">
              <a:extLst>
                <a:ext uri="{FF2B5EF4-FFF2-40B4-BE49-F238E27FC236}">
                  <a16:creationId xmlns:a16="http://schemas.microsoft.com/office/drawing/2014/main" id="{C83E5259-455B-468F-D62B-39AA8781C022}"/>
                </a:ext>
              </a:extLst>
            </p:cNvPr>
            <p:cNvSpPr/>
            <p:nvPr/>
          </p:nvSpPr>
          <p:spPr>
            <a:xfrm rot="18900000">
              <a:off x="7986863" y="3410832"/>
              <a:ext cx="963475" cy="963475"/>
            </a:xfrm>
            <a:prstGeom prst="roundRect">
              <a:avLst/>
            </a:prstGeom>
            <a:solidFill>
              <a:schemeClr val="accent4">
                <a:lumMod val="75000"/>
              </a:schemeClr>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24" name="Rectangle: Rounded Corners 23">
              <a:extLst>
                <a:ext uri="{FF2B5EF4-FFF2-40B4-BE49-F238E27FC236}">
                  <a16:creationId xmlns:a16="http://schemas.microsoft.com/office/drawing/2014/main" id="{74B73FFD-5ABB-8345-C0D1-D120EFAC0963}"/>
                </a:ext>
              </a:extLst>
            </p:cNvPr>
            <p:cNvSpPr/>
            <p:nvPr/>
          </p:nvSpPr>
          <p:spPr>
            <a:xfrm rot="18900000">
              <a:off x="8093929" y="3517898"/>
              <a:ext cx="749344" cy="749344"/>
            </a:xfrm>
            <a:prstGeom prst="roundRect">
              <a:avLst/>
            </a:prstGeom>
            <a:solidFill>
              <a:schemeClr val="accent4"/>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28" name="Freeform: Shape 27">
              <a:extLst>
                <a:ext uri="{FF2B5EF4-FFF2-40B4-BE49-F238E27FC236}">
                  <a16:creationId xmlns:a16="http://schemas.microsoft.com/office/drawing/2014/main" id="{376B4828-332C-D1A9-DE1C-439724B5AC80}"/>
                </a:ext>
              </a:extLst>
            </p:cNvPr>
            <p:cNvSpPr/>
            <p:nvPr/>
          </p:nvSpPr>
          <p:spPr>
            <a:xfrm>
              <a:off x="8255310" y="5044709"/>
              <a:ext cx="443344" cy="443344"/>
            </a:xfrm>
            <a:custGeom>
              <a:avLst/>
              <a:gdLst>
                <a:gd name="connsiteX0" fmla="*/ 443345 w 443344"/>
                <a:gd name="connsiteY0" fmla="*/ 221672 h 443344"/>
                <a:gd name="connsiteX1" fmla="*/ 221672 w 443344"/>
                <a:gd name="connsiteY1" fmla="*/ 443345 h 443344"/>
                <a:gd name="connsiteX2" fmla="*/ 0 w 443344"/>
                <a:gd name="connsiteY2" fmla="*/ 221672 h 443344"/>
                <a:gd name="connsiteX3" fmla="*/ 221672 w 443344"/>
                <a:gd name="connsiteY3" fmla="*/ 0 h 443344"/>
                <a:gd name="connsiteX4" fmla="*/ 443345 w 443344"/>
                <a:gd name="connsiteY4" fmla="*/ 221672 h 443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344" h="443344">
                  <a:moveTo>
                    <a:pt x="443345" y="221672"/>
                  </a:moveTo>
                  <a:cubicBezTo>
                    <a:pt x="443345" y="344099"/>
                    <a:pt x="344099" y="443345"/>
                    <a:pt x="221672" y="443345"/>
                  </a:cubicBezTo>
                  <a:cubicBezTo>
                    <a:pt x="99246" y="443345"/>
                    <a:pt x="0" y="344099"/>
                    <a:pt x="0" y="221672"/>
                  </a:cubicBezTo>
                  <a:cubicBezTo>
                    <a:pt x="0" y="99246"/>
                    <a:pt x="99246" y="0"/>
                    <a:pt x="221672" y="0"/>
                  </a:cubicBezTo>
                  <a:cubicBezTo>
                    <a:pt x="344099" y="0"/>
                    <a:pt x="443345" y="99246"/>
                    <a:pt x="443345" y="221672"/>
                  </a:cubicBezTo>
                  <a:close/>
                </a:path>
              </a:pathLst>
            </a:custGeom>
            <a:solidFill>
              <a:schemeClr val="accent4">
                <a:lumMod val="75000"/>
              </a:schemeClr>
            </a:solidFill>
            <a:ln w="11422" cap="flat">
              <a:noFill/>
              <a:prstDash val="solid"/>
              <a:miter/>
            </a:ln>
          </p:spPr>
          <p:txBody>
            <a:bodyPr rtlCol="0" anchor="ctr"/>
            <a:lstStyle/>
            <a:p>
              <a:pPr algn="ctr"/>
              <a:r>
                <a:rPr lang="en-US" sz="1400" b="1" spc="0" baseline="0">
                  <a:ln/>
                  <a:solidFill>
                    <a:schemeClr val="bg1"/>
                  </a:solidFill>
                  <a:latin typeface="Segoe UI" panose="020B0502040204020203" pitchFamily="34" charset="0"/>
                  <a:cs typeface="Segoe UI" panose="020B0502040204020203" pitchFamily="34" charset="0"/>
                  <a:sym typeface="Montserrat Black"/>
                  <a:rtl val="0"/>
                </a:rPr>
                <a:t>04</a:t>
              </a:r>
              <a:endParaRPr lang="en-US" sz="1400" b="1" spc="0" baseline="0" dirty="0">
                <a:ln/>
                <a:solidFill>
                  <a:schemeClr val="bg1"/>
                </a:solidFill>
                <a:latin typeface="Segoe UI" panose="020B0502040204020203" pitchFamily="34" charset="0"/>
                <a:cs typeface="Segoe UI" panose="020B0502040204020203" pitchFamily="34" charset="0"/>
                <a:sym typeface="Montserrat Black"/>
                <a:rtl val="0"/>
              </a:endParaRPr>
            </a:p>
          </p:txBody>
        </p:sp>
        <p:sp>
          <p:nvSpPr>
            <p:cNvPr id="30" name="Freeform: Shape 29">
              <a:extLst>
                <a:ext uri="{FF2B5EF4-FFF2-40B4-BE49-F238E27FC236}">
                  <a16:creationId xmlns:a16="http://schemas.microsoft.com/office/drawing/2014/main" id="{5483B8CA-6C9D-22C4-81A4-54B3BCE4C393}"/>
                </a:ext>
              </a:extLst>
            </p:cNvPr>
            <p:cNvSpPr/>
            <p:nvPr/>
          </p:nvSpPr>
          <p:spPr>
            <a:xfrm>
              <a:off x="7679419" y="2651447"/>
              <a:ext cx="1570322" cy="2971498"/>
            </a:xfrm>
            <a:custGeom>
              <a:avLst/>
              <a:gdLst>
                <a:gd name="connsiteX0" fmla="*/ 934661 w 1570322"/>
                <a:gd name="connsiteY0" fmla="*/ 1962007 h 2971498"/>
                <a:gd name="connsiteX1" fmla="*/ 1509867 w 1570322"/>
                <a:gd name="connsiteY1" fmla="*/ 1386687 h 2971498"/>
                <a:gd name="connsiteX2" fmla="*/ 1510255 w 1570322"/>
                <a:gd name="connsiteY2" fmla="*/ 1095816 h 2971498"/>
                <a:gd name="connsiteX3" fmla="*/ 1509867 w 1570322"/>
                <a:gd name="connsiteY3" fmla="*/ 1095428 h 2971498"/>
                <a:gd name="connsiteX4" fmla="*/ 934661 w 1570322"/>
                <a:gd name="connsiteY4" fmla="*/ 519879 h 2971498"/>
                <a:gd name="connsiteX5" fmla="*/ 828852 w 1570322"/>
                <a:gd name="connsiteY5" fmla="*/ 463433 h 2971498"/>
                <a:gd name="connsiteX6" fmla="*/ 828852 w 1570322"/>
                <a:gd name="connsiteY6" fmla="*/ 75963 h 2971498"/>
                <a:gd name="connsiteX7" fmla="*/ 1553972 w 1570322"/>
                <a:gd name="connsiteY7" fmla="*/ 75963 h 2971498"/>
                <a:gd name="connsiteX8" fmla="*/ 1553972 w 1570322"/>
                <a:gd name="connsiteY8" fmla="*/ -23 h 2971498"/>
                <a:gd name="connsiteX9" fmla="*/ -20 w 1570322"/>
                <a:gd name="connsiteY9" fmla="*/ -23 h 2971498"/>
                <a:gd name="connsiteX10" fmla="*/ -20 w 1570322"/>
                <a:gd name="connsiteY10" fmla="*/ 75963 h 2971498"/>
                <a:gd name="connsiteX11" fmla="*/ 752867 w 1570322"/>
                <a:gd name="connsiteY11" fmla="*/ 75963 h 2971498"/>
                <a:gd name="connsiteX12" fmla="*/ 752867 w 1570322"/>
                <a:gd name="connsiteY12" fmla="*/ 462747 h 2971498"/>
                <a:gd name="connsiteX13" fmla="*/ 643401 w 1570322"/>
                <a:gd name="connsiteY13" fmla="*/ 519879 h 2971498"/>
                <a:gd name="connsiteX14" fmla="*/ 68539 w 1570322"/>
                <a:gd name="connsiteY14" fmla="*/ 1095428 h 2971498"/>
                <a:gd name="connsiteX15" fmla="*/ 68150 w 1570322"/>
                <a:gd name="connsiteY15" fmla="*/ 1386298 h 2971498"/>
                <a:gd name="connsiteX16" fmla="*/ 68539 w 1570322"/>
                <a:gd name="connsiteY16" fmla="*/ 1386687 h 2971498"/>
                <a:gd name="connsiteX17" fmla="*/ 643744 w 1570322"/>
                <a:gd name="connsiteY17" fmla="*/ 1962007 h 2971498"/>
                <a:gd name="connsiteX18" fmla="*/ 759837 w 1570322"/>
                <a:gd name="connsiteY18" fmla="*/ 2019939 h 2971498"/>
                <a:gd name="connsiteX19" fmla="*/ 759837 w 1570322"/>
                <a:gd name="connsiteY19" fmla="*/ 2260465 h 2971498"/>
                <a:gd name="connsiteX20" fmla="*/ 443359 w 1570322"/>
                <a:gd name="connsiteY20" fmla="*/ 2652928 h 2971498"/>
                <a:gd name="connsiteX21" fmla="*/ 835823 w 1570322"/>
                <a:gd name="connsiteY21" fmla="*/ 2969416 h 2971498"/>
                <a:gd name="connsiteX22" fmla="*/ 1152299 w 1570322"/>
                <a:gd name="connsiteY22" fmla="*/ 2576942 h 2971498"/>
                <a:gd name="connsiteX23" fmla="*/ 835823 w 1570322"/>
                <a:gd name="connsiteY23" fmla="*/ 2260465 h 2971498"/>
                <a:gd name="connsiteX24" fmla="*/ 835823 w 1570322"/>
                <a:gd name="connsiteY24" fmla="*/ 2016739 h 2971498"/>
                <a:gd name="connsiteX25" fmla="*/ 934661 w 1570322"/>
                <a:gd name="connsiteY25" fmla="*/ 1962007 h 2971498"/>
                <a:gd name="connsiteX26" fmla="*/ 117101 w 1570322"/>
                <a:gd name="connsiteY26" fmla="*/ 1337668 h 2971498"/>
                <a:gd name="connsiteX27" fmla="*/ 117101 w 1570322"/>
                <a:gd name="connsiteY27" fmla="*/ 1144447 h 2971498"/>
                <a:gd name="connsiteX28" fmla="*/ 692421 w 1570322"/>
                <a:gd name="connsiteY28" fmla="*/ 569241 h 2971498"/>
                <a:gd name="connsiteX29" fmla="*/ 885367 w 1570322"/>
                <a:gd name="connsiteY29" fmla="*/ 568967 h 2971498"/>
                <a:gd name="connsiteX30" fmla="*/ 885642 w 1570322"/>
                <a:gd name="connsiteY30" fmla="*/ 569241 h 2971498"/>
                <a:gd name="connsiteX31" fmla="*/ 1460961 w 1570322"/>
                <a:gd name="connsiteY31" fmla="*/ 1144447 h 2971498"/>
                <a:gd name="connsiteX32" fmla="*/ 1460961 w 1570322"/>
                <a:gd name="connsiteY32" fmla="*/ 1337668 h 2971498"/>
                <a:gd name="connsiteX33" fmla="*/ 885642 w 1570322"/>
                <a:gd name="connsiteY33" fmla="*/ 1912988 h 2971498"/>
                <a:gd name="connsiteX34" fmla="*/ 692421 w 1570322"/>
                <a:gd name="connsiteY34" fmla="*/ 1912988 h 2971498"/>
                <a:gd name="connsiteX35" fmla="*/ 1077948 w 1570322"/>
                <a:gd name="connsiteY35" fmla="*/ 2614798 h 2971498"/>
                <a:gd name="connsiteX36" fmla="*/ 797544 w 1570322"/>
                <a:gd name="connsiteY36" fmla="*/ 2895430 h 2971498"/>
                <a:gd name="connsiteX37" fmla="*/ 516911 w 1570322"/>
                <a:gd name="connsiteY37" fmla="*/ 2615026 h 2971498"/>
                <a:gd name="connsiteX38" fmla="*/ 797316 w 1570322"/>
                <a:gd name="connsiteY38" fmla="*/ 2334393 h 2971498"/>
                <a:gd name="connsiteX39" fmla="*/ 797429 w 1570322"/>
                <a:gd name="connsiteY39" fmla="*/ 2334393 h 2971498"/>
                <a:gd name="connsiteX40" fmla="*/ 1077948 w 1570322"/>
                <a:gd name="connsiteY40" fmla="*/ 2614798 h 2971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570322" h="2971498">
                  <a:moveTo>
                    <a:pt x="934661" y="1962007"/>
                  </a:moveTo>
                  <a:lnTo>
                    <a:pt x="1509867" y="1386687"/>
                  </a:lnTo>
                  <a:cubicBezTo>
                    <a:pt x="1590297" y="1306473"/>
                    <a:pt x="1590468" y="1176247"/>
                    <a:pt x="1510255" y="1095816"/>
                  </a:cubicBezTo>
                  <a:cubicBezTo>
                    <a:pt x="1510129" y="1095690"/>
                    <a:pt x="1509992" y="1095553"/>
                    <a:pt x="1509867" y="1095428"/>
                  </a:cubicBezTo>
                  <a:lnTo>
                    <a:pt x="934661" y="519879"/>
                  </a:lnTo>
                  <a:cubicBezTo>
                    <a:pt x="905832" y="490902"/>
                    <a:pt x="868982" y="471237"/>
                    <a:pt x="828852" y="463433"/>
                  </a:cubicBezTo>
                  <a:lnTo>
                    <a:pt x="828852" y="75963"/>
                  </a:lnTo>
                  <a:lnTo>
                    <a:pt x="1553972" y="75963"/>
                  </a:lnTo>
                  <a:lnTo>
                    <a:pt x="1553972" y="-23"/>
                  </a:lnTo>
                  <a:lnTo>
                    <a:pt x="-20" y="-23"/>
                  </a:lnTo>
                  <a:lnTo>
                    <a:pt x="-20" y="75963"/>
                  </a:lnTo>
                  <a:lnTo>
                    <a:pt x="752867" y="75963"/>
                  </a:lnTo>
                  <a:lnTo>
                    <a:pt x="752867" y="462747"/>
                  </a:lnTo>
                  <a:cubicBezTo>
                    <a:pt x="711389" y="470129"/>
                    <a:pt x="673179" y="490068"/>
                    <a:pt x="643401" y="519879"/>
                  </a:cubicBezTo>
                  <a:lnTo>
                    <a:pt x="68539" y="1095428"/>
                  </a:lnTo>
                  <a:cubicBezTo>
                    <a:pt x="-11892" y="1175641"/>
                    <a:pt x="-12063" y="1305868"/>
                    <a:pt x="68150" y="1386298"/>
                  </a:cubicBezTo>
                  <a:cubicBezTo>
                    <a:pt x="68276" y="1386424"/>
                    <a:pt x="68413" y="1386561"/>
                    <a:pt x="68539" y="1386687"/>
                  </a:cubicBezTo>
                  <a:lnTo>
                    <a:pt x="643744" y="1962007"/>
                  </a:lnTo>
                  <a:cubicBezTo>
                    <a:pt x="675144" y="1993384"/>
                    <a:pt x="715891" y="2013711"/>
                    <a:pt x="759837" y="2019939"/>
                  </a:cubicBezTo>
                  <a:lnTo>
                    <a:pt x="759837" y="2260465"/>
                  </a:lnTo>
                  <a:cubicBezTo>
                    <a:pt x="564068" y="2281443"/>
                    <a:pt x="422369" y="2457159"/>
                    <a:pt x="443359" y="2652928"/>
                  </a:cubicBezTo>
                  <a:cubicBezTo>
                    <a:pt x="464338" y="2848696"/>
                    <a:pt x="640054" y="2990395"/>
                    <a:pt x="835823" y="2969416"/>
                  </a:cubicBezTo>
                  <a:cubicBezTo>
                    <a:pt x="1031591" y="2948426"/>
                    <a:pt x="1173290" y="2772711"/>
                    <a:pt x="1152299" y="2576942"/>
                  </a:cubicBezTo>
                  <a:cubicBezTo>
                    <a:pt x="1134429" y="2410128"/>
                    <a:pt x="1002648" y="2278347"/>
                    <a:pt x="835823" y="2260465"/>
                  </a:cubicBezTo>
                  <a:lnTo>
                    <a:pt x="835823" y="2016739"/>
                  </a:lnTo>
                  <a:cubicBezTo>
                    <a:pt x="873255" y="2008135"/>
                    <a:pt x="907500" y="1989167"/>
                    <a:pt x="934661" y="1962007"/>
                  </a:cubicBezTo>
                  <a:close/>
                  <a:moveTo>
                    <a:pt x="117101" y="1337668"/>
                  </a:moveTo>
                  <a:cubicBezTo>
                    <a:pt x="64014" y="1284203"/>
                    <a:pt x="64014" y="1197911"/>
                    <a:pt x="117101" y="1144447"/>
                  </a:cubicBezTo>
                  <a:lnTo>
                    <a:pt x="692421" y="569241"/>
                  </a:lnTo>
                  <a:cubicBezTo>
                    <a:pt x="745622" y="515880"/>
                    <a:pt x="832006" y="515766"/>
                    <a:pt x="885367" y="568967"/>
                  </a:cubicBezTo>
                  <a:cubicBezTo>
                    <a:pt x="885459" y="569058"/>
                    <a:pt x="885550" y="569150"/>
                    <a:pt x="885642" y="569241"/>
                  </a:cubicBezTo>
                  <a:lnTo>
                    <a:pt x="1460961" y="1144447"/>
                  </a:lnTo>
                  <a:cubicBezTo>
                    <a:pt x="1514048" y="1197911"/>
                    <a:pt x="1514048" y="1284203"/>
                    <a:pt x="1460961" y="1337668"/>
                  </a:cubicBezTo>
                  <a:lnTo>
                    <a:pt x="885642" y="1912988"/>
                  </a:lnTo>
                  <a:cubicBezTo>
                    <a:pt x="832177" y="1966075"/>
                    <a:pt x="745885" y="1966075"/>
                    <a:pt x="692421" y="1912988"/>
                  </a:cubicBezTo>
                  <a:close/>
                  <a:moveTo>
                    <a:pt x="1077948" y="2614798"/>
                  </a:moveTo>
                  <a:cubicBezTo>
                    <a:pt x="1078017" y="2769728"/>
                    <a:pt x="952475" y="2895362"/>
                    <a:pt x="797544" y="2895430"/>
                  </a:cubicBezTo>
                  <a:cubicBezTo>
                    <a:pt x="642613" y="2895499"/>
                    <a:pt x="516980" y="2769957"/>
                    <a:pt x="516911" y="2615026"/>
                  </a:cubicBezTo>
                  <a:cubicBezTo>
                    <a:pt x="516854" y="2460095"/>
                    <a:pt x="642385" y="2334462"/>
                    <a:pt x="797316" y="2334393"/>
                  </a:cubicBezTo>
                  <a:cubicBezTo>
                    <a:pt x="797350" y="2334393"/>
                    <a:pt x="797395" y="2334393"/>
                    <a:pt x="797429" y="2334393"/>
                  </a:cubicBezTo>
                  <a:cubicBezTo>
                    <a:pt x="952258" y="2334519"/>
                    <a:pt x="1077754" y="2459970"/>
                    <a:pt x="1077948" y="2614798"/>
                  </a:cubicBezTo>
                  <a:close/>
                </a:path>
              </a:pathLst>
            </a:custGeom>
            <a:solidFill>
              <a:schemeClr val="accent4"/>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45" name="Rectangle: Rounded Corners 44">
              <a:extLst>
                <a:ext uri="{FF2B5EF4-FFF2-40B4-BE49-F238E27FC236}">
                  <a16:creationId xmlns:a16="http://schemas.microsoft.com/office/drawing/2014/main" id="{3942E6FA-5823-3804-03E5-C78A424F8FD8}"/>
                </a:ext>
              </a:extLst>
            </p:cNvPr>
            <p:cNvSpPr/>
            <p:nvPr/>
          </p:nvSpPr>
          <p:spPr>
            <a:xfrm rot="18900000">
              <a:off x="3464265" y="3410884"/>
              <a:ext cx="963475" cy="963475"/>
            </a:xfrm>
            <a:prstGeom prst="roundRect">
              <a:avLst/>
            </a:prstGeom>
            <a:solidFill>
              <a:schemeClr val="accent2">
                <a:lumMod val="75000"/>
              </a:schemeClr>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47" name="Rectangle: Rounded Corners 46">
              <a:extLst>
                <a:ext uri="{FF2B5EF4-FFF2-40B4-BE49-F238E27FC236}">
                  <a16:creationId xmlns:a16="http://schemas.microsoft.com/office/drawing/2014/main" id="{69894D9C-8413-B40F-3BEB-50D832AACD09}"/>
                </a:ext>
              </a:extLst>
            </p:cNvPr>
            <p:cNvSpPr/>
            <p:nvPr/>
          </p:nvSpPr>
          <p:spPr>
            <a:xfrm rot="18900000">
              <a:off x="3571330" y="3517949"/>
              <a:ext cx="749344" cy="749344"/>
            </a:xfrm>
            <a:prstGeom prst="roundRect">
              <a:avLst/>
            </a:prstGeom>
            <a:solidFill>
              <a:schemeClr val="accent2"/>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51" name="Freeform: Shape 50">
              <a:extLst>
                <a:ext uri="{FF2B5EF4-FFF2-40B4-BE49-F238E27FC236}">
                  <a16:creationId xmlns:a16="http://schemas.microsoft.com/office/drawing/2014/main" id="{5E3BFB9F-804A-BC36-F5AF-D87CA7566676}"/>
                </a:ext>
              </a:extLst>
            </p:cNvPr>
            <p:cNvSpPr/>
            <p:nvPr/>
          </p:nvSpPr>
          <p:spPr>
            <a:xfrm>
              <a:off x="3695341" y="5044709"/>
              <a:ext cx="443344" cy="443344"/>
            </a:xfrm>
            <a:custGeom>
              <a:avLst/>
              <a:gdLst>
                <a:gd name="connsiteX0" fmla="*/ 443345 w 443344"/>
                <a:gd name="connsiteY0" fmla="*/ 221672 h 443344"/>
                <a:gd name="connsiteX1" fmla="*/ 221673 w 443344"/>
                <a:gd name="connsiteY1" fmla="*/ 443345 h 443344"/>
                <a:gd name="connsiteX2" fmla="*/ 0 w 443344"/>
                <a:gd name="connsiteY2" fmla="*/ 221672 h 443344"/>
                <a:gd name="connsiteX3" fmla="*/ 221673 w 443344"/>
                <a:gd name="connsiteY3" fmla="*/ 0 h 443344"/>
                <a:gd name="connsiteX4" fmla="*/ 443345 w 443344"/>
                <a:gd name="connsiteY4" fmla="*/ 221672 h 443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344" h="443344">
                  <a:moveTo>
                    <a:pt x="443345" y="221672"/>
                  </a:moveTo>
                  <a:cubicBezTo>
                    <a:pt x="443345" y="344099"/>
                    <a:pt x="344099" y="443345"/>
                    <a:pt x="221673" y="443345"/>
                  </a:cubicBezTo>
                  <a:cubicBezTo>
                    <a:pt x="99246" y="443345"/>
                    <a:pt x="0" y="344099"/>
                    <a:pt x="0" y="221672"/>
                  </a:cubicBezTo>
                  <a:cubicBezTo>
                    <a:pt x="0" y="99246"/>
                    <a:pt x="99246" y="0"/>
                    <a:pt x="221673" y="0"/>
                  </a:cubicBezTo>
                  <a:cubicBezTo>
                    <a:pt x="344099" y="0"/>
                    <a:pt x="443345" y="99246"/>
                    <a:pt x="443345" y="221672"/>
                  </a:cubicBezTo>
                  <a:close/>
                </a:path>
              </a:pathLst>
            </a:custGeom>
            <a:solidFill>
              <a:schemeClr val="accent2">
                <a:lumMod val="75000"/>
              </a:schemeClr>
            </a:solidFill>
            <a:ln w="11422" cap="flat">
              <a:noFill/>
              <a:prstDash val="solid"/>
              <a:miter/>
            </a:ln>
          </p:spPr>
          <p:txBody>
            <a:bodyPr rtlCol="0" anchor="ctr"/>
            <a:lstStyle/>
            <a:p>
              <a:pPr algn="ctr"/>
              <a:r>
                <a:rPr lang="en-US" sz="1400" b="1" spc="0" baseline="0">
                  <a:ln/>
                  <a:solidFill>
                    <a:schemeClr val="bg1"/>
                  </a:solidFill>
                  <a:latin typeface="Segoe UI" panose="020B0502040204020203" pitchFamily="34" charset="0"/>
                  <a:cs typeface="Segoe UI" panose="020B0502040204020203" pitchFamily="34" charset="0"/>
                  <a:sym typeface="Montserrat Black"/>
                  <a:rtl val="0"/>
                </a:rPr>
                <a:t>02</a:t>
              </a:r>
              <a:endParaRPr lang="en-US" sz="1400" b="1" spc="0" baseline="0" dirty="0">
                <a:ln/>
                <a:solidFill>
                  <a:schemeClr val="bg1"/>
                </a:solidFill>
                <a:latin typeface="Segoe UI" panose="020B0502040204020203" pitchFamily="34" charset="0"/>
                <a:cs typeface="Segoe UI" panose="020B0502040204020203" pitchFamily="34" charset="0"/>
                <a:sym typeface="Montserrat Black"/>
                <a:rtl val="0"/>
              </a:endParaRPr>
            </a:p>
          </p:txBody>
        </p:sp>
        <p:sp>
          <p:nvSpPr>
            <p:cNvPr id="53" name="Freeform: Shape 52">
              <a:extLst>
                <a:ext uri="{FF2B5EF4-FFF2-40B4-BE49-F238E27FC236}">
                  <a16:creationId xmlns:a16="http://schemas.microsoft.com/office/drawing/2014/main" id="{0C2A5E44-E9C4-FEC5-B373-385EE07C3976}"/>
                </a:ext>
              </a:extLst>
            </p:cNvPr>
            <p:cNvSpPr/>
            <p:nvPr/>
          </p:nvSpPr>
          <p:spPr>
            <a:xfrm>
              <a:off x="3133961" y="2651447"/>
              <a:ext cx="1568438" cy="2971498"/>
            </a:xfrm>
            <a:custGeom>
              <a:avLst/>
              <a:gdLst>
                <a:gd name="connsiteX0" fmla="*/ 933175 w 1568438"/>
                <a:gd name="connsiteY0" fmla="*/ 1962007 h 2971498"/>
                <a:gd name="connsiteX1" fmla="*/ 1508267 w 1568438"/>
                <a:gd name="connsiteY1" fmla="*/ 1386687 h 2971498"/>
                <a:gd name="connsiteX2" fmla="*/ 1508267 w 1568438"/>
                <a:gd name="connsiteY2" fmla="*/ 1095428 h 2971498"/>
                <a:gd name="connsiteX3" fmla="*/ 933175 w 1568438"/>
                <a:gd name="connsiteY3" fmla="*/ 519879 h 2971498"/>
                <a:gd name="connsiteX4" fmla="*/ 811255 w 1568438"/>
                <a:gd name="connsiteY4" fmla="*/ 461376 h 2971498"/>
                <a:gd name="connsiteX5" fmla="*/ 811255 w 1568438"/>
                <a:gd name="connsiteY5" fmla="*/ 75963 h 2971498"/>
                <a:gd name="connsiteX6" fmla="*/ 1553972 w 1568438"/>
                <a:gd name="connsiteY6" fmla="*/ 75963 h 2971498"/>
                <a:gd name="connsiteX7" fmla="*/ 1553972 w 1568438"/>
                <a:gd name="connsiteY7" fmla="*/ -23 h 2971498"/>
                <a:gd name="connsiteX8" fmla="*/ -20 w 1568438"/>
                <a:gd name="connsiteY8" fmla="*/ -23 h 2971498"/>
                <a:gd name="connsiteX9" fmla="*/ -20 w 1568438"/>
                <a:gd name="connsiteY9" fmla="*/ 75963 h 2971498"/>
                <a:gd name="connsiteX10" fmla="*/ 735156 w 1568438"/>
                <a:gd name="connsiteY10" fmla="*/ 75963 h 2971498"/>
                <a:gd name="connsiteX11" fmla="*/ 735156 w 1568438"/>
                <a:gd name="connsiteY11" fmla="*/ 466861 h 2971498"/>
                <a:gd name="connsiteX12" fmla="*/ 641916 w 1568438"/>
                <a:gd name="connsiteY12" fmla="*/ 520222 h 2971498"/>
                <a:gd name="connsiteX13" fmla="*/ 66710 w 1568438"/>
                <a:gd name="connsiteY13" fmla="*/ 1095428 h 2971498"/>
                <a:gd name="connsiteX14" fmla="*/ 66322 w 1568438"/>
                <a:gd name="connsiteY14" fmla="*/ 1386298 h 2971498"/>
                <a:gd name="connsiteX15" fmla="*/ 66710 w 1568438"/>
                <a:gd name="connsiteY15" fmla="*/ 1386687 h 2971498"/>
                <a:gd name="connsiteX16" fmla="*/ 641916 w 1568438"/>
                <a:gd name="connsiteY16" fmla="*/ 1962007 h 2971498"/>
                <a:gd name="connsiteX17" fmla="*/ 744754 w 1568438"/>
                <a:gd name="connsiteY17" fmla="*/ 2017768 h 2971498"/>
                <a:gd name="connsiteX18" fmla="*/ 744754 w 1568438"/>
                <a:gd name="connsiteY18" fmla="*/ 2260465 h 2971498"/>
                <a:gd name="connsiteX19" fmla="*/ 428276 w 1568438"/>
                <a:gd name="connsiteY19" fmla="*/ 2652928 h 2971498"/>
                <a:gd name="connsiteX20" fmla="*/ 820739 w 1568438"/>
                <a:gd name="connsiteY20" fmla="*/ 2969416 h 2971498"/>
                <a:gd name="connsiteX21" fmla="*/ 1137217 w 1568438"/>
                <a:gd name="connsiteY21" fmla="*/ 2576942 h 2971498"/>
                <a:gd name="connsiteX22" fmla="*/ 820739 w 1568438"/>
                <a:gd name="connsiteY22" fmla="*/ 2260465 h 2971498"/>
                <a:gd name="connsiteX23" fmla="*/ 820739 w 1568438"/>
                <a:gd name="connsiteY23" fmla="*/ 2019367 h 2971498"/>
                <a:gd name="connsiteX24" fmla="*/ 933175 w 1568438"/>
                <a:gd name="connsiteY24" fmla="*/ 1962007 h 2971498"/>
                <a:gd name="connsiteX25" fmla="*/ 115730 w 1568438"/>
                <a:gd name="connsiteY25" fmla="*/ 1337668 h 2971498"/>
                <a:gd name="connsiteX26" fmla="*/ 115730 w 1568438"/>
                <a:gd name="connsiteY26" fmla="*/ 1144447 h 2971498"/>
                <a:gd name="connsiteX27" fmla="*/ 690935 w 1568438"/>
                <a:gd name="connsiteY27" fmla="*/ 569241 h 2971498"/>
                <a:gd name="connsiteX28" fmla="*/ 883882 w 1568438"/>
                <a:gd name="connsiteY28" fmla="*/ 568967 h 2971498"/>
                <a:gd name="connsiteX29" fmla="*/ 884156 w 1568438"/>
                <a:gd name="connsiteY29" fmla="*/ 569241 h 2971498"/>
                <a:gd name="connsiteX30" fmla="*/ 1459476 w 1568438"/>
                <a:gd name="connsiteY30" fmla="*/ 1144447 h 2971498"/>
                <a:gd name="connsiteX31" fmla="*/ 1459476 w 1568438"/>
                <a:gd name="connsiteY31" fmla="*/ 1337668 h 2971498"/>
                <a:gd name="connsiteX32" fmla="*/ 884156 w 1568438"/>
                <a:gd name="connsiteY32" fmla="*/ 1912988 h 2971498"/>
                <a:gd name="connsiteX33" fmla="*/ 690935 w 1568438"/>
                <a:gd name="connsiteY33" fmla="*/ 1912988 h 2971498"/>
                <a:gd name="connsiteX34" fmla="*/ 1063437 w 1568438"/>
                <a:gd name="connsiteY34" fmla="*/ 2614798 h 2971498"/>
                <a:gd name="connsiteX35" fmla="*/ 783032 w 1568438"/>
                <a:gd name="connsiteY35" fmla="*/ 2895430 h 2971498"/>
                <a:gd name="connsiteX36" fmla="*/ 502400 w 1568438"/>
                <a:gd name="connsiteY36" fmla="*/ 2615026 h 2971498"/>
                <a:gd name="connsiteX37" fmla="*/ 782804 w 1568438"/>
                <a:gd name="connsiteY37" fmla="*/ 2334393 h 2971498"/>
                <a:gd name="connsiteX38" fmla="*/ 782918 w 1568438"/>
                <a:gd name="connsiteY38" fmla="*/ 2334393 h 2971498"/>
                <a:gd name="connsiteX39" fmla="*/ 1063437 w 1568438"/>
                <a:gd name="connsiteY39" fmla="*/ 2614798 h 2971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568438" h="2971498">
                  <a:moveTo>
                    <a:pt x="933175" y="1962007"/>
                  </a:moveTo>
                  <a:lnTo>
                    <a:pt x="1508267" y="1386687"/>
                  </a:lnTo>
                  <a:cubicBezTo>
                    <a:pt x="1588469" y="1306165"/>
                    <a:pt x="1588469" y="1175950"/>
                    <a:pt x="1508267" y="1095428"/>
                  </a:cubicBezTo>
                  <a:lnTo>
                    <a:pt x="933175" y="519879"/>
                  </a:lnTo>
                  <a:cubicBezTo>
                    <a:pt x="900370" y="487085"/>
                    <a:pt x="857361" y="466449"/>
                    <a:pt x="811255" y="461376"/>
                  </a:cubicBezTo>
                  <a:lnTo>
                    <a:pt x="811255" y="75963"/>
                  </a:lnTo>
                  <a:lnTo>
                    <a:pt x="1553972" y="75963"/>
                  </a:lnTo>
                  <a:lnTo>
                    <a:pt x="1553972" y="-23"/>
                  </a:lnTo>
                  <a:lnTo>
                    <a:pt x="-20" y="-23"/>
                  </a:lnTo>
                  <a:lnTo>
                    <a:pt x="-20" y="75963"/>
                  </a:lnTo>
                  <a:lnTo>
                    <a:pt x="735156" y="75963"/>
                  </a:lnTo>
                  <a:lnTo>
                    <a:pt x="735156" y="466861"/>
                  </a:lnTo>
                  <a:cubicBezTo>
                    <a:pt x="699894" y="476070"/>
                    <a:pt x="667717" y="494490"/>
                    <a:pt x="641916" y="520222"/>
                  </a:cubicBezTo>
                  <a:lnTo>
                    <a:pt x="66710" y="1095428"/>
                  </a:lnTo>
                  <a:cubicBezTo>
                    <a:pt x="-13720" y="1175641"/>
                    <a:pt x="-13892" y="1305868"/>
                    <a:pt x="66322" y="1386298"/>
                  </a:cubicBezTo>
                  <a:cubicBezTo>
                    <a:pt x="66448" y="1386424"/>
                    <a:pt x="66585" y="1386561"/>
                    <a:pt x="66710" y="1386687"/>
                  </a:cubicBezTo>
                  <a:lnTo>
                    <a:pt x="641916" y="1962007"/>
                  </a:lnTo>
                  <a:cubicBezTo>
                    <a:pt x="670071" y="1990162"/>
                    <a:pt x="705801" y="2009529"/>
                    <a:pt x="744754" y="2017768"/>
                  </a:cubicBezTo>
                  <a:lnTo>
                    <a:pt x="744754" y="2260465"/>
                  </a:lnTo>
                  <a:cubicBezTo>
                    <a:pt x="548985" y="2281443"/>
                    <a:pt x="407286" y="2457159"/>
                    <a:pt x="428276" y="2652928"/>
                  </a:cubicBezTo>
                  <a:cubicBezTo>
                    <a:pt x="449255" y="2848696"/>
                    <a:pt x="624971" y="2990395"/>
                    <a:pt x="820739" y="2969416"/>
                  </a:cubicBezTo>
                  <a:cubicBezTo>
                    <a:pt x="1016508" y="2948426"/>
                    <a:pt x="1158207" y="2772711"/>
                    <a:pt x="1137217" y="2576942"/>
                  </a:cubicBezTo>
                  <a:cubicBezTo>
                    <a:pt x="1119335" y="2410128"/>
                    <a:pt x="987565" y="2278347"/>
                    <a:pt x="820739" y="2260465"/>
                  </a:cubicBezTo>
                  <a:lnTo>
                    <a:pt x="820739" y="2019367"/>
                  </a:lnTo>
                  <a:cubicBezTo>
                    <a:pt x="863337" y="2012603"/>
                    <a:pt x="902690" y="1992527"/>
                    <a:pt x="933175" y="1962007"/>
                  </a:cubicBezTo>
                  <a:close/>
                  <a:moveTo>
                    <a:pt x="115730" y="1337668"/>
                  </a:moveTo>
                  <a:cubicBezTo>
                    <a:pt x="62643" y="1284203"/>
                    <a:pt x="62643" y="1197911"/>
                    <a:pt x="115730" y="1144447"/>
                  </a:cubicBezTo>
                  <a:lnTo>
                    <a:pt x="690935" y="569241"/>
                  </a:lnTo>
                  <a:cubicBezTo>
                    <a:pt x="744137" y="515880"/>
                    <a:pt x="830520" y="515766"/>
                    <a:pt x="883882" y="568967"/>
                  </a:cubicBezTo>
                  <a:cubicBezTo>
                    <a:pt x="883973" y="569058"/>
                    <a:pt x="884065" y="569150"/>
                    <a:pt x="884156" y="569241"/>
                  </a:cubicBezTo>
                  <a:lnTo>
                    <a:pt x="1459476" y="1144447"/>
                  </a:lnTo>
                  <a:cubicBezTo>
                    <a:pt x="1512563" y="1197911"/>
                    <a:pt x="1512563" y="1284203"/>
                    <a:pt x="1459476" y="1337668"/>
                  </a:cubicBezTo>
                  <a:lnTo>
                    <a:pt x="884156" y="1912988"/>
                  </a:lnTo>
                  <a:cubicBezTo>
                    <a:pt x="830692" y="1966075"/>
                    <a:pt x="744400" y="1966075"/>
                    <a:pt x="690935" y="1912988"/>
                  </a:cubicBezTo>
                  <a:close/>
                  <a:moveTo>
                    <a:pt x="1063437" y="2614798"/>
                  </a:moveTo>
                  <a:cubicBezTo>
                    <a:pt x="1063505" y="2769728"/>
                    <a:pt x="937963" y="2895362"/>
                    <a:pt x="783032" y="2895430"/>
                  </a:cubicBezTo>
                  <a:cubicBezTo>
                    <a:pt x="628101" y="2895499"/>
                    <a:pt x="502468" y="2769957"/>
                    <a:pt x="502400" y="2615026"/>
                  </a:cubicBezTo>
                  <a:cubicBezTo>
                    <a:pt x="502331" y="2460095"/>
                    <a:pt x="627873" y="2334462"/>
                    <a:pt x="782804" y="2334393"/>
                  </a:cubicBezTo>
                  <a:cubicBezTo>
                    <a:pt x="782838" y="2334393"/>
                    <a:pt x="782884" y="2334393"/>
                    <a:pt x="782918" y="2334393"/>
                  </a:cubicBezTo>
                  <a:cubicBezTo>
                    <a:pt x="937746" y="2334519"/>
                    <a:pt x="1063242" y="2459970"/>
                    <a:pt x="1063437" y="2614798"/>
                  </a:cubicBezTo>
                  <a:close/>
                </a:path>
              </a:pathLst>
            </a:custGeom>
            <a:solidFill>
              <a:schemeClr val="accent2"/>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55" name="Rectangle: Rounded Corners 54">
              <a:extLst>
                <a:ext uri="{FF2B5EF4-FFF2-40B4-BE49-F238E27FC236}">
                  <a16:creationId xmlns:a16="http://schemas.microsoft.com/office/drawing/2014/main" id="{7E2AFFB8-5FD3-1470-6C28-F0236C8CDF1B}"/>
                </a:ext>
              </a:extLst>
            </p:cNvPr>
            <p:cNvSpPr/>
            <p:nvPr/>
          </p:nvSpPr>
          <p:spPr>
            <a:xfrm rot="18900000">
              <a:off x="1189824" y="3410910"/>
              <a:ext cx="963475" cy="963475"/>
            </a:xfrm>
            <a:prstGeom prst="roundRect">
              <a:avLst/>
            </a:prstGeom>
            <a:solidFill>
              <a:schemeClr val="accent1">
                <a:lumMod val="75000"/>
              </a:schemeClr>
            </a:solidFill>
            <a:ln w="11422" cap="flat">
              <a:noFill/>
              <a:prstDash val="solid"/>
              <a:miter/>
            </a:ln>
          </p:spPr>
          <p:txBody>
            <a:bodyPr rtlCol="0" anchor="ctr"/>
            <a:lstStyle/>
            <a:p>
              <a:endParaRPr lang="en-US" dirty="0">
                <a:solidFill>
                  <a:schemeClr val="bg1"/>
                </a:solidFill>
                <a:latin typeface="Segoe UI" panose="020B0502040204020203" pitchFamily="34" charset="0"/>
                <a:cs typeface="Segoe UI" panose="020B0502040204020203" pitchFamily="34" charset="0"/>
              </a:endParaRPr>
            </a:p>
          </p:txBody>
        </p:sp>
        <p:sp>
          <p:nvSpPr>
            <p:cNvPr id="57" name="Rectangle: Rounded Corners 56">
              <a:extLst>
                <a:ext uri="{FF2B5EF4-FFF2-40B4-BE49-F238E27FC236}">
                  <a16:creationId xmlns:a16="http://schemas.microsoft.com/office/drawing/2014/main" id="{CE7B6CD7-5694-71E9-8A39-DC1FA84A66F8}"/>
                </a:ext>
              </a:extLst>
            </p:cNvPr>
            <p:cNvSpPr/>
            <p:nvPr/>
          </p:nvSpPr>
          <p:spPr>
            <a:xfrm rot="18900000">
              <a:off x="1296890" y="3517975"/>
              <a:ext cx="749344" cy="749344"/>
            </a:xfrm>
            <a:prstGeom prst="roundRect">
              <a:avLst/>
            </a:prstGeom>
            <a:solidFill>
              <a:schemeClr val="accent1"/>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61" name="Freeform: Shape 60">
              <a:extLst>
                <a:ext uri="{FF2B5EF4-FFF2-40B4-BE49-F238E27FC236}">
                  <a16:creationId xmlns:a16="http://schemas.microsoft.com/office/drawing/2014/main" id="{86DAE38D-7D07-F7F7-4D90-EFB0810FA58E}"/>
                </a:ext>
              </a:extLst>
            </p:cNvPr>
            <p:cNvSpPr/>
            <p:nvPr/>
          </p:nvSpPr>
          <p:spPr>
            <a:xfrm>
              <a:off x="1425497" y="5044709"/>
              <a:ext cx="443344" cy="443344"/>
            </a:xfrm>
            <a:custGeom>
              <a:avLst/>
              <a:gdLst>
                <a:gd name="connsiteX0" fmla="*/ 443345 w 443344"/>
                <a:gd name="connsiteY0" fmla="*/ 221672 h 443344"/>
                <a:gd name="connsiteX1" fmla="*/ 221672 w 443344"/>
                <a:gd name="connsiteY1" fmla="*/ 443345 h 443344"/>
                <a:gd name="connsiteX2" fmla="*/ 0 w 443344"/>
                <a:gd name="connsiteY2" fmla="*/ 221672 h 443344"/>
                <a:gd name="connsiteX3" fmla="*/ 221672 w 443344"/>
                <a:gd name="connsiteY3" fmla="*/ 0 h 443344"/>
                <a:gd name="connsiteX4" fmla="*/ 443345 w 443344"/>
                <a:gd name="connsiteY4" fmla="*/ 221672 h 443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344" h="443344">
                  <a:moveTo>
                    <a:pt x="443345" y="221672"/>
                  </a:moveTo>
                  <a:cubicBezTo>
                    <a:pt x="443345" y="344099"/>
                    <a:pt x="344099" y="443345"/>
                    <a:pt x="221672" y="443345"/>
                  </a:cubicBezTo>
                  <a:cubicBezTo>
                    <a:pt x="99246" y="443345"/>
                    <a:pt x="0" y="344099"/>
                    <a:pt x="0" y="221672"/>
                  </a:cubicBezTo>
                  <a:cubicBezTo>
                    <a:pt x="0" y="99246"/>
                    <a:pt x="99246" y="0"/>
                    <a:pt x="221672" y="0"/>
                  </a:cubicBezTo>
                  <a:cubicBezTo>
                    <a:pt x="344099" y="0"/>
                    <a:pt x="443345" y="99246"/>
                    <a:pt x="443345" y="221672"/>
                  </a:cubicBezTo>
                  <a:close/>
                </a:path>
              </a:pathLst>
            </a:custGeom>
            <a:solidFill>
              <a:srgbClr val="009EAA"/>
            </a:solidFill>
            <a:ln w="11422" cap="flat">
              <a:noFill/>
              <a:prstDash val="solid"/>
              <a:miter/>
            </a:ln>
          </p:spPr>
          <p:txBody>
            <a:bodyPr rtlCol="0" anchor="ctr"/>
            <a:lstStyle/>
            <a:p>
              <a:pPr algn="ctr"/>
              <a:r>
                <a:rPr lang="en-US" sz="1400" b="1" spc="0" baseline="0">
                  <a:ln/>
                  <a:solidFill>
                    <a:schemeClr val="bg1"/>
                  </a:solidFill>
                  <a:latin typeface="Segoe UI" panose="020B0502040204020203" pitchFamily="34" charset="0"/>
                  <a:cs typeface="Segoe UI" panose="020B0502040204020203" pitchFamily="34" charset="0"/>
                  <a:sym typeface="Montserrat Black"/>
                  <a:rtl val="0"/>
                </a:rPr>
                <a:t>01</a:t>
              </a:r>
              <a:endParaRPr lang="en-US" sz="1400" b="1" spc="0" baseline="0" dirty="0">
                <a:ln/>
                <a:solidFill>
                  <a:schemeClr val="bg1"/>
                </a:solidFill>
                <a:latin typeface="Segoe UI" panose="020B0502040204020203" pitchFamily="34" charset="0"/>
                <a:cs typeface="Segoe UI" panose="020B0502040204020203" pitchFamily="34" charset="0"/>
                <a:sym typeface="Montserrat Black"/>
                <a:rtl val="0"/>
              </a:endParaRPr>
            </a:p>
          </p:txBody>
        </p:sp>
        <p:sp>
          <p:nvSpPr>
            <p:cNvPr id="63" name="Freeform: Shape 62">
              <a:extLst>
                <a:ext uri="{FF2B5EF4-FFF2-40B4-BE49-F238E27FC236}">
                  <a16:creationId xmlns:a16="http://schemas.microsoft.com/office/drawing/2014/main" id="{EDF8F942-3848-D372-6D86-E5CBF487C8E6}"/>
                </a:ext>
              </a:extLst>
            </p:cNvPr>
            <p:cNvSpPr/>
            <p:nvPr/>
          </p:nvSpPr>
          <p:spPr>
            <a:xfrm>
              <a:off x="863844" y="2651447"/>
              <a:ext cx="1566425" cy="2971612"/>
            </a:xfrm>
            <a:custGeom>
              <a:avLst/>
              <a:gdLst>
                <a:gd name="connsiteX0" fmla="*/ 930363 w 1566425"/>
                <a:gd name="connsiteY0" fmla="*/ 1963492 h 2971612"/>
                <a:gd name="connsiteX1" fmla="*/ 1505569 w 1566425"/>
                <a:gd name="connsiteY1" fmla="*/ 1388287 h 2971612"/>
                <a:gd name="connsiteX2" fmla="*/ 1505569 w 1566425"/>
                <a:gd name="connsiteY2" fmla="*/ 1094056 h 2971612"/>
                <a:gd name="connsiteX3" fmla="*/ 930363 w 1566425"/>
                <a:gd name="connsiteY3" fmla="*/ 518736 h 2971612"/>
                <a:gd name="connsiteX4" fmla="*/ 820441 w 1566425"/>
                <a:gd name="connsiteY4" fmla="*/ 461604 h 2971612"/>
                <a:gd name="connsiteX5" fmla="*/ 820441 w 1566425"/>
                <a:gd name="connsiteY5" fmla="*/ 227934 h 2971612"/>
                <a:gd name="connsiteX6" fmla="*/ 972526 w 1566425"/>
                <a:gd name="connsiteY6" fmla="*/ 75963 h 2971612"/>
                <a:gd name="connsiteX7" fmla="*/ 1555959 w 1566425"/>
                <a:gd name="connsiteY7" fmla="*/ 75963 h 2971612"/>
                <a:gd name="connsiteX8" fmla="*/ 1555959 w 1566425"/>
                <a:gd name="connsiteY8" fmla="*/ -23 h 2971612"/>
                <a:gd name="connsiteX9" fmla="*/ 972526 w 1566425"/>
                <a:gd name="connsiteY9" fmla="*/ -23 h 2971612"/>
                <a:gd name="connsiteX10" fmla="*/ 743998 w 1566425"/>
                <a:gd name="connsiteY10" fmla="*/ 227934 h 2971612"/>
                <a:gd name="connsiteX11" fmla="*/ 743998 w 1566425"/>
                <a:gd name="connsiteY11" fmla="*/ 461376 h 2971612"/>
                <a:gd name="connsiteX12" fmla="*/ 635676 w 1566425"/>
                <a:gd name="connsiteY12" fmla="*/ 518508 h 2971612"/>
                <a:gd name="connsiteX13" fmla="*/ 60813 w 1566425"/>
                <a:gd name="connsiteY13" fmla="*/ 1093942 h 2971612"/>
                <a:gd name="connsiteX14" fmla="*/ 60813 w 1566425"/>
                <a:gd name="connsiteY14" fmla="*/ 1388172 h 2971612"/>
                <a:gd name="connsiteX15" fmla="*/ 636133 w 1566425"/>
                <a:gd name="connsiteY15" fmla="*/ 1963492 h 2971612"/>
                <a:gd name="connsiteX16" fmla="*/ 745255 w 1566425"/>
                <a:gd name="connsiteY16" fmla="*/ 2020624 h 2971612"/>
                <a:gd name="connsiteX17" fmla="*/ 745255 w 1566425"/>
                <a:gd name="connsiteY17" fmla="*/ 2260579 h 2971612"/>
                <a:gd name="connsiteX18" fmla="*/ 428774 w 1566425"/>
                <a:gd name="connsiteY18" fmla="*/ 2653042 h 2971612"/>
                <a:gd name="connsiteX19" fmla="*/ 821241 w 1566425"/>
                <a:gd name="connsiteY19" fmla="*/ 2969531 h 2971612"/>
                <a:gd name="connsiteX20" fmla="*/ 1137718 w 1566425"/>
                <a:gd name="connsiteY20" fmla="*/ 2577056 h 2971612"/>
                <a:gd name="connsiteX21" fmla="*/ 821241 w 1566425"/>
                <a:gd name="connsiteY21" fmla="*/ 2260579 h 2971612"/>
                <a:gd name="connsiteX22" fmla="*/ 821241 w 1566425"/>
                <a:gd name="connsiteY22" fmla="*/ 2020624 h 2971612"/>
                <a:gd name="connsiteX23" fmla="*/ 930363 w 1566425"/>
                <a:gd name="connsiteY23" fmla="*/ 1963492 h 2971612"/>
                <a:gd name="connsiteX24" fmla="*/ 112803 w 1566425"/>
                <a:gd name="connsiteY24" fmla="*/ 1336182 h 2971612"/>
                <a:gd name="connsiteX25" fmla="*/ 112803 w 1566425"/>
                <a:gd name="connsiteY25" fmla="*/ 1145932 h 2971612"/>
                <a:gd name="connsiteX26" fmla="*/ 688123 w 1566425"/>
                <a:gd name="connsiteY26" fmla="*/ 570727 h 2971612"/>
                <a:gd name="connsiteX27" fmla="*/ 878319 w 1566425"/>
                <a:gd name="connsiteY27" fmla="*/ 570670 h 2971612"/>
                <a:gd name="connsiteX28" fmla="*/ 878373 w 1566425"/>
                <a:gd name="connsiteY28" fmla="*/ 570727 h 2971612"/>
                <a:gd name="connsiteX29" fmla="*/ 1453121 w 1566425"/>
                <a:gd name="connsiteY29" fmla="*/ 1145932 h 2971612"/>
                <a:gd name="connsiteX30" fmla="*/ 1453121 w 1566425"/>
                <a:gd name="connsiteY30" fmla="*/ 1336182 h 2971612"/>
                <a:gd name="connsiteX31" fmla="*/ 878259 w 1566425"/>
                <a:gd name="connsiteY31" fmla="*/ 1911502 h 2971612"/>
                <a:gd name="connsiteX32" fmla="*/ 688123 w 1566425"/>
                <a:gd name="connsiteY32" fmla="*/ 1911502 h 2971612"/>
                <a:gd name="connsiteX33" fmla="*/ 1063709 w 1566425"/>
                <a:gd name="connsiteY33" fmla="*/ 2614798 h 2971612"/>
                <a:gd name="connsiteX34" fmla="*/ 783305 w 1566425"/>
                <a:gd name="connsiteY34" fmla="*/ 2895430 h 2971612"/>
                <a:gd name="connsiteX35" fmla="*/ 502672 w 1566425"/>
                <a:gd name="connsiteY35" fmla="*/ 2615026 h 2971612"/>
                <a:gd name="connsiteX36" fmla="*/ 783077 w 1566425"/>
                <a:gd name="connsiteY36" fmla="*/ 2334393 h 2971612"/>
                <a:gd name="connsiteX37" fmla="*/ 783191 w 1566425"/>
                <a:gd name="connsiteY37" fmla="*/ 2334393 h 2971612"/>
                <a:gd name="connsiteX38" fmla="*/ 1063709 w 1566425"/>
                <a:gd name="connsiteY38" fmla="*/ 2614798 h 297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566425" h="2971612">
                  <a:moveTo>
                    <a:pt x="930363" y="1963492"/>
                  </a:moveTo>
                  <a:lnTo>
                    <a:pt x="1505569" y="1388287"/>
                  </a:lnTo>
                  <a:cubicBezTo>
                    <a:pt x="1586685" y="1306976"/>
                    <a:pt x="1586685" y="1175367"/>
                    <a:pt x="1505569" y="1094056"/>
                  </a:cubicBezTo>
                  <a:lnTo>
                    <a:pt x="930363" y="518736"/>
                  </a:lnTo>
                  <a:cubicBezTo>
                    <a:pt x="900438" y="488879"/>
                    <a:pt x="862068" y="468940"/>
                    <a:pt x="820441" y="461604"/>
                  </a:cubicBezTo>
                  <a:lnTo>
                    <a:pt x="820441" y="227934"/>
                  </a:lnTo>
                  <a:cubicBezTo>
                    <a:pt x="820567" y="144007"/>
                    <a:pt x="888603" y="76032"/>
                    <a:pt x="972526" y="75963"/>
                  </a:cubicBezTo>
                  <a:lnTo>
                    <a:pt x="1555959" y="75963"/>
                  </a:lnTo>
                  <a:lnTo>
                    <a:pt x="1555959" y="-23"/>
                  </a:lnTo>
                  <a:lnTo>
                    <a:pt x="972526" y="-23"/>
                  </a:lnTo>
                  <a:cubicBezTo>
                    <a:pt x="846537" y="-23"/>
                    <a:pt x="744314" y="101947"/>
                    <a:pt x="743998" y="227934"/>
                  </a:cubicBezTo>
                  <a:lnTo>
                    <a:pt x="743998" y="461376"/>
                  </a:lnTo>
                  <a:cubicBezTo>
                    <a:pt x="702927" y="468974"/>
                    <a:pt x="665145" y="488902"/>
                    <a:pt x="635676" y="518508"/>
                  </a:cubicBezTo>
                  <a:lnTo>
                    <a:pt x="60813" y="1093942"/>
                  </a:lnTo>
                  <a:cubicBezTo>
                    <a:pt x="-20297" y="1175253"/>
                    <a:pt x="-20297" y="1306862"/>
                    <a:pt x="60813" y="1388172"/>
                  </a:cubicBezTo>
                  <a:lnTo>
                    <a:pt x="636133" y="1963492"/>
                  </a:lnTo>
                  <a:cubicBezTo>
                    <a:pt x="665838" y="1993212"/>
                    <a:pt x="703911" y="2013140"/>
                    <a:pt x="745255" y="2020624"/>
                  </a:cubicBezTo>
                  <a:lnTo>
                    <a:pt x="745255" y="2260579"/>
                  </a:lnTo>
                  <a:cubicBezTo>
                    <a:pt x="549484" y="2281558"/>
                    <a:pt x="407791" y="2457273"/>
                    <a:pt x="428774" y="2653042"/>
                  </a:cubicBezTo>
                  <a:cubicBezTo>
                    <a:pt x="449757" y="2848811"/>
                    <a:pt x="625470" y="2990510"/>
                    <a:pt x="821241" y="2969531"/>
                  </a:cubicBezTo>
                  <a:cubicBezTo>
                    <a:pt x="1017009" y="2948540"/>
                    <a:pt x="1158708" y="2772825"/>
                    <a:pt x="1137718" y="2577056"/>
                  </a:cubicBezTo>
                  <a:cubicBezTo>
                    <a:pt x="1119847" y="2410242"/>
                    <a:pt x="988066" y="2278461"/>
                    <a:pt x="821241" y="2260579"/>
                  </a:cubicBezTo>
                  <a:lnTo>
                    <a:pt x="821241" y="2020624"/>
                  </a:lnTo>
                  <a:cubicBezTo>
                    <a:pt x="862576" y="2013117"/>
                    <a:pt x="900641" y="1993178"/>
                    <a:pt x="930363" y="1963492"/>
                  </a:cubicBezTo>
                  <a:close/>
                  <a:moveTo>
                    <a:pt x="112803" y="1336182"/>
                  </a:moveTo>
                  <a:cubicBezTo>
                    <a:pt x="60498" y="1283552"/>
                    <a:pt x="60498" y="1198562"/>
                    <a:pt x="112803" y="1145932"/>
                  </a:cubicBezTo>
                  <a:lnTo>
                    <a:pt x="688123" y="570727"/>
                  </a:lnTo>
                  <a:cubicBezTo>
                    <a:pt x="740630" y="518188"/>
                    <a:pt x="825783" y="518165"/>
                    <a:pt x="878319" y="570670"/>
                  </a:cubicBezTo>
                  <a:cubicBezTo>
                    <a:pt x="878337" y="570693"/>
                    <a:pt x="878355" y="570704"/>
                    <a:pt x="878373" y="570727"/>
                  </a:cubicBezTo>
                  <a:lnTo>
                    <a:pt x="1453121" y="1145932"/>
                  </a:lnTo>
                  <a:cubicBezTo>
                    <a:pt x="1505557" y="1198517"/>
                    <a:pt x="1505557" y="1283598"/>
                    <a:pt x="1453121" y="1336182"/>
                  </a:cubicBezTo>
                  <a:lnTo>
                    <a:pt x="878259" y="1911502"/>
                  </a:lnTo>
                  <a:cubicBezTo>
                    <a:pt x="825719" y="1963915"/>
                    <a:pt x="740663" y="1963915"/>
                    <a:pt x="688123" y="1911502"/>
                  </a:cubicBezTo>
                  <a:close/>
                  <a:moveTo>
                    <a:pt x="1063709" y="2614798"/>
                  </a:moveTo>
                  <a:cubicBezTo>
                    <a:pt x="1063778" y="2769728"/>
                    <a:pt x="938236" y="2895362"/>
                    <a:pt x="783305" y="2895430"/>
                  </a:cubicBezTo>
                  <a:cubicBezTo>
                    <a:pt x="628379" y="2895499"/>
                    <a:pt x="502735" y="2769957"/>
                    <a:pt x="502672" y="2615026"/>
                  </a:cubicBezTo>
                  <a:cubicBezTo>
                    <a:pt x="502609" y="2460095"/>
                    <a:pt x="628150" y="2334462"/>
                    <a:pt x="783077" y="2334393"/>
                  </a:cubicBezTo>
                  <a:cubicBezTo>
                    <a:pt x="783114" y="2334393"/>
                    <a:pt x="783153" y="2334393"/>
                    <a:pt x="783191" y="2334393"/>
                  </a:cubicBezTo>
                  <a:cubicBezTo>
                    <a:pt x="938019" y="2334519"/>
                    <a:pt x="1063515" y="2459970"/>
                    <a:pt x="1063709" y="2614798"/>
                  </a:cubicBezTo>
                  <a:close/>
                </a:path>
              </a:pathLst>
            </a:custGeom>
            <a:solidFill>
              <a:schemeClr val="accent1"/>
            </a:solidFill>
            <a:ln w="11422" cap="flat">
              <a:noFill/>
              <a:prstDash val="solid"/>
              <a:miter/>
            </a:ln>
          </p:spPr>
          <p:txBody>
            <a:bodyPr rtlCol="0" anchor="ctr"/>
            <a:lstStyle/>
            <a:p>
              <a:endParaRPr lang="en-US">
                <a:solidFill>
                  <a:schemeClr val="bg1"/>
                </a:solidFill>
                <a:latin typeface="Segoe UI" panose="020B0502040204020203" pitchFamily="34" charset="0"/>
                <a:cs typeface="Segoe UI" panose="020B0502040204020203" pitchFamily="34" charset="0"/>
              </a:endParaRPr>
            </a:p>
          </p:txBody>
        </p:sp>
        <p:sp>
          <p:nvSpPr>
            <p:cNvPr id="88" name="TextBox 87">
              <a:extLst>
                <a:ext uri="{FF2B5EF4-FFF2-40B4-BE49-F238E27FC236}">
                  <a16:creationId xmlns:a16="http://schemas.microsoft.com/office/drawing/2014/main" id="{BA912C21-CB3F-C16A-ED2B-8813533E560D}"/>
                </a:ext>
              </a:extLst>
            </p:cNvPr>
            <p:cNvSpPr txBox="1"/>
            <p:nvPr/>
          </p:nvSpPr>
          <p:spPr>
            <a:xfrm>
              <a:off x="638649" y="5717737"/>
              <a:ext cx="1980500" cy="1092607"/>
            </a:xfrm>
            <a:prstGeom prst="rect">
              <a:avLst/>
            </a:prstGeom>
            <a:noFill/>
          </p:spPr>
          <p:txBody>
            <a:bodyPr wrap="square">
              <a:spAutoFit/>
            </a:bodyPr>
            <a:lstStyle/>
            <a:p>
              <a:pPr algn="ctr">
                <a:spcBef>
                  <a:spcPts val="600"/>
                </a:spcBef>
              </a:pPr>
              <a:r>
                <a:rPr lang="en-US" sz="1200" b="1" i="0" dirty="0">
                  <a:solidFill>
                    <a:schemeClr val="tx1">
                      <a:lumMod val="85000"/>
                      <a:lumOff val="15000"/>
                    </a:schemeClr>
                  </a:solidFill>
                  <a:effectLst/>
                  <a:latin typeface="Segoe UI" panose="020B0502040204020203" pitchFamily="34" charset="0"/>
                  <a:cs typeface="Segoe UI" panose="020B0502040204020203" pitchFamily="34" charset="0"/>
                </a:rPr>
                <a:t>Dara Ingestion</a:t>
              </a:r>
            </a:p>
            <a:p>
              <a:pPr algn="ctr">
                <a:spcBef>
                  <a:spcPts val="600"/>
                </a:spcBef>
              </a:pPr>
              <a:r>
                <a:rPr lang="en-US" sz="1200" i="0" dirty="0">
                  <a:solidFill>
                    <a:schemeClr val="tx1">
                      <a:lumMod val="85000"/>
                      <a:lumOff val="15000"/>
                    </a:schemeClr>
                  </a:solidFill>
                  <a:effectLst/>
                  <a:latin typeface="Segoe UI" panose="020B0502040204020203" pitchFamily="34" charset="0"/>
                  <a:cs typeface="Segoe UI" panose="020B0502040204020203" pitchFamily="34" charset="0"/>
                </a:rPr>
                <a:t>Imported Structured  doctor and medicine datasets into the M</a:t>
              </a:r>
              <a:r>
                <a:rPr lang="en-US" sz="1200" dirty="0">
                  <a:solidFill>
                    <a:schemeClr val="tx1">
                      <a:lumMod val="85000"/>
                      <a:lumOff val="15000"/>
                    </a:schemeClr>
                  </a:solidFill>
                  <a:latin typeface="Segoe UI" panose="020B0502040204020203" pitchFamily="34" charset="0"/>
                  <a:cs typeface="Segoe UI" panose="020B0502040204020203" pitchFamily="34" charset="0"/>
                </a:rPr>
                <a:t>L environment </a:t>
              </a:r>
              <a:endParaRPr lang="en-US" sz="1200" i="0" dirty="0">
                <a:solidFill>
                  <a:schemeClr val="tx1">
                    <a:lumMod val="85000"/>
                    <a:lumOff val="15000"/>
                  </a:schemeClr>
                </a:solidFill>
                <a:effectLst/>
                <a:latin typeface="Segoe UI" panose="020B0502040204020203" pitchFamily="34" charset="0"/>
                <a:cs typeface="Segoe UI" panose="020B0502040204020203" pitchFamily="34" charset="0"/>
              </a:endParaRPr>
            </a:p>
          </p:txBody>
        </p:sp>
        <p:sp>
          <p:nvSpPr>
            <p:cNvPr id="94" name="TextBox 93">
              <a:extLst>
                <a:ext uri="{FF2B5EF4-FFF2-40B4-BE49-F238E27FC236}">
                  <a16:creationId xmlns:a16="http://schemas.microsoft.com/office/drawing/2014/main" id="{0BB31F65-D07C-BA4A-4859-6A1089CF04D8}"/>
                </a:ext>
              </a:extLst>
            </p:cNvPr>
            <p:cNvSpPr txBox="1"/>
            <p:nvPr/>
          </p:nvSpPr>
          <p:spPr>
            <a:xfrm>
              <a:off x="2926763" y="5717737"/>
              <a:ext cx="1980500" cy="907941"/>
            </a:xfrm>
            <a:prstGeom prst="rect">
              <a:avLst/>
            </a:prstGeom>
            <a:noFill/>
          </p:spPr>
          <p:txBody>
            <a:bodyPr wrap="square">
              <a:spAutoFit/>
            </a:bodyPr>
            <a:lstStyle/>
            <a:p>
              <a:pPr algn="ctr">
                <a:spcBef>
                  <a:spcPts val="600"/>
                </a:spcBef>
              </a:pPr>
              <a:r>
                <a:rPr lang="en-US" sz="1200" b="1" dirty="0"/>
                <a:t>Feature Engineering Pipeline</a:t>
              </a:r>
            </a:p>
            <a:p>
              <a:pPr algn="ctr">
                <a:spcBef>
                  <a:spcPts val="600"/>
                </a:spcBef>
              </a:pPr>
              <a:r>
                <a:rPr lang="en-US" sz="1200" i="0" dirty="0">
                  <a:solidFill>
                    <a:schemeClr val="tx1">
                      <a:lumMod val="85000"/>
                      <a:lumOff val="15000"/>
                    </a:schemeClr>
                  </a:solidFill>
                  <a:effectLst/>
                  <a:latin typeface="Segoe UI" panose="020B0502040204020203" pitchFamily="34" charset="0"/>
                  <a:cs typeface="Segoe UI" panose="020B0502040204020203" pitchFamily="34" charset="0"/>
                </a:rPr>
                <a:t>Encoded, scaled, and engineered features</a:t>
              </a:r>
            </a:p>
          </p:txBody>
        </p:sp>
        <p:sp>
          <p:nvSpPr>
            <p:cNvPr id="95" name="TextBox 94">
              <a:extLst>
                <a:ext uri="{FF2B5EF4-FFF2-40B4-BE49-F238E27FC236}">
                  <a16:creationId xmlns:a16="http://schemas.microsoft.com/office/drawing/2014/main" id="{BE39C0EA-628A-36D3-47CB-74DC780B454A}"/>
                </a:ext>
              </a:extLst>
            </p:cNvPr>
            <p:cNvSpPr txBox="1"/>
            <p:nvPr/>
          </p:nvSpPr>
          <p:spPr>
            <a:xfrm>
              <a:off x="5269279" y="5717737"/>
              <a:ext cx="1980500" cy="1107996"/>
            </a:xfrm>
            <a:prstGeom prst="rect">
              <a:avLst/>
            </a:prstGeom>
            <a:noFill/>
          </p:spPr>
          <p:txBody>
            <a:bodyPr wrap="square">
              <a:spAutoFit/>
            </a:bodyPr>
            <a:lstStyle/>
            <a:p>
              <a:r>
                <a:rPr lang="en-US" sz="1100" b="1" dirty="0"/>
                <a:t>Model Configuration</a:t>
              </a:r>
            </a:p>
            <a:p>
              <a:r>
                <a:rPr lang="en-US" sz="1100" dirty="0"/>
                <a:t>Choosing and configuring models such as:</a:t>
              </a:r>
            </a:p>
            <a:p>
              <a:pPr marL="171450" indent="-171450">
                <a:buFont typeface="Arial" panose="020B0604020202020204" pitchFamily="34" charset="0"/>
                <a:buChar char="•"/>
              </a:pPr>
              <a:r>
                <a:rPr lang="en-US" sz="1100" dirty="0"/>
                <a:t>Logistic Regression</a:t>
              </a:r>
            </a:p>
            <a:p>
              <a:pPr marL="171450" indent="-171450">
                <a:buFont typeface="Arial" panose="020B0604020202020204" pitchFamily="34" charset="0"/>
                <a:buChar char="•"/>
              </a:pPr>
              <a:r>
                <a:rPr lang="en-US" sz="1100" dirty="0"/>
                <a:t>Random Forest Classifier</a:t>
              </a:r>
            </a:p>
            <a:p>
              <a:pPr marL="171450" indent="-171450">
                <a:buFont typeface="Arial" panose="020B0604020202020204" pitchFamily="34" charset="0"/>
                <a:buChar char="•"/>
              </a:pPr>
              <a:r>
                <a:rPr lang="en-US" sz="1100" dirty="0"/>
                <a:t>Gradient Boosting Classifier</a:t>
              </a:r>
            </a:p>
          </p:txBody>
        </p:sp>
        <p:sp>
          <p:nvSpPr>
            <p:cNvPr id="96" name="TextBox 95">
              <a:extLst>
                <a:ext uri="{FF2B5EF4-FFF2-40B4-BE49-F238E27FC236}">
                  <a16:creationId xmlns:a16="http://schemas.microsoft.com/office/drawing/2014/main" id="{A6A88783-699E-53DD-33E6-93FAF5A62E75}"/>
                </a:ext>
              </a:extLst>
            </p:cNvPr>
            <p:cNvSpPr txBox="1"/>
            <p:nvPr/>
          </p:nvSpPr>
          <p:spPr>
            <a:xfrm>
              <a:off x="7566831" y="5717737"/>
              <a:ext cx="1980500" cy="1123384"/>
            </a:xfrm>
            <a:prstGeom prst="rect">
              <a:avLst/>
            </a:prstGeom>
            <a:noFill/>
          </p:spPr>
          <p:txBody>
            <a:bodyPr wrap="square">
              <a:spAutoFit/>
            </a:bodyPr>
            <a:lstStyle/>
            <a:p>
              <a:pPr algn="ctr">
                <a:spcBef>
                  <a:spcPts val="600"/>
                </a:spcBef>
              </a:pPr>
              <a:r>
                <a:rPr lang="en-US" sz="1200" b="1" i="0" dirty="0">
                  <a:solidFill>
                    <a:schemeClr val="tx1">
                      <a:lumMod val="85000"/>
                      <a:lumOff val="15000"/>
                    </a:schemeClr>
                  </a:solidFill>
                  <a:effectLst/>
                  <a:latin typeface="Segoe UI" panose="020B0502040204020203" pitchFamily="34" charset="0"/>
                  <a:cs typeface="Segoe UI" panose="020B0502040204020203" pitchFamily="34" charset="0"/>
                </a:rPr>
                <a:t>Model Training &amp; Inference</a:t>
              </a:r>
            </a:p>
            <a:p>
              <a:pPr algn="ctr">
                <a:spcBef>
                  <a:spcPts val="600"/>
                </a:spcBef>
              </a:pPr>
              <a:r>
                <a:rPr lang="en-US" sz="1100" b="0" i="0" dirty="0">
                  <a:solidFill>
                    <a:schemeClr val="tx1">
                      <a:lumMod val="85000"/>
                      <a:lumOff val="15000"/>
                    </a:schemeClr>
                  </a:solidFill>
                  <a:effectLst/>
                  <a:latin typeface="Segoe UI" panose="020B0502040204020203" pitchFamily="34" charset="0"/>
                  <a:cs typeface="Segoe UI" panose="020B0502040204020203" pitchFamily="34" charset="0"/>
                </a:rPr>
                <a:t>.</a:t>
              </a:r>
              <a:r>
                <a:rPr lang="en-US" sz="1100" dirty="0"/>
                <a:t> Model training and prediction generation</a:t>
              </a:r>
            </a:p>
            <a:p>
              <a:pPr algn="ctr">
                <a:spcBef>
                  <a:spcPts val="600"/>
                </a:spcBef>
              </a:pPr>
              <a:r>
                <a:rPr lang="en-US" sz="1100" dirty="0">
                  <a:solidFill>
                    <a:schemeClr val="tx1">
                      <a:lumMod val="85000"/>
                      <a:lumOff val="15000"/>
                    </a:schemeClr>
                  </a:solidFill>
                  <a:latin typeface="Segoe UI" panose="020B0502040204020203" pitchFamily="34" charset="0"/>
                  <a:cs typeface="Segoe UI" panose="020B0502040204020203" pitchFamily="34" charset="0"/>
                </a:rPr>
                <a:t>Used Ensemble Learning </a:t>
              </a:r>
            </a:p>
          </p:txBody>
        </p:sp>
        <p:sp>
          <p:nvSpPr>
            <p:cNvPr id="97" name="TextBox 96">
              <a:extLst>
                <a:ext uri="{FF2B5EF4-FFF2-40B4-BE49-F238E27FC236}">
                  <a16:creationId xmlns:a16="http://schemas.microsoft.com/office/drawing/2014/main" id="{866556DE-5FC2-59B0-D074-AE95C8132BA2}"/>
                </a:ext>
              </a:extLst>
            </p:cNvPr>
            <p:cNvSpPr txBox="1"/>
            <p:nvPr/>
          </p:nvSpPr>
          <p:spPr>
            <a:xfrm>
              <a:off x="9831133" y="5717737"/>
              <a:ext cx="1980500" cy="1277273"/>
            </a:xfrm>
            <a:prstGeom prst="rect">
              <a:avLst/>
            </a:prstGeom>
            <a:noFill/>
          </p:spPr>
          <p:txBody>
            <a:bodyPr wrap="square">
              <a:spAutoFit/>
            </a:bodyPr>
            <a:lstStyle/>
            <a:p>
              <a:pPr algn="ctr">
                <a:spcBef>
                  <a:spcPts val="600"/>
                </a:spcBef>
              </a:pPr>
              <a:r>
                <a:rPr lang="en-US" sz="1200" b="1" i="0" dirty="0">
                  <a:solidFill>
                    <a:schemeClr val="tx1">
                      <a:lumMod val="85000"/>
                      <a:lumOff val="15000"/>
                    </a:schemeClr>
                  </a:solidFill>
                  <a:effectLst/>
                  <a:latin typeface="Segoe UI" panose="020B0502040204020203" pitchFamily="34" charset="0"/>
                  <a:cs typeface="Segoe UI" panose="020B0502040204020203" pitchFamily="34" charset="0"/>
                </a:rPr>
                <a:t>Evaluation &amp; Validation</a:t>
              </a:r>
            </a:p>
            <a:p>
              <a:pPr algn="ctr">
                <a:spcBef>
                  <a:spcPts val="600"/>
                </a:spcBef>
              </a:pPr>
              <a:r>
                <a:rPr lang="en-IN" sz="1200" dirty="0"/>
                <a:t>Accuracy scoring, confusion matrix analysis, classification metrics (precision, recall, F1-score),Another one Shape with 99%</a:t>
              </a:r>
              <a:endParaRPr lang="en-US" sz="1200" b="1" i="0" dirty="0">
                <a:solidFill>
                  <a:schemeClr val="tx1">
                    <a:lumMod val="85000"/>
                    <a:lumOff val="15000"/>
                  </a:schemeClr>
                </a:solidFill>
                <a:effectLst/>
                <a:latin typeface="Segoe UI" panose="020B0502040204020203" pitchFamily="34" charset="0"/>
                <a:cs typeface="Segoe UI" panose="020B0502040204020203" pitchFamily="34" charset="0"/>
              </a:endParaRPr>
            </a:p>
          </p:txBody>
        </p:sp>
        <p:pic>
          <p:nvPicPr>
            <p:cNvPr id="98" name="Picture 97" descr="A black background with a black square&#10;&#10;Description automatically generated with medium confidence">
              <a:extLst>
                <a:ext uri="{FF2B5EF4-FFF2-40B4-BE49-F238E27FC236}">
                  <a16:creationId xmlns:a16="http://schemas.microsoft.com/office/drawing/2014/main" id="{97028754-2FCA-33BE-AC87-74690B9FFE47}"/>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524110" y="3679767"/>
              <a:ext cx="457200" cy="457200"/>
            </a:xfrm>
            <a:prstGeom prst="rect">
              <a:avLst/>
            </a:prstGeom>
          </p:spPr>
        </p:pic>
        <p:pic>
          <p:nvPicPr>
            <p:cNvPr id="99" name="Picture 98" descr="A black background with a black square&#10;&#10;Description automatically generated with medium confidence">
              <a:extLst>
                <a:ext uri="{FF2B5EF4-FFF2-40B4-BE49-F238E27FC236}">
                  <a16:creationId xmlns:a16="http://schemas.microsoft.com/office/drawing/2014/main" id="{139229CA-7245-3543-2E74-0E724298C9EB}"/>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955329" y="3663969"/>
              <a:ext cx="457200" cy="457200"/>
            </a:xfrm>
            <a:prstGeom prst="rect">
              <a:avLst/>
            </a:prstGeom>
          </p:spPr>
        </p:pic>
        <p:pic>
          <p:nvPicPr>
            <p:cNvPr id="100" name="Picture 99" descr="A black background with a black square&#10;&#10;Description automatically generated with medium confidence">
              <a:extLst>
                <a:ext uri="{FF2B5EF4-FFF2-40B4-BE49-F238E27FC236}">
                  <a16:creationId xmlns:a16="http://schemas.microsoft.com/office/drawing/2014/main" id="{14FAFF33-601D-6CC9-004F-AD64A9096734}"/>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235980" y="3659456"/>
              <a:ext cx="457200" cy="457200"/>
            </a:xfrm>
            <a:prstGeom prst="rect">
              <a:avLst/>
            </a:prstGeom>
          </p:spPr>
        </p:pic>
        <p:pic>
          <p:nvPicPr>
            <p:cNvPr id="101" name="Picture 100" descr="A black background with a black square&#10;&#10;Description automatically generated with medium confidence">
              <a:extLst>
                <a:ext uri="{FF2B5EF4-FFF2-40B4-BE49-F238E27FC236}">
                  <a16:creationId xmlns:a16="http://schemas.microsoft.com/office/drawing/2014/main" id="{7264AC42-1E00-290E-BCA8-140DA941B75A}"/>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411641" y="3679767"/>
              <a:ext cx="457200" cy="457200"/>
            </a:xfrm>
            <a:prstGeom prst="rect">
              <a:avLst/>
            </a:prstGeom>
          </p:spPr>
        </p:pic>
        <p:pic>
          <p:nvPicPr>
            <p:cNvPr id="102" name="Picture 101" descr="A black background with a black square&#10;&#10;Description automatically generated with medium confidence">
              <a:extLst>
                <a:ext uri="{FF2B5EF4-FFF2-40B4-BE49-F238E27FC236}">
                  <a16:creationId xmlns:a16="http://schemas.microsoft.com/office/drawing/2014/main" id="{DB9A4A33-DA06-FF0F-DB3F-DF1A37B3DCD2}"/>
                </a:ext>
              </a:extLst>
            </p:cNvPr>
            <p:cNvPicPr>
              <a:picLocks noChangeAspect="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703590" y="3659456"/>
              <a:ext cx="457200" cy="457200"/>
            </a:xfrm>
            <a:prstGeom prst="rect">
              <a:avLst/>
            </a:prstGeom>
          </p:spPr>
        </p:pic>
        <p:sp>
          <p:nvSpPr>
            <p:cNvPr id="104" name="TextBox 103">
              <a:extLst>
                <a:ext uri="{FF2B5EF4-FFF2-40B4-BE49-F238E27FC236}">
                  <a16:creationId xmlns:a16="http://schemas.microsoft.com/office/drawing/2014/main" id="{3667D096-D822-6D38-8DB8-C7E0C2F34C9B}"/>
                </a:ext>
              </a:extLst>
            </p:cNvPr>
            <p:cNvSpPr txBox="1"/>
            <p:nvPr/>
          </p:nvSpPr>
          <p:spPr>
            <a:xfrm>
              <a:off x="4627283" y="1776711"/>
              <a:ext cx="2939547" cy="369332"/>
            </a:xfrm>
            <a:prstGeom prst="rect">
              <a:avLst/>
            </a:prstGeom>
            <a:noFill/>
          </p:spPr>
          <p:txBody>
            <a:bodyPr wrap="square">
              <a:spAutoFit/>
            </a:bodyPr>
            <a:lstStyle/>
            <a:p>
              <a:pPr algn="ctr"/>
              <a:r>
                <a:rPr lang="en-US" b="1" dirty="0">
                  <a:solidFill>
                    <a:schemeClr val="tx1">
                      <a:lumMod val="85000"/>
                      <a:lumOff val="15000"/>
                    </a:schemeClr>
                  </a:solidFill>
                  <a:latin typeface="Segoe UI" panose="020B0502040204020203" pitchFamily="34" charset="0"/>
                </a:rPr>
                <a:t>Prediction Pipeline </a:t>
              </a:r>
              <a:r>
                <a:rPr lang="en-US" b="1" i="0" dirty="0">
                  <a:solidFill>
                    <a:schemeClr val="tx1">
                      <a:lumMod val="85000"/>
                      <a:lumOff val="15000"/>
                    </a:schemeClr>
                  </a:solidFill>
                  <a:effectLst/>
                  <a:latin typeface="Segoe UI" panose="020B0502040204020203" pitchFamily="34" charset="0"/>
                </a:rPr>
                <a:t> </a:t>
              </a:r>
            </a:p>
          </p:txBody>
        </p:sp>
      </p:grpSp>
      <p:sp>
        <p:nvSpPr>
          <p:cNvPr id="106" name="TextBox 105">
            <a:extLst>
              <a:ext uri="{FF2B5EF4-FFF2-40B4-BE49-F238E27FC236}">
                <a16:creationId xmlns:a16="http://schemas.microsoft.com/office/drawing/2014/main" id="{B96A9951-6A50-28AD-F603-0E39F59E2F6F}"/>
              </a:ext>
            </a:extLst>
          </p:cNvPr>
          <p:cNvSpPr txBox="1"/>
          <p:nvPr/>
        </p:nvSpPr>
        <p:spPr>
          <a:xfrm>
            <a:off x="-1950" y="407417"/>
            <a:ext cx="12195901" cy="461665"/>
          </a:xfrm>
          <a:prstGeom prst="rect">
            <a:avLst/>
          </a:prstGeom>
          <a:noFill/>
        </p:spPr>
        <p:txBody>
          <a:bodyPr wrap="square">
            <a:spAutoFit/>
          </a:bodyPr>
          <a:lstStyle/>
          <a:p>
            <a:pPr algn="ctr"/>
            <a:r>
              <a:rPr lang="en-US" sz="2400" b="1" i="0" dirty="0">
                <a:solidFill>
                  <a:schemeClr val="tx1">
                    <a:lumMod val="85000"/>
                    <a:lumOff val="15000"/>
                  </a:schemeClr>
                </a:solidFill>
                <a:effectLst/>
                <a:latin typeface="Segoe UI" panose="020B0502040204020203" pitchFamily="34" charset="0"/>
              </a:rPr>
              <a:t>Machine Learning Process Overview</a:t>
            </a:r>
          </a:p>
        </p:txBody>
      </p:sp>
    </p:spTree>
    <p:extLst>
      <p:ext uri="{BB962C8B-B14F-4D97-AF65-F5344CB8AC3E}">
        <p14:creationId xmlns:p14="http://schemas.microsoft.com/office/powerpoint/2010/main" val="8102305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Group 83">
            <a:extLst>
              <a:ext uri="{FF2B5EF4-FFF2-40B4-BE49-F238E27FC236}">
                <a16:creationId xmlns:a16="http://schemas.microsoft.com/office/drawing/2014/main" id="{E1174C23-B4A4-EB7E-2A1D-862B9510ACCA}"/>
              </a:ext>
            </a:extLst>
          </p:cNvPr>
          <p:cNvGrpSpPr/>
          <p:nvPr/>
        </p:nvGrpSpPr>
        <p:grpSpPr>
          <a:xfrm>
            <a:off x="742798" y="1180086"/>
            <a:ext cx="10706404" cy="5344681"/>
            <a:chOff x="466107" y="1239461"/>
            <a:chExt cx="10706404" cy="5344681"/>
          </a:xfrm>
        </p:grpSpPr>
        <p:sp>
          <p:nvSpPr>
            <p:cNvPr id="15" name="Block Arc 14">
              <a:extLst>
                <a:ext uri="{FF2B5EF4-FFF2-40B4-BE49-F238E27FC236}">
                  <a16:creationId xmlns:a16="http://schemas.microsoft.com/office/drawing/2014/main" id="{EB35D07C-C1FE-D62C-CFA0-2A5E747B40F5}"/>
                </a:ext>
              </a:extLst>
            </p:cNvPr>
            <p:cNvSpPr/>
            <p:nvPr/>
          </p:nvSpPr>
          <p:spPr>
            <a:xfrm rot="15200459" flipH="1">
              <a:off x="1278969" y="3908959"/>
              <a:ext cx="914400" cy="914400"/>
            </a:xfrm>
            <a:prstGeom prst="blockArc">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Block Arc 7">
              <a:extLst>
                <a:ext uri="{FF2B5EF4-FFF2-40B4-BE49-F238E27FC236}">
                  <a16:creationId xmlns:a16="http://schemas.microsoft.com/office/drawing/2014/main" id="{3586E5DA-3FCA-9409-0A87-B87B11D8D283}"/>
                </a:ext>
              </a:extLst>
            </p:cNvPr>
            <p:cNvSpPr/>
            <p:nvPr/>
          </p:nvSpPr>
          <p:spPr>
            <a:xfrm rot="16200000" flipH="1">
              <a:off x="803954" y="2212765"/>
              <a:ext cx="914400" cy="914400"/>
            </a:xfrm>
            <a:prstGeom prst="blockArc">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7" name="Group 6">
              <a:extLst>
                <a:ext uri="{FF2B5EF4-FFF2-40B4-BE49-F238E27FC236}">
                  <a16:creationId xmlns:a16="http://schemas.microsoft.com/office/drawing/2014/main" id="{21DB3072-5D4A-300C-7608-290A24A274C2}"/>
                </a:ext>
              </a:extLst>
            </p:cNvPr>
            <p:cNvGrpSpPr/>
            <p:nvPr/>
          </p:nvGrpSpPr>
          <p:grpSpPr>
            <a:xfrm flipH="1">
              <a:off x="1139846" y="1360586"/>
              <a:ext cx="3693226" cy="1151906"/>
              <a:chOff x="4512623" y="1701014"/>
              <a:chExt cx="3693226" cy="1151906"/>
            </a:xfrm>
          </p:grpSpPr>
          <p:sp>
            <p:nvSpPr>
              <p:cNvPr id="5" name="Rectangle 4">
                <a:extLst>
                  <a:ext uri="{FF2B5EF4-FFF2-40B4-BE49-F238E27FC236}">
                    <a16:creationId xmlns:a16="http://schemas.microsoft.com/office/drawing/2014/main" id="{3842E880-6886-8D64-CA8E-C5433C6726EC}"/>
                  </a:ext>
                </a:extLst>
              </p:cNvPr>
              <p:cNvSpPr/>
              <p:nvPr/>
            </p:nvSpPr>
            <p:spPr>
              <a:xfrm>
                <a:off x="4928260" y="1701014"/>
                <a:ext cx="3277589" cy="1151906"/>
              </a:xfrm>
              <a:prstGeom prst="rect">
                <a:avLst/>
              </a:prstGeom>
              <a:gradFill flip="none" rotWithShape="1">
                <a:gsLst>
                  <a:gs pos="51000">
                    <a:schemeClr val="accent1">
                      <a:lumMod val="5000"/>
                      <a:lumOff val="95000"/>
                    </a:schemeClr>
                  </a:gs>
                  <a:gs pos="0">
                    <a:schemeClr val="accent1">
                      <a:lumMod val="60000"/>
                      <a:lumOff val="40000"/>
                    </a:schemeClr>
                  </a:gs>
                </a:gsLst>
                <a:lin ang="10800000" scaled="1"/>
                <a:tileRect/>
              </a:gradFill>
              <a:ln>
                <a:solidFill>
                  <a:schemeClr val="accent1">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arallelogram 5">
                <a:extLst>
                  <a:ext uri="{FF2B5EF4-FFF2-40B4-BE49-F238E27FC236}">
                    <a16:creationId xmlns:a16="http://schemas.microsoft.com/office/drawing/2014/main" id="{4870888A-DBA4-7A85-DFA9-B1204EA79FD7}"/>
                  </a:ext>
                </a:extLst>
              </p:cNvPr>
              <p:cNvSpPr/>
              <p:nvPr/>
            </p:nvSpPr>
            <p:spPr>
              <a:xfrm>
                <a:off x="4512623" y="1721922"/>
                <a:ext cx="2861954" cy="1128156"/>
              </a:xfrm>
              <a:prstGeom prst="parallelogram">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up 1">
              <a:extLst>
                <a:ext uri="{FF2B5EF4-FFF2-40B4-BE49-F238E27FC236}">
                  <a16:creationId xmlns:a16="http://schemas.microsoft.com/office/drawing/2014/main" id="{EA697450-146E-F3DB-33DB-C5B30FAA00A5}"/>
                </a:ext>
              </a:extLst>
            </p:cNvPr>
            <p:cNvGrpSpPr/>
            <p:nvPr/>
          </p:nvGrpSpPr>
          <p:grpSpPr>
            <a:xfrm flipH="1">
              <a:off x="466107" y="1239461"/>
              <a:ext cx="1394156" cy="1394156"/>
              <a:chOff x="7923461" y="936252"/>
              <a:chExt cx="1394156" cy="1394156"/>
            </a:xfrm>
          </p:grpSpPr>
          <p:sp>
            <p:nvSpPr>
              <p:cNvPr id="3" name="Oval 2">
                <a:extLst>
                  <a:ext uri="{FF2B5EF4-FFF2-40B4-BE49-F238E27FC236}">
                    <a16:creationId xmlns:a16="http://schemas.microsoft.com/office/drawing/2014/main" id="{D2352147-A59C-806F-AB6D-CD0F08740906}"/>
                  </a:ext>
                </a:extLst>
              </p:cNvPr>
              <p:cNvSpPr/>
              <p:nvPr/>
            </p:nvSpPr>
            <p:spPr>
              <a:xfrm>
                <a:off x="8016896" y="1029687"/>
                <a:ext cx="1207287" cy="120728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ircle: Hollow 3">
                <a:extLst>
                  <a:ext uri="{FF2B5EF4-FFF2-40B4-BE49-F238E27FC236}">
                    <a16:creationId xmlns:a16="http://schemas.microsoft.com/office/drawing/2014/main" id="{407D14A2-F361-EFC4-C0CF-F04E69F5D8A3}"/>
                  </a:ext>
                </a:extLst>
              </p:cNvPr>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9" name="Group 8">
              <a:extLst>
                <a:ext uri="{FF2B5EF4-FFF2-40B4-BE49-F238E27FC236}">
                  <a16:creationId xmlns:a16="http://schemas.microsoft.com/office/drawing/2014/main" id="{7F0945DC-951D-F626-FB6A-6F41D4F44D26}"/>
                </a:ext>
              </a:extLst>
            </p:cNvPr>
            <p:cNvGrpSpPr/>
            <p:nvPr/>
          </p:nvGrpSpPr>
          <p:grpSpPr>
            <a:xfrm flipH="1">
              <a:off x="1424851" y="2985526"/>
              <a:ext cx="3693226" cy="1151906"/>
              <a:chOff x="4512623" y="1701014"/>
              <a:chExt cx="3693226" cy="1151906"/>
            </a:xfrm>
          </p:grpSpPr>
          <p:sp>
            <p:nvSpPr>
              <p:cNvPr id="10" name="Rectangle 9">
                <a:extLst>
                  <a:ext uri="{FF2B5EF4-FFF2-40B4-BE49-F238E27FC236}">
                    <a16:creationId xmlns:a16="http://schemas.microsoft.com/office/drawing/2014/main" id="{8A44E6A9-FB48-9957-D0EE-DB8C2F774D7D}"/>
                  </a:ext>
                </a:extLst>
              </p:cNvPr>
              <p:cNvSpPr/>
              <p:nvPr/>
            </p:nvSpPr>
            <p:spPr>
              <a:xfrm>
                <a:off x="4928260" y="1701014"/>
                <a:ext cx="3277589" cy="1151906"/>
              </a:xfrm>
              <a:prstGeom prst="rect">
                <a:avLst/>
              </a:prstGeom>
              <a:gradFill flip="none" rotWithShape="1">
                <a:gsLst>
                  <a:gs pos="51000">
                    <a:schemeClr val="accent1">
                      <a:lumMod val="5000"/>
                      <a:lumOff val="95000"/>
                    </a:schemeClr>
                  </a:gs>
                  <a:gs pos="0">
                    <a:schemeClr val="accent2">
                      <a:lumMod val="60000"/>
                      <a:lumOff val="40000"/>
                    </a:schemeClr>
                  </a:gs>
                </a:gsLst>
                <a:lin ang="10800000" scaled="1"/>
                <a:tileRect/>
              </a:gradFill>
              <a:ln>
                <a:solidFill>
                  <a:schemeClr val="accent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6BC3DE21-163A-E4D5-D08E-12BFD35B5D71}"/>
                  </a:ext>
                </a:extLst>
              </p:cNvPr>
              <p:cNvSpPr/>
              <p:nvPr/>
            </p:nvSpPr>
            <p:spPr>
              <a:xfrm>
                <a:off x="4512623" y="1710047"/>
                <a:ext cx="2861954" cy="1128156"/>
              </a:xfrm>
              <a:prstGeom prst="parallelogram">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D944B27C-AB3D-920F-BDD7-91ADB5219CE1}"/>
                </a:ext>
              </a:extLst>
            </p:cNvPr>
            <p:cNvGrpSpPr/>
            <p:nvPr/>
          </p:nvGrpSpPr>
          <p:grpSpPr>
            <a:xfrm flipH="1">
              <a:off x="751112" y="2864401"/>
              <a:ext cx="1394156" cy="1394156"/>
              <a:chOff x="7923461" y="936252"/>
              <a:chExt cx="1394156" cy="1394156"/>
            </a:xfrm>
          </p:grpSpPr>
          <p:sp>
            <p:nvSpPr>
              <p:cNvPr id="13" name="Oval 12">
                <a:extLst>
                  <a:ext uri="{FF2B5EF4-FFF2-40B4-BE49-F238E27FC236}">
                    <a16:creationId xmlns:a16="http://schemas.microsoft.com/office/drawing/2014/main" id="{09BC8A68-10BF-AC69-F063-96E1898934A2}"/>
                  </a:ext>
                </a:extLst>
              </p:cNvPr>
              <p:cNvSpPr/>
              <p:nvPr/>
            </p:nvSpPr>
            <p:spPr>
              <a:xfrm>
                <a:off x="8016896" y="1029687"/>
                <a:ext cx="1207287" cy="120728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ircle: Hollow 13">
                <a:extLst>
                  <a:ext uri="{FF2B5EF4-FFF2-40B4-BE49-F238E27FC236}">
                    <a16:creationId xmlns:a16="http://schemas.microsoft.com/office/drawing/2014/main" id="{09BEB4FC-CE26-E8FB-09B4-4685E1B5B468}"/>
                  </a:ext>
                </a:extLst>
              </p:cNvPr>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6" name="Group 15">
              <a:extLst>
                <a:ext uri="{FF2B5EF4-FFF2-40B4-BE49-F238E27FC236}">
                  <a16:creationId xmlns:a16="http://schemas.microsoft.com/office/drawing/2014/main" id="{2C95EAF1-4862-775E-0BE0-35354470E66C}"/>
                </a:ext>
              </a:extLst>
            </p:cNvPr>
            <p:cNvGrpSpPr/>
            <p:nvPr/>
          </p:nvGrpSpPr>
          <p:grpSpPr>
            <a:xfrm flipH="1">
              <a:off x="2066121" y="4610466"/>
              <a:ext cx="3693226" cy="1151906"/>
              <a:chOff x="4512623" y="1701014"/>
              <a:chExt cx="3693226" cy="1151906"/>
            </a:xfrm>
          </p:grpSpPr>
          <p:sp>
            <p:nvSpPr>
              <p:cNvPr id="17" name="Rectangle 16">
                <a:extLst>
                  <a:ext uri="{FF2B5EF4-FFF2-40B4-BE49-F238E27FC236}">
                    <a16:creationId xmlns:a16="http://schemas.microsoft.com/office/drawing/2014/main" id="{D634CE4A-1240-2948-6F88-A0E6D391A5AC}"/>
                  </a:ext>
                </a:extLst>
              </p:cNvPr>
              <p:cNvSpPr/>
              <p:nvPr/>
            </p:nvSpPr>
            <p:spPr>
              <a:xfrm>
                <a:off x="4928260" y="1701014"/>
                <a:ext cx="3277589" cy="1151906"/>
              </a:xfrm>
              <a:prstGeom prst="rect">
                <a:avLst/>
              </a:prstGeom>
              <a:gradFill flip="none" rotWithShape="1">
                <a:gsLst>
                  <a:gs pos="51000">
                    <a:schemeClr val="accent1">
                      <a:lumMod val="5000"/>
                      <a:lumOff val="95000"/>
                    </a:schemeClr>
                  </a:gs>
                  <a:gs pos="0">
                    <a:schemeClr val="accent3">
                      <a:lumMod val="60000"/>
                      <a:lumOff val="40000"/>
                    </a:schemeClr>
                  </a:gs>
                </a:gsLst>
                <a:lin ang="10800000" scaled="1"/>
                <a:tileRect/>
              </a:gradFill>
              <a:ln>
                <a:solidFill>
                  <a:schemeClr val="accent3">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arallelogram 17">
                <a:extLst>
                  <a:ext uri="{FF2B5EF4-FFF2-40B4-BE49-F238E27FC236}">
                    <a16:creationId xmlns:a16="http://schemas.microsoft.com/office/drawing/2014/main" id="{27B696C0-DECF-1C11-DE96-1CBAFE16FC90}"/>
                  </a:ext>
                </a:extLst>
              </p:cNvPr>
              <p:cNvSpPr/>
              <p:nvPr/>
            </p:nvSpPr>
            <p:spPr>
              <a:xfrm>
                <a:off x="4512623" y="1710047"/>
                <a:ext cx="2861954" cy="1128156"/>
              </a:xfrm>
              <a:prstGeom prst="parallelogram">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A93702A3-FDEE-C6CB-AB37-8AB4DF91A7A4}"/>
                </a:ext>
              </a:extLst>
            </p:cNvPr>
            <p:cNvGrpSpPr/>
            <p:nvPr/>
          </p:nvGrpSpPr>
          <p:grpSpPr>
            <a:xfrm flipH="1">
              <a:off x="1392382" y="4489341"/>
              <a:ext cx="1394156" cy="1394156"/>
              <a:chOff x="7923461" y="936252"/>
              <a:chExt cx="1394156" cy="1394156"/>
            </a:xfrm>
          </p:grpSpPr>
          <p:sp>
            <p:nvSpPr>
              <p:cNvPr id="20" name="Oval 19">
                <a:extLst>
                  <a:ext uri="{FF2B5EF4-FFF2-40B4-BE49-F238E27FC236}">
                    <a16:creationId xmlns:a16="http://schemas.microsoft.com/office/drawing/2014/main" id="{5748901B-877B-0B57-6362-5BDD33DAD9FF}"/>
                  </a:ext>
                </a:extLst>
              </p:cNvPr>
              <p:cNvSpPr/>
              <p:nvPr/>
            </p:nvSpPr>
            <p:spPr>
              <a:xfrm>
                <a:off x="8016896" y="1029687"/>
                <a:ext cx="1207287" cy="12072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Circle: Hollow 20">
                <a:extLst>
                  <a:ext uri="{FF2B5EF4-FFF2-40B4-BE49-F238E27FC236}">
                    <a16:creationId xmlns:a16="http://schemas.microsoft.com/office/drawing/2014/main" id="{6D904C82-0558-4A07-D1A4-94AC896344E8}"/>
                  </a:ext>
                </a:extLst>
              </p:cNvPr>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73" name="TextBox 72">
              <a:extLst>
                <a:ext uri="{FF2B5EF4-FFF2-40B4-BE49-F238E27FC236}">
                  <a16:creationId xmlns:a16="http://schemas.microsoft.com/office/drawing/2014/main" id="{31B7CF73-E037-250E-C53F-0364EC4EF091}"/>
                </a:ext>
              </a:extLst>
            </p:cNvPr>
            <p:cNvSpPr txBox="1"/>
            <p:nvPr/>
          </p:nvSpPr>
          <p:spPr>
            <a:xfrm>
              <a:off x="2277094" y="1410625"/>
              <a:ext cx="2864921" cy="1031051"/>
            </a:xfrm>
            <a:prstGeom prst="rect">
              <a:avLst/>
            </a:prstGeom>
            <a:noFill/>
          </p:spPr>
          <p:txBody>
            <a:bodyPr wrap="square">
              <a:spAutoFit/>
            </a:bodyPr>
            <a:lstStyle/>
            <a:p>
              <a:pPr algn="l">
                <a:spcBef>
                  <a:spcPts val="600"/>
                </a:spcBef>
              </a:pPr>
              <a:r>
                <a:rPr lang="en-US" sz="1400" b="1" i="0" dirty="0">
                  <a:solidFill>
                    <a:schemeClr val="tx1">
                      <a:lumMod val="75000"/>
                      <a:lumOff val="25000"/>
                    </a:schemeClr>
                  </a:solidFill>
                  <a:effectLst/>
                  <a:latin typeface="Lora" pitchFamily="2" charset="0"/>
                </a:rPr>
                <a:t>Model Simplification</a:t>
              </a:r>
            </a:p>
            <a:p>
              <a:pPr>
                <a:spcBef>
                  <a:spcPts val="600"/>
                </a:spcBef>
              </a:pPr>
              <a:r>
                <a:rPr lang="en-US" sz="1400" dirty="0"/>
                <a:t>Converted multi-class medicine stock levels into a simpler, more accurate binary prediction model.</a:t>
              </a:r>
              <a:endParaRPr lang="en-US" sz="1400" b="0" i="0" dirty="0">
                <a:solidFill>
                  <a:schemeClr val="tx1">
                    <a:lumMod val="75000"/>
                    <a:lumOff val="25000"/>
                  </a:schemeClr>
                </a:solidFill>
                <a:effectLst/>
                <a:latin typeface="Lora" pitchFamily="2" charset="0"/>
              </a:endParaRPr>
            </a:p>
          </p:txBody>
        </p:sp>
        <p:sp>
          <p:nvSpPr>
            <p:cNvPr id="74" name="TextBox 73">
              <a:extLst>
                <a:ext uri="{FF2B5EF4-FFF2-40B4-BE49-F238E27FC236}">
                  <a16:creationId xmlns:a16="http://schemas.microsoft.com/office/drawing/2014/main" id="{B3607AAB-A67F-8741-0021-6A71AC51A7C1}"/>
                </a:ext>
              </a:extLst>
            </p:cNvPr>
            <p:cNvSpPr txBox="1"/>
            <p:nvPr/>
          </p:nvSpPr>
          <p:spPr>
            <a:xfrm>
              <a:off x="2562103" y="3038394"/>
              <a:ext cx="2864921" cy="1031051"/>
            </a:xfrm>
            <a:prstGeom prst="rect">
              <a:avLst/>
            </a:prstGeom>
            <a:noFill/>
          </p:spPr>
          <p:txBody>
            <a:bodyPr wrap="square">
              <a:spAutoFit/>
            </a:bodyPr>
            <a:lstStyle/>
            <a:p>
              <a:pPr>
                <a:spcBef>
                  <a:spcPts val="600"/>
                </a:spcBef>
              </a:pPr>
              <a:r>
                <a:rPr lang="en-US" sz="1400" b="1" dirty="0"/>
                <a:t>Class Imbalance Handling</a:t>
              </a:r>
            </a:p>
            <a:p>
              <a:pPr>
                <a:spcBef>
                  <a:spcPts val="600"/>
                </a:spcBef>
              </a:pPr>
              <a:r>
                <a:rPr lang="en-US" sz="1400" dirty="0"/>
                <a:t>Applied oversampling and balancing methods to overcome extreme dataset imbalance used SMOTENC</a:t>
              </a:r>
              <a:endParaRPr lang="en-US" sz="1400" b="0" i="0" dirty="0">
                <a:solidFill>
                  <a:schemeClr val="tx1">
                    <a:lumMod val="75000"/>
                    <a:lumOff val="25000"/>
                  </a:schemeClr>
                </a:solidFill>
                <a:effectLst/>
                <a:latin typeface="Lora" pitchFamily="2" charset="0"/>
              </a:endParaRPr>
            </a:p>
          </p:txBody>
        </p:sp>
        <p:sp>
          <p:nvSpPr>
            <p:cNvPr id="75" name="TextBox 74">
              <a:extLst>
                <a:ext uri="{FF2B5EF4-FFF2-40B4-BE49-F238E27FC236}">
                  <a16:creationId xmlns:a16="http://schemas.microsoft.com/office/drawing/2014/main" id="{93F958A7-10D3-60D7-446A-065FD50F4C86}"/>
                </a:ext>
              </a:extLst>
            </p:cNvPr>
            <p:cNvSpPr txBox="1"/>
            <p:nvPr/>
          </p:nvSpPr>
          <p:spPr>
            <a:xfrm>
              <a:off x="3179617" y="4693307"/>
              <a:ext cx="2864921" cy="1031051"/>
            </a:xfrm>
            <a:prstGeom prst="rect">
              <a:avLst/>
            </a:prstGeom>
            <a:noFill/>
          </p:spPr>
          <p:txBody>
            <a:bodyPr wrap="square">
              <a:spAutoFit/>
            </a:bodyPr>
            <a:lstStyle/>
            <a:p>
              <a:pPr>
                <a:spcBef>
                  <a:spcPts val="600"/>
                </a:spcBef>
              </a:pPr>
              <a:r>
                <a:rPr lang="en-IN" sz="1400" b="1" dirty="0"/>
                <a:t>Multi-Model Approach</a:t>
              </a:r>
            </a:p>
            <a:p>
              <a:pPr>
                <a:spcBef>
                  <a:spcPts val="600"/>
                </a:spcBef>
              </a:pPr>
              <a:r>
                <a:rPr lang="en-US" sz="1400" dirty="0"/>
                <a:t>Implemented Logistic Regression, Random Forest, and Gradient Boosting for comparative evaluation.</a:t>
              </a:r>
              <a:endParaRPr lang="en-IN" sz="1400" b="1" dirty="0"/>
            </a:p>
          </p:txBody>
        </p:sp>
        <p:sp>
          <p:nvSpPr>
            <p:cNvPr id="49" name="Block Arc 48">
              <a:extLst>
                <a:ext uri="{FF2B5EF4-FFF2-40B4-BE49-F238E27FC236}">
                  <a16:creationId xmlns:a16="http://schemas.microsoft.com/office/drawing/2014/main" id="{9DCF5B8A-9E71-68D0-7646-1079D19EEAA8}"/>
                </a:ext>
              </a:extLst>
            </p:cNvPr>
            <p:cNvSpPr/>
            <p:nvPr/>
          </p:nvSpPr>
          <p:spPr>
            <a:xfrm rot="15200459" flipH="1">
              <a:off x="6402183" y="4609604"/>
              <a:ext cx="914400" cy="914400"/>
            </a:xfrm>
            <a:prstGeom prst="blockArc">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0" name="Block Arc 49">
              <a:extLst>
                <a:ext uri="{FF2B5EF4-FFF2-40B4-BE49-F238E27FC236}">
                  <a16:creationId xmlns:a16="http://schemas.microsoft.com/office/drawing/2014/main" id="{23B56E77-EB6D-A07E-BCBD-2E461067D9AB}"/>
                </a:ext>
              </a:extLst>
            </p:cNvPr>
            <p:cNvSpPr/>
            <p:nvPr/>
          </p:nvSpPr>
          <p:spPr>
            <a:xfrm rot="16200000" flipH="1">
              <a:off x="5927168" y="2913410"/>
              <a:ext cx="914400" cy="914400"/>
            </a:xfrm>
            <a:prstGeom prst="blockArc">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66" name="Group 65">
              <a:extLst>
                <a:ext uri="{FF2B5EF4-FFF2-40B4-BE49-F238E27FC236}">
                  <a16:creationId xmlns:a16="http://schemas.microsoft.com/office/drawing/2014/main" id="{D1E1C546-3149-577D-387B-CA1417CC3C7E}"/>
                </a:ext>
              </a:extLst>
            </p:cNvPr>
            <p:cNvGrpSpPr/>
            <p:nvPr/>
          </p:nvGrpSpPr>
          <p:grpSpPr>
            <a:xfrm flipH="1">
              <a:off x="6263060" y="2061231"/>
              <a:ext cx="3693226" cy="1151906"/>
              <a:chOff x="4512623" y="1701014"/>
              <a:chExt cx="3693226" cy="1151906"/>
            </a:xfrm>
          </p:grpSpPr>
          <p:sp>
            <p:nvSpPr>
              <p:cNvPr id="70" name="Rectangle 69">
                <a:extLst>
                  <a:ext uri="{FF2B5EF4-FFF2-40B4-BE49-F238E27FC236}">
                    <a16:creationId xmlns:a16="http://schemas.microsoft.com/office/drawing/2014/main" id="{FAF2DE89-40A9-731B-EBB5-56F8B192A9D8}"/>
                  </a:ext>
                </a:extLst>
              </p:cNvPr>
              <p:cNvSpPr/>
              <p:nvPr/>
            </p:nvSpPr>
            <p:spPr>
              <a:xfrm>
                <a:off x="4928260" y="1701014"/>
                <a:ext cx="3277589" cy="1151906"/>
              </a:xfrm>
              <a:prstGeom prst="rect">
                <a:avLst/>
              </a:prstGeom>
              <a:gradFill flip="none" rotWithShape="1">
                <a:gsLst>
                  <a:gs pos="51000">
                    <a:schemeClr val="accent1">
                      <a:lumMod val="5000"/>
                      <a:lumOff val="95000"/>
                    </a:schemeClr>
                  </a:gs>
                  <a:gs pos="0">
                    <a:schemeClr val="accent5">
                      <a:lumMod val="60000"/>
                      <a:lumOff val="40000"/>
                    </a:schemeClr>
                  </a:gs>
                </a:gsLst>
                <a:lin ang="10800000" scaled="1"/>
                <a:tileRect/>
              </a:gradFill>
              <a:ln>
                <a:solidFill>
                  <a:schemeClr val="accent5">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Parallelogram 70">
                <a:extLst>
                  <a:ext uri="{FF2B5EF4-FFF2-40B4-BE49-F238E27FC236}">
                    <a16:creationId xmlns:a16="http://schemas.microsoft.com/office/drawing/2014/main" id="{85541D80-026E-948F-7A4B-07FE03614AE4}"/>
                  </a:ext>
                </a:extLst>
              </p:cNvPr>
              <p:cNvSpPr/>
              <p:nvPr/>
            </p:nvSpPr>
            <p:spPr>
              <a:xfrm>
                <a:off x="4512623" y="1721922"/>
                <a:ext cx="2861954" cy="1128156"/>
              </a:xfrm>
              <a:prstGeom prst="parallelogram">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a:extLst>
                <a:ext uri="{FF2B5EF4-FFF2-40B4-BE49-F238E27FC236}">
                  <a16:creationId xmlns:a16="http://schemas.microsoft.com/office/drawing/2014/main" id="{C8F785D9-CFD2-4A38-DDA8-3E565045EA56}"/>
                </a:ext>
              </a:extLst>
            </p:cNvPr>
            <p:cNvGrpSpPr/>
            <p:nvPr/>
          </p:nvGrpSpPr>
          <p:grpSpPr>
            <a:xfrm flipH="1">
              <a:off x="5589321" y="1940106"/>
              <a:ext cx="1394156" cy="1394156"/>
              <a:chOff x="7923461" y="936252"/>
              <a:chExt cx="1394156" cy="1394156"/>
            </a:xfrm>
          </p:grpSpPr>
          <p:sp>
            <p:nvSpPr>
              <p:cNvPr id="68" name="Oval 67">
                <a:extLst>
                  <a:ext uri="{FF2B5EF4-FFF2-40B4-BE49-F238E27FC236}">
                    <a16:creationId xmlns:a16="http://schemas.microsoft.com/office/drawing/2014/main" id="{9FE32278-0919-EE32-D70F-6EA7BD46B098}"/>
                  </a:ext>
                </a:extLst>
              </p:cNvPr>
              <p:cNvSpPr/>
              <p:nvPr/>
            </p:nvSpPr>
            <p:spPr>
              <a:xfrm>
                <a:off x="8016896" y="1029687"/>
                <a:ext cx="1207287" cy="120728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Circle: Hollow 68">
                <a:extLst>
                  <a:ext uri="{FF2B5EF4-FFF2-40B4-BE49-F238E27FC236}">
                    <a16:creationId xmlns:a16="http://schemas.microsoft.com/office/drawing/2014/main" id="{88528537-F64F-556A-F792-FCB59B5A7E32}"/>
                  </a:ext>
                </a:extLst>
              </p:cNvPr>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60" name="Group 59">
              <a:extLst>
                <a:ext uri="{FF2B5EF4-FFF2-40B4-BE49-F238E27FC236}">
                  <a16:creationId xmlns:a16="http://schemas.microsoft.com/office/drawing/2014/main" id="{FB1B7F60-3829-AF3F-5920-F0D9373DEB0B}"/>
                </a:ext>
              </a:extLst>
            </p:cNvPr>
            <p:cNvGrpSpPr/>
            <p:nvPr/>
          </p:nvGrpSpPr>
          <p:grpSpPr>
            <a:xfrm flipH="1">
              <a:off x="6548065" y="3686171"/>
              <a:ext cx="3693226" cy="1151906"/>
              <a:chOff x="4512623" y="1701014"/>
              <a:chExt cx="3693226" cy="1151906"/>
            </a:xfrm>
          </p:grpSpPr>
          <p:sp>
            <p:nvSpPr>
              <p:cNvPr id="64" name="Rectangle 63">
                <a:extLst>
                  <a:ext uri="{FF2B5EF4-FFF2-40B4-BE49-F238E27FC236}">
                    <a16:creationId xmlns:a16="http://schemas.microsoft.com/office/drawing/2014/main" id="{E7732275-A006-4C76-922E-2882AEC79EEF}"/>
                  </a:ext>
                </a:extLst>
              </p:cNvPr>
              <p:cNvSpPr/>
              <p:nvPr/>
            </p:nvSpPr>
            <p:spPr>
              <a:xfrm>
                <a:off x="4928260" y="1701014"/>
                <a:ext cx="3277589" cy="1151906"/>
              </a:xfrm>
              <a:prstGeom prst="rect">
                <a:avLst/>
              </a:prstGeom>
              <a:gradFill flip="none" rotWithShape="1">
                <a:gsLst>
                  <a:gs pos="51000">
                    <a:schemeClr val="accent1">
                      <a:lumMod val="5000"/>
                      <a:lumOff val="95000"/>
                    </a:schemeClr>
                  </a:gs>
                  <a:gs pos="0">
                    <a:schemeClr val="accent6">
                      <a:lumMod val="60000"/>
                      <a:lumOff val="40000"/>
                    </a:schemeClr>
                  </a:gs>
                </a:gsLst>
                <a:lin ang="10800000" scaled="1"/>
                <a:tileRect/>
              </a:gradFill>
              <a:ln>
                <a:solidFill>
                  <a:schemeClr val="accent6">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Parallelogram 64">
                <a:extLst>
                  <a:ext uri="{FF2B5EF4-FFF2-40B4-BE49-F238E27FC236}">
                    <a16:creationId xmlns:a16="http://schemas.microsoft.com/office/drawing/2014/main" id="{37C7605C-D5DB-46B3-FE93-860C245977E2}"/>
                  </a:ext>
                </a:extLst>
              </p:cNvPr>
              <p:cNvSpPr/>
              <p:nvPr/>
            </p:nvSpPr>
            <p:spPr>
              <a:xfrm>
                <a:off x="4512623" y="1710047"/>
                <a:ext cx="2861954" cy="1128156"/>
              </a:xfrm>
              <a:prstGeom prst="parallelogram">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60CD1D81-D8BC-3C66-2D99-6F6A34E893B8}"/>
                </a:ext>
              </a:extLst>
            </p:cNvPr>
            <p:cNvGrpSpPr/>
            <p:nvPr/>
          </p:nvGrpSpPr>
          <p:grpSpPr>
            <a:xfrm flipH="1">
              <a:off x="5874326" y="3565046"/>
              <a:ext cx="1394156" cy="1394156"/>
              <a:chOff x="7923461" y="936252"/>
              <a:chExt cx="1394156" cy="1394156"/>
            </a:xfrm>
          </p:grpSpPr>
          <p:sp>
            <p:nvSpPr>
              <p:cNvPr id="62" name="Oval 61">
                <a:extLst>
                  <a:ext uri="{FF2B5EF4-FFF2-40B4-BE49-F238E27FC236}">
                    <a16:creationId xmlns:a16="http://schemas.microsoft.com/office/drawing/2014/main" id="{DF05D682-E259-F76A-558A-1511CDD34930}"/>
                  </a:ext>
                </a:extLst>
              </p:cNvPr>
              <p:cNvSpPr/>
              <p:nvPr/>
            </p:nvSpPr>
            <p:spPr>
              <a:xfrm>
                <a:off x="8016896" y="1029687"/>
                <a:ext cx="1207287" cy="120728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Circle: Hollow 62">
                <a:extLst>
                  <a:ext uri="{FF2B5EF4-FFF2-40B4-BE49-F238E27FC236}">
                    <a16:creationId xmlns:a16="http://schemas.microsoft.com/office/drawing/2014/main" id="{CA1A94E5-5789-E86B-69A2-8FD79A00E623}"/>
                  </a:ext>
                </a:extLst>
              </p:cNvPr>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54" name="Group 53">
              <a:extLst>
                <a:ext uri="{FF2B5EF4-FFF2-40B4-BE49-F238E27FC236}">
                  <a16:creationId xmlns:a16="http://schemas.microsoft.com/office/drawing/2014/main" id="{529D7264-4D85-EE03-B9E6-6869816BF24A}"/>
                </a:ext>
              </a:extLst>
            </p:cNvPr>
            <p:cNvGrpSpPr/>
            <p:nvPr/>
          </p:nvGrpSpPr>
          <p:grpSpPr>
            <a:xfrm flipH="1">
              <a:off x="7189335" y="5311111"/>
              <a:ext cx="3693226" cy="1151906"/>
              <a:chOff x="4512623" y="1701014"/>
              <a:chExt cx="3693226" cy="1151906"/>
            </a:xfrm>
          </p:grpSpPr>
          <p:sp>
            <p:nvSpPr>
              <p:cNvPr id="58" name="Rectangle 57">
                <a:extLst>
                  <a:ext uri="{FF2B5EF4-FFF2-40B4-BE49-F238E27FC236}">
                    <a16:creationId xmlns:a16="http://schemas.microsoft.com/office/drawing/2014/main" id="{C61626CB-2D3F-E8FE-7981-0D8D5FBDC6D5}"/>
                  </a:ext>
                </a:extLst>
              </p:cNvPr>
              <p:cNvSpPr/>
              <p:nvPr/>
            </p:nvSpPr>
            <p:spPr>
              <a:xfrm>
                <a:off x="4928260" y="1701014"/>
                <a:ext cx="3277589" cy="1151906"/>
              </a:xfrm>
              <a:prstGeom prst="rect">
                <a:avLst/>
              </a:prstGeom>
              <a:gradFill flip="none" rotWithShape="1">
                <a:gsLst>
                  <a:gs pos="51000">
                    <a:schemeClr val="accent1">
                      <a:lumMod val="5000"/>
                      <a:lumOff val="95000"/>
                    </a:schemeClr>
                  </a:gs>
                  <a:gs pos="0">
                    <a:schemeClr val="accent4">
                      <a:lumMod val="60000"/>
                      <a:lumOff val="40000"/>
                    </a:schemeClr>
                  </a:gs>
                </a:gsLst>
                <a:lin ang="10800000" scaled="1"/>
                <a:tileRect/>
              </a:gradFill>
              <a:ln>
                <a:solidFill>
                  <a:schemeClr val="accent4">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Parallelogram 58">
                <a:extLst>
                  <a:ext uri="{FF2B5EF4-FFF2-40B4-BE49-F238E27FC236}">
                    <a16:creationId xmlns:a16="http://schemas.microsoft.com/office/drawing/2014/main" id="{DB1A1806-1779-6B24-6A72-B341D39CE18B}"/>
                  </a:ext>
                </a:extLst>
              </p:cNvPr>
              <p:cNvSpPr/>
              <p:nvPr/>
            </p:nvSpPr>
            <p:spPr>
              <a:xfrm>
                <a:off x="4512623" y="1710047"/>
                <a:ext cx="2861954" cy="1128156"/>
              </a:xfrm>
              <a:prstGeom prst="parallelogram">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5" name="Group 54">
              <a:extLst>
                <a:ext uri="{FF2B5EF4-FFF2-40B4-BE49-F238E27FC236}">
                  <a16:creationId xmlns:a16="http://schemas.microsoft.com/office/drawing/2014/main" id="{34427920-0691-F08D-BD68-18E72638EB00}"/>
                </a:ext>
              </a:extLst>
            </p:cNvPr>
            <p:cNvGrpSpPr/>
            <p:nvPr/>
          </p:nvGrpSpPr>
          <p:grpSpPr>
            <a:xfrm flipH="1">
              <a:off x="6515596" y="5189986"/>
              <a:ext cx="1394156" cy="1394156"/>
              <a:chOff x="7923461" y="936252"/>
              <a:chExt cx="1394156" cy="1394156"/>
            </a:xfrm>
          </p:grpSpPr>
          <p:sp>
            <p:nvSpPr>
              <p:cNvPr id="56" name="Oval 55">
                <a:extLst>
                  <a:ext uri="{FF2B5EF4-FFF2-40B4-BE49-F238E27FC236}">
                    <a16:creationId xmlns:a16="http://schemas.microsoft.com/office/drawing/2014/main" id="{C161448A-2760-5BF5-1B2E-B946235EBDEA}"/>
                  </a:ext>
                </a:extLst>
              </p:cNvPr>
              <p:cNvSpPr/>
              <p:nvPr/>
            </p:nvSpPr>
            <p:spPr>
              <a:xfrm>
                <a:off x="8016896" y="1029687"/>
                <a:ext cx="1207287" cy="120728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Circle: Hollow 56">
                <a:extLst>
                  <a:ext uri="{FF2B5EF4-FFF2-40B4-BE49-F238E27FC236}">
                    <a16:creationId xmlns:a16="http://schemas.microsoft.com/office/drawing/2014/main" id="{494152DC-1E00-B420-33FB-5023373B1675}"/>
                  </a:ext>
                </a:extLst>
              </p:cNvPr>
              <p:cNvSpPr/>
              <p:nvPr/>
            </p:nvSpPr>
            <p:spPr>
              <a:xfrm>
                <a:off x="7923461" y="936252"/>
                <a:ext cx="1394156" cy="1394156"/>
              </a:xfrm>
              <a:prstGeom prst="donut">
                <a:avLst>
                  <a:gd name="adj" fmla="val 7609"/>
                </a:avLst>
              </a:prstGeom>
              <a:solidFill>
                <a:schemeClr val="bg1"/>
              </a:solidFill>
              <a:ln>
                <a:noFill/>
              </a:ln>
              <a:effectLst>
                <a:outerShdw blurRad="50800" dist="762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77" name="TextBox 76">
              <a:extLst>
                <a:ext uri="{FF2B5EF4-FFF2-40B4-BE49-F238E27FC236}">
                  <a16:creationId xmlns:a16="http://schemas.microsoft.com/office/drawing/2014/main" id="{68CAC073-6DD3-1201-8457-774D3AC43C17}"/>
                </a:ext>
              </a:extLst>
            </p:cNvPr>
            <p:cNvSpPr txBox="1"/>
            <p:nvPr/>
          </p:nvSpPr>
          <p:spPr>
            <a:xfrm flipH="1">
              <a:off x="7368456" y="2120603"/>
              <a:ext cx="2864921" cy="1031051"/>
            </a:xfrm>
            <a:prstGeom prst="rect">
              <a:avLst/>
            </a:prstGeom>
            <a:noFill/>
          </p:spPr>
          <p:txBody>
            <a:bodyPr wrap="square">
              <a:spAutoFit/>
            </a:bodyPr>
            <a:lstStyle/>
            <a:p>
              <a:pPr>
                <a:spcBef>
                  <a:spcPts val="600"/>
                </a:spcBef>
              </a:pPr>
              <a:r>
                <a:rPr lang="en-US" sz="1400" b="1" dirty="0"/>
                <a:t>Ensemble Reasoning</a:t>
              </a:r>
            </a:p>
            <a:p>
              <a:pPr>
                <a:spcBef>
                  <a:spcPts val="600"/>
                </a:spcBef>
              </a:pPr>
              <a:r>
                <a:rPr lang="en-US" sz="1400" dirty="0"/>
                <a:t>Combined multiple model outputs to improve stability and reliability of predictions.</a:t>
              </a:r>
              <a:endParaRPr lang="en-US" sz="1400" b="0" i="0" dirty="0">
                <a:solidFill>
                  <a:schemeClr val="tx1">
                    <a:lumMod val="75000"/>
                    <a:lumOff val="25000"/>
                  </a:schemeClr>
                </a:solidFill>
                <a:effectLst/>
                <a:latin typeface="Lora" pitchFamily="2" charset="0"/>
              </a:endParaRPr>
            </a:p>
          </p:txBody>
        </p:sp>
        <p:sp>
          <p:nvSpPr>
            <p:cNvPr id="79" name="TextBox 78">
              <a:extLst>
                <a:ext uri="{FF2B5EF4-FFF2-40B4-BE49-F238E27FC236}">
                  <a16:creationId xmlns:a16="http://schemas.microsoft.com/office/drawing/2014/main" id="{9694E006-98BA-EC86-325C-78A7740E00CE}"/>
                </a:ext>
              </a:extLst>
            </p:cNvPr>
            <p:cNvSpPr txBox="1"/>
            <p:nvPr/>
          </p:nvSpPr>
          <p:spPr>
            <a:xfrm flipH="1">
              <a:off x="7650569" y="3757704"/>
              <a:ext cx="2983596" cy="1000274"/>
            </a:xfrm>
            <a:prstGeom prst="rect">
              <a:avLst/>
            </a:prstGeom>
            <a:noFill/>
          </p:spPr>
          <p:txBody>
            <a:bodyPr wrap="square">
              <a:spAutoFit/>
            </a:bodyPr>
            <a:lstStyle/>
            <a:p>
              <a:pPr>
                <a:spcBef>
                  <a:spcPts val="600"/>
                </a:spcBef>
              </a:pPr>
              <a:r>
                <a:rPr lang="en-US" sz="1200" b="1" i="0" dirty="0">
                  <a:solidFill>
                    <a:schemeClr val="tx1">
                      <a:lumMod val="75000"/>
                      <a:lumOff val="25000"/>
                    </a:schemeClr>
                  </a:solidFill>
                  <a:effectLst/>
                  <a:latin typeface="Lora" pitchFamily="2" charset="0"/>
                </a:rPr>
                <a:t>Domain-Aware Feature Engineering</a:t>
              </a:r>
              <a:endParaRPr lang="en-US" sz="1400" dirty="0">
                <a:solidFill>
                  <a:schemeClr val="tx1">
                    <a:lumMod val="75000"/>
                    <a:lumOff val="25000"/>
                  </a:schemeClr>
                </a:solidFill>
                <a:latin typeface="Lora" pitchFamily="2" charset="0"/>
              </a:endParaRPr>
            </a:p>
            <a:p>
              <a:pPr>
                <a:spcBef>
                  <a:spcPts val="600"/>
                </a:spcBef>
              </a:pPr>
              <a:r>
                <a:rPr lang="en-US" sz="1400" dirty="0"/>
                <a:t>Designed custom features such as doctor–patient ratio and medicine expiry-day metrics</a:t>
              </a:r>
              <a:endParaRPr lang="en-US" sz="1400" b="0" i="0" dirty="0">
                <a:solidFill>
                  <a:schemeClr val="tx1">
                    <a:lumMod val="75000"/>
                    <a:lumOff val="25000"/>
                  </a:schemeClr>
                </a:solidFill>
                <a:effectLst/>
                <a:latin typeface="Lora" pitchFamily="2" charset="0"/>
              </a:endParaRPr>
            </a:p>
          </p:txBody>
        </p:sp>
        <p:sp>
          <p:nvSpPr>
            <p:cNvPr id="81" name="TextBox 80">
              <a:extLst>
                <a:ext uri="{FF2B5EF4-FFF2-40B4-BE49-F238E27FC236}">
                  <a16:creationId xmlns:a16="http://schemas.microsoft.com/office/drawing/2014/main" id="{0254AE10-19F2-842E-B17A-903467618C77}"/>
                </a:ext>
              </a:extLst>
            </p:cNvPr>
            <p:cNvSpPr txBox="1"/>
            <p:nvPr/>
          </p:nvSpPr>
          <p:spPr>
            <a:xfrm flipH="1">
              <a:off x="8260167" y="5431276"/>
              <a:ext cx="2912344" cy="938719"/>
            </a:xfrm>
            <a:prstGeom prst="rect">
              <a:avLst/>
            </a:prstGeom>
            <a:noFill/>
          </p:spPr>
          <p:txBody>
            <a:bodyPr wrap="square">
              <a:spAutoFit/>
            </a:bodyPr>
            <a:lstStyle/>
            <a:p>
              <a:pPr>
                <a:spcBef>
                  <a:spcPts val="600"/>
                </a:spcBef>
              </a:pPr>
              <a:r>
                <a:rPr lang="en-US" sz="1200" b="1" i="0" dirty="0">
                  <a:solidFill>
                    <a:schemeClr val="tx1">
                      <a:lumMod val="75000"/>
                      <a:lumOff val="25000"/>
                    </a:schemeClr>
                  </a:solidFill>
                  <a:effectLst/>
                  <a:latin typeface="Lora" pitchFamily="2" charset="0"/>
                </a:rPr>
                <a:t>Professional Preprocessing Pipeline</a:t>
              </a:r>
            </a:p>
            <a:p>
              <a:pPr>
                <a:spcBef>
                  <a:spcPts val="600"/>
                </a:spcBef>
              </a:pPr>
              <a:r>
                <a:rPr lang="en-US" sz="1200" dirty="0"/>
                <a:t>Used Column Transformer,  </a:t>
              </a:r>
              <a:r>
                <a:rPr lang="en-US" sz="1200" dirty="0" err="1"/>
                <a:t>StandardScaler</a:t>
              </a:r>
              <a:r>
                <a:rPr lang="en-US" sz="1200" dirty="0"/>
                <a:t>, and One-Hot Encoding for an industry-grade ML workflow</a:t>
              </a:r>
              <a:r>
                <a:rPr lang="en-US" sz="1400" dirty="0"/>
                <a:t>.</a:t>
              </a:r>
              <a:endParaRPr lang="en-US" sz="1400" b="1" i="0" dirty="0">
                <a:solidFill>
                  <a:schemeClr val="tx1">
                    <a:lumMod val="75000"/>
                    <a:lumOff val="25000"/>
                  </a:schemeClr>
                </a:solidFill>
                <a:effectLst/>
                <a:latin typeface="Lora" pitchFamily="2" charset="0"/>
              </a:endParaRPr>
            </a:p>
          </p:txBody>
        </p:sp>
        <p:pic>
          <p:nvPicPr>
            <p:cNvPr id="1026" name="Picture 2" descr="purpose Icon - Free PNG &amp; SVG 2516805 - Noun Project">
              <a:extLst>
                <a:ext uri="{FF2B5EF4-FFF2-40B4-BE49-F238E27FC236}">
                  <a16:creationId xmlns:a16="http://schemas.microsoft.com/office/drawing/2014/main" id="{46914076-4604-AFE5-B253-3CEACCB07337}"/>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911725" y="1685079"/>
              <a:ext cx="502920" cy="5029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perations Icons - Free SVG &amp; PNG Operations Images - Noun Project">
              <a:extLst>
                <a:ext uri="{FF2B5EF4-FFF2-40B4-BE49-F238E27FC236}">
                  <a16:creationId xmlns:a16="http://schemas.microsoft.com/office/drawing/2014/main" id="{05868BB3-2D05-65E8-DB93-ABE2B1383DF8}"/>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106873" y="3220162"/>
              <a:ext cx="682634" cy="68263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arketing - Free marketing icons">
              <a:extLst>
                <a:ext uri="{FF2B5EF4-FFF2-40B4-BE49-F238E27FC236}">
                  <a16:creationId xmlns:a16="http://schemas.microsoft.com/office/drawing/2014/main" id="{8D3981DB-78E4-EA2C-84DD-3E9D1CB19A46}"/>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838000" y="4934959"/>
              <a:ext cx="502920" cy="50292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nancial - Free business and finance icons">
              <a:extLst>
                <a:ext uri="{FF2B5EF4-FFF2-40B4-BE49-F238E27FC236}">
                  <a16:creationId xmlns:a16="http://schemas.microsoft.com/office/drawing/2014/main" id="{4EB6BE16-5F34-E969-C43A-7385ED4D872E}"/>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6034939" y="2385724"/>
              <a:ext cx="502920" cy="502920"/>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uman Resource Management Icons - Free SVG &amp; PNG Human Resource Management  Images - Noun Project">
              <a:extLst>
                <a:ext uri="{FF2B5EF4-FFF2-40B4-BE49-F238E27FC236}">
                  <a16:creationId xmlns:a16="http://schemas.microsoft.com/office/drawing/2014/main" id="{B923DD7D-B7F0-0809-779A-38DD79132473}"/>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6319944" y="4010664"/>
              <a:ext cx="502920" cy="50292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daptability Icon - Free PNG &amp; SVG 1681581 - Noun Project">
              <a:extLst>
                <a:ext uri="{FF2B5EF4-FFF2-40B4-BE49-F238E27FC236}">
                  <a16:creationId xmlns:a16="http://schemas.microsoft.com/office/drawing/2014/main" id="{BA86A77E-DADC-7573-E2E5-128B8F7B8700}"/>
                </a:ext>
              </a:extLst>
            </p:cNvPr>
            <p:cNvPicPr>
              <a:picLocks noChangeAspect="1" noChangeArrowheads="1"/>
            </p:cNvPicPr>
            <p:nvPr/>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6961214" y="5635604"/>
              <a:ext cx="502920" cy="502920"/>
            </a:xfrm>
            <a:prstGeom prst="rect">
              <a:avLst/>
            </a:prstGeom>
            <a:noFill/>
            <a:extLst>
              <a:ext uri="{909E8E84-426E-40DD-AFC4-6F175D3DCCD1}">
                <a14:hiddenFill xmlns:a14="http://schemas.microsoft.com/office/drawing/2010/main">
                  <a:solidFill>
                    <a:srgbClr val="FFFFFF"/>
                  </a:solidFill>
                </a14:hiddenFill>
              </a:ext>
            </a:extLst>
          </p:spPr>
        </p:pic>
      </p:grpSp>
      <p:sp>
        <p:nvSpPr>
          <p:cNvPr id="86" name="TextBox 85">
            <a:extLst>
              <a:ext uri="{FF2B5EF4-FFF2-40B4-BE49-F238E27FC236}">
                <a16:creationId xmlns:a16="http://schemas.microsoft.com/office/drawing/2014/main" id="{DB840BA7-2DDB-A1ED-CA7D-8227D49DAC01}"/>
              </a:ext>
            </a:extLst>
          </p:cNvPr>
          <p:cNvSpPr txBox="1"/>
          <p:nvPr/>
        </p:nvSpPr>
        <p:spPr>
          <a:xfrm>
            <a:off x="0" y="539729"/>
            <a:ext cx="12192000" cy="523220"/>
          </a:xfrm>
          <a:prstGeom prst="rect">
            <a:avLst/>
          </a:prstGeom>
          <a:noFill/>
        </p:spPr>
        <p:txBody>
          <a:bodyPr wrap="square">
            <a:spAutoFit/>
          </a:bodyPr>
          <a:lstStyle/>
          <a:p>
            <a:pPr algn="ctr"/>
            <a:r>
              <a:rPr lang="en-US" sz="2800" dirty="0"/>
              <a:t>What Is Unique in Our Project?</a:t>
            </a:r>
            <a:endParaRPr lang="en-US" sz="2800" b="1" dirty="0">
              <a:solidFill>
                <a:schemeClr val="tx1">
                  <a:lumMod val="75000"/>
                  <a:lumOff val="25000"/>
                </a:schemeClr>
              </a:solidFill>
              <a:latin typeface="Lora" pitchFamily="2" charset="0"/>
            </a:endParaRPr>
          </a:p>
        </p:txBody>
      </p:sp>
    </p:spTree>
    <p:extLst>
      <p:ext uri="{BB962C8B-B14F-4D97-AF65-F5344CB8AC3E}">
        <p14:creationId xmlns:p14="http://schemas.microsoft.com/office/powerpoint/2010/main" val="343813096"/>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circle(in)">
                                      <p:cBhvr>
                                        <p:cTn id="7" dur="20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7">
            <a:extLst>
              <a:ext uri="{FF2B5EF4-FFF2-40B4-BE49-F238E27FC236}">
                <a16:creationId xmlns:a16="http://schemas.microsoft.com/office/drawing/2014/main" id="{6EA3CE0D-F3B7-4678-BC61-2133FB107EC5}"/>
              </a:ext>
            </a:extLst>
          </p:cNvPr>
          <p:cNvSpPr>
            <a:spLocks/>
          </p:cNvSpPr>
          <p:nvPr/>
        </p:nvSpPr>
        <p:spPr bwMode="auto">
          <a:xfrm>
            <a:off x="5208126" y="1991650"/>
            <a:ext cx="1801626" cy="1799743"/>
          </a:xfrm>
          <a:custGeom>
            <a:avLst/>
            <a:gdLst>
              <a:gd name="T0" fmla="*/ 1032 w 1914"/>
              <a:gd name="T1" fmla="*/ 2 h 1912"/>
              <a:gd name="T2" fmla="*/ 1182 w 1914"/>
              <a:gd name="T3" fmla="*/ 27 h 1912"/>
              <a:gd name="T4" fmla="*/ 1326 w 1914"/>
              <a:gd name="T5" fmla="*/ 74 h 1912"/>
              <a:gd name="T6" fmla="*/ 1460 w 1914"/>
              <a:gd name="T7" fmla="*/ 142 h 1912"/>
              <a:gd name="T8" fmla="*/ 1584 w 1914"/>
              <a:gd name="T9" fmla="*/ 234 h 1912"/>
              <a:gd name="T10" fmla="*/ 1695 w 1914"/>
              <a:gd name="T11" fmla="*/ 345 h 1912"/>
              <a:gd name="T12" fmla="*/ 1786 w 1914"/>
              <a:gd name="T13" fmla="*/ 477 h 1912"/>
              <a:gd name="T14" fmla="*/ 1855 w 1914"/>
              <a:gd name="T15" fmla="*/ 625 h 1912"/>
              <a:gd name="T16" fmla="*/ 1898 w 1914"/>
              <a:gd name="T17" fmla="*/ 780 h 1912"/>
              <a:gd name="T18" fmla="*/ 1914 w 1914"/>
              <a:gd name="T19" fmla="*/ 934 h 1912"/>
              <a:gd name="T20" fmla="*/ 1905 w 1914"/>
              <a:gd name="T21" fmla="*/ 1089 h 1912"/>
              <a:gd name="T22" fmla="*/ 1871 w 1914"/>
              <a:gd name="T23" fmla="*/ 1240 h 1912"/>
              <a:gd name="T24" fmla="*/ 1813 w 1914"/>
              <a:gd name="T25" fmla="*/ 1384 h 1912"/>
              <a:gd name="T26" fmla="*/ 1732 w 1914"/>
              <a:gd name="T27" fmla="*/ 1517 h 1912"/>
              <a:gd name="T28" fmla="*/ 1629 w 1914"/>
              <a:gd name="T29" fmla="*/ 1637 h 1912"/>
              <a:gd name="T30" fmla="*/ 1505 w 1914"/>
              <a:gd name="T31" fmla="*/ 1740 h 1912"/>
              <a:gd name="T32" fmla="*/ 1362 w 1914"/>
              <a:gd name="T33" fmla="*/ 1822 h 1912"/>
              <a:gd name="T34" fmla="*/ 1210 w 1914"/>
              <a:gd name="T35" fmla="*/ 1879 h 1912"/>
              <a:gd name="T36" fmla="*/ 1055 w 1914"/>
              <a:gd name="T37" fmla="*/ 1907 h 1912"/>
              <a:gd name="T38" fmla="*/ 899 w 1914"/>
              <a:gd name="T39" fmla="*/ 1911 h 1912"/>
              <a:gd name="T40" fmla="*/ 747 w 1914"/>
              <a:gd name="T41" fmla="*/ 1889 h 1912"/>
              <a:gd name="T42" fmla="*/ 599 w 1914"/>
              <a:gd name="T43" fmla="*/ 1842 h 1912"/>
              <a:gd name="T44" fmla="*/ 460 w 1914"/>
              <a:gd name="T45" fmla="*/ 1774 h 1912"/>
              <a:gd name="T46" fmla="*/ 332 w 1914"/>
              <a:gd name="T47" fmla="*/ 1682 h 1912"/>
              <a:gd name="T48" fmla="*/ 221 w 1914"/>
              <a:gd name="T49" fmla="*/ 1568 h 1912"/>
              <a:gd name="T50" fmla="*/ 128 w 1914"/>
              <a:gd name="T51" fmla="*/ 1433 h 1912"/>
              <a:gd name="T52" fmla="*/ 58 w 1914"/>
              <a:gd name="T53" fmla="*/ 1286 h 1912"/>
              <a:gd name="T54" fmla="*/ 16 w 1914"/>
              <a:gd name="T55" fmla="*/ 1132 h 1912"/>
              <a:gd name="T56" fmla="*/ 0 w 1914"/>
              <a:gd name="T57" fmla="*/ 976 h 1912"/>
              <a:gd name="T58" fmla="*/ 9 w 1914"/>
              <a:gd name="T59" fmla="*/ 821 h 1912"/>
              <a:gd name="T60" fmla="*/ 43 w 1914"/>
              <a:gd name="T61" fmla="*/ 671 h 1912"/>
              <a:gd name="T62" fmla="*/ 101 w 1914"/>
              <a:gd name="T63" fmla="*/ 527 h 1912"/>
              <a:gd name="T64" fmla="*/ 182 w 1914"/>
              <a:gd name="T65" fmla="*/ 394 h 1912"/>
              <a:gd name="T66" fmla="*/ 284 w 1914"/>
              <a:gd name="T67" fmla="*/ 274 h 1912"/>
              <a:gd name="T68" fmla="*/ 408 w 1914"/>
              <a:gd name="T69" fmla="*/ 172 h 1912"/>
              <a:gd name="T70" fmla="*/ 555 w 1914"/>
              <a:gd name="T71" fmla="*/ 87 h 1912"/>
              <a:gd name="T72" fmla="*/ 712 w 1914"/>
              <a:gd name="T73" fmla="*/ 31 h 1912"/>
              <a:gd name="T74" fmla="*/ 875 w 1914"/>
              <a:gd name="T75" fmla="*/ 2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14" h="1912">
                <a:moveTo>
                  <a:pt x="956" y="0"/>
                </a:moveTo>
                <a:lnTo>
                  <a:pt x="1032" y="2"/>
                </a:lnTo>
                <a:lnTo>
                  <a:pt x="1108" y="10"/>
                </a:lnTo>
                <a:lnTo>
                  <a:pt x="1182" y="27"/>
                </a:lnTo>
                <a:lnTo>
                  <a:pt x="1254" y="47"/>
                </a:lnTo>
                <a:lnTo>
                  <a:pt x="1326" y="74"/>
                </a:lnTo>
                <a:lnTo>
                  <a:pt x="1394" y="105"/>
                </a:lnTo>
                <a:lnTo>
                  <a:pt x="1460" y="142"/>
                </a:lnTo>
                <a:lnTo>
                  <a:pt x="1525" y="185"/>
                </a:lnTo>
                <a:lnTo>
                  <a:pt x="1584" y="234"/>
                </a:lnTo>
                <a:lnTo>
                  <a:pt x="1641" y="288"/>
                </a:lnTo>
                <a:lnTo>
                  <a:pt x="1695" y="345"/>
                </a:lnTo>
                <a:lnTo>
                  <a:pt x="1742" y="409"/>
                </a:lnTo>
                <a:lnTo>
                  <a:pt x="1786" y="477"/>
                </a:lnTo>
                <a:lnTo>
                  <a:pt x="1824" y="551"/>
                </a:lnTo>
                <a:lnTo>
                  <a:pt x="1855" y="625"/>
                </a:lnTo>
                <a:lnTo>
                  <a:pt x="1880" y="702"/>
                </a:lnTo>
                <a:lnTo>
                  <a:pt x="1898" y="780"/>
                </a:lnTo>
                <a:lnTo>
                  <a:pt x="1909" y="856"/>
                </a:lnTo>
                <a:lnTo>
                  <a:pt x="1914" y="934"/>
                </a:lnTo>
                <a:lnTo>
                  <a:pt x="1913" y="1012"/>
                </a:lnTo>
                <a:lnTo>
                  <a:pt x="1905" y="1089"/>
                </a:lnTo>
                <a:lnTo>
                  <a:pt x="1891" y="1166"/>
                </a:lnTo>
                <a:lnTo>
                  <a:pt x="1871" y="1240"/>
                </a:lnTo>
                <a:lnTo>
                  <a:pt x="1844" y="1314"/>
                </a:lnTo>
                <a:lnTo>
                  <a:pt x="1813" y="1384"/>
                </a:lnTo>
                <a:lnTo>
                  <a:pt x="1775" y="1452"/>
                </a:lnTo>
                <a:lnTo>
                  <a:pt x="1732" y="1517"/>
                </a:lnTo>
                <a:lnTo>
                  <a:pt x="1684" y="1579"/>
                </a:lnTo>
                <a:lnTo>
                  <a:pt x="1629" y="1637"/>
                </a:lnTo>
                <a:lnTo>
                  <a:pt x="1569" y="1690"/>
                </a:lnTo>
                <a:lnTo>
                  <a:pt x="1505" y="1740"/>
                </a:lnTo>
                <a:lnTo>
                  <a:pt x="1435" y="1784"/>
                </a:lnTo>
                <a:lnTo>
                  <a:pt x="1362" y="1822"/>
                </a:lnTo>
                <a:lnTo>
                  <a:pt x="1287" y="1853"/>
                </a:lnTo>
                <a:lnTo>
                  <a:pt x="1210" y="1879"/>
                </a:lnTo>
                <a:lnTo>
                  <a:pt x="1133" y="1896"/>
                </a:lnTo>
                <a:lnTo>
                  <a:pt x="1055" y="1907"/>
                </a:lnTo>
                <a:lnTo>
                  <a:pt x="977" y="1912"/>
                </a:lnTo>
                <a:lnTo>
                  <a:pt x="899" y="1911"/>
                </a:lnTo>
                <a:lnTo>
                  <a:pt x="822" y="1903"/>
                </a:lnTo>
                <a:lnTo>
                  <a:pt x="747" y="1889"/>
                </a:lnTo>
                <a:lnTo>
                  <a:pt x="672" y="1869"/>
                </a:lnTo>
                <a:lnTo>
                  <a:pt x="599" y="1842"/>
                </a:lnTo>
                <a:lnTo>
                  <a:pt x="528" y="1811"/>
                </a:lnTo>
                <a:lnTo>
                  <a:pt x="460" y="1774"/>
                </a:lnTo>
                <a:lnTo>
                  <a:pt x="394" y="1731"/>
                </a:lnTo>
                <a:lnTo>
                  <a:pt x="332" y="1682"/>
                </a:lnTo>
                <a:lnTo>
                  <a:pt x="275" y="1627"/>
                </a:lnTo>
                <a:lnTo>
                  <a:pt x="221" y="1568"/>
                </a:lnTo>
                <a:lnTo>
                  <a:pt x="172" y="1503"/>
                </a:lnTo>
                <a:lnTo>
                  <a:pt x="128" y="1433"/>
                </a:lnTo>
                <a:lnTo>
                  <a:pt x="89" y="1361"/>
                </a:lnTo>
                <a:lnTo>
                  <a:pt x="58" y="1286"/>
                </a:lnTo>
                <a:lnTo>
                  <a:pt x="34" y="1209"/>
                </a:lnTo>
                <a:lnTo>
                  <a:pt x="16" y="1132"/>
                </a:lnTo>
                <a:lnTo>
                  <a:pt x="4" y="1054"/>
                </a:lnTo>
                <a:lnTo>
                  <a:pt x="0" y="976"/>
                </a:lnTo>
                <a:lnTo>
                  <a:pt x="1" y="900"/>
                </a:lnTo>
                <a:lnTo>
                  <a:pt x="9" y="821"/>
                </a:lnTo>
                <a:lnTo>
                  <a:pt x="23" y="746"/>
                </a:lnTo>
                <a:lnTo>
                  <a:pt x="43" y="671"/>
                </a:lnTo>
                <a:lnTo>
                  <a:pt x="69" y="598"/>
                </a:lnTo>
                <a:lnTo>
                  <a:pt x="101" y="527"/>
                </a:lnTo>
                <a:lnTo>
                  <a:pt x="139" y="460"/>
                </a:lnTo>
                <a:lnTo>
                  <a:pt x="182" y="394"/>
                </a:lnTo>
                <a:lnTo>
                  <a:pt x="230" y="333"/>
                </a:lnTo>
                <a:lnTo>
                  <a:pt x="284" y="274"/>
                </a:lnTo>
                <a:lnTo>
                  <a:pt x="343" y="220"/>
                </a:lnTo>
                <a:lnTo>
                  <a:pt x="408" y="172"/>
                </a:lnTo>
                <a:lnTo>
                  <a:pt x="478" y="127"/>
                </a:lnTo>
                <a:lnTo>
                  <a:pt x="555" y="87"/>
                </a:lnTo>
                <a:lnTo>
                  <a:pt x="633" y="55"/>
                </a:lnTo>
                <a:lnTo>
                  <a:pt x="712" y="31"/>
                </a:lnTo>
                <a:lnTo>
                  <a:pt x="793" y="13"/>
                </a:lnTo>
                <a:lnTo>
                  <a:pt x="875" y="2"/>
                </a:lnTo>
                <a:lnTo>
                  <a:pt x="956" y="0"/>
                </a:lnTo>
                <a:close/>
              </a:path>
            </a:pathLst>
          </a:custGeom>
          <a:solidFill>
            <a:schemeClr val="accent4"/>
          </a:solidFill>
          <a:ln w="0">
            <a:noFill/>
            <a:prstDash val="solid"/>
            <a:round/>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6" name="Freeform 8">
            <a:extLst>
              <a:ext uri="{FF2B5EF4-FFF2-40B4-BE49-F238E27FC236}">
                <a16:creationId xmlns:a16="http://schemas.microsoft.com/office/drawing/2014/main" id="{BFFC9DB2-71BC-46A4-8FE3-FAE0457A9C93}"/>
              </a:ext>
            </a:extLst>
          </p:cNvPr>
          <p:cNvSpPr>
            <a:spLocks/>
          </p:cNvSpPr>
          <p:nvPr/>
        </p:nvSpPr>
        <p:spPr bwMode="auto">
          <a:xfrm>
            <a:off x="4018338" y="2853870"/>
            <a:ext cx="1801626" cy="1801625"/>
          </a:xfrm>
          <a:custGeom>
            <a:avLst/>
            <a:gdLst>
              <a:gd name="T0" fmla="*/ 1039 w 1914"/>
              <a:gd name="T1" fmla="*/ 4 h 1914"/>
              <a:gd name="T2" fmla="*/ 1202 w 1914"/>
              <a:gd name="T3" fmla="*/ 32 h 1914"/>
              <a:gd name="T4" fmla="*/ 1360 w 1914"/>
              <a:gd name="T5" fmla="*/ 88 h 1914"/>
              <a:gd name="T6" fmla="*/ 1506 w 1914"/>
              <a:gd name="T7" fmla="*/ 173 h 1914"/>
              <a:gd name="T8" fmla="*/ 1630 w 1914"/>
              <a:gd name="T9" fmla="*/ 275 h 1914"/>
              <a:gd name="T10" fmla="*/ 1732 w 1914"/>
              <a:gd name="T11" fmla="*/ 395 h 1914"/>
              <a:gd name="T12" fmla="*/ 1813 w 1914"/>
              <a:gd name="T13" fmla="*/ 528 h 1914"/>
              <a:gd name="T14" fmla="*/ 1871 w 1914"/>
              <a:gd name="T15" fmla="*/ 672 h 1914"/>
              <a:gd name="T16" fmla="*/ 1905 w 1914"/>
              <a:gd name="T17" fmla="*/ 823 h 1914"/>
              <a:gd name="T18" fmla="*/ 1914 w 1914"/>
              <a:gd name="T19" fmla="*/ 977 h 1914"/>
              <a:gd name="T20" fmla="*/ 1898 w 1914"/>
              <a:gd name="T21" fmla="*/ 1133 h 1914"/>
              <a:gd name="T22" fmla="*/ 1856 w 1914"/>
              <a:gd name="T23" fmla="*/ 1287 h 1914"/>
              <a:gd name="T24" fmla="*/ 1786 w 1914"/>
              <a:gd name="T25" fmla="*/ 1435 h 1914"/>
              <a:gd name="T26" fmla="*/ 1693 w 1914"/>
              <a:gd name="T27" fmla="*/ 1569 h 1914"/>
              <a:gd name="T28" fmla="*/ 1582 w 1914"/>
              <a:gd name="T29" fmla="*/ 1682 h 1914"/>
              <a:gd name="T30" fmla="*/ 1454 w 1914"/>
              <a:gd name="T31" fmla="*/ 1775 h 1914"/>
              <a:gd name="T32" fmla="*/ 1315 w 1914"/>
              <a:gd name="T33" fmla="*/ 1844 h 1914"/>
              <a:gd name="T34" fmla="*/ 1167 w 1914"/>
              <a:gd name="T35" fmla="*/ 1889 h 1914"/>
              <a:gd name="T36" fmla="*/ 1015 w 1914"/>
              <a:gd name="T37" fmla="*/ 1912 h 1914"/>
              <a:gd name="T38" fmla="*/ 859 w 1914"/>
              <a:gd name="T39" fmla="*/ 1908 h 1914"/>
              <a:gd name="T40" fmla="*/ 704 w 1914"/>
              <a:gd name="T41" fmla="*/ 1879 h 1914"/>
              <a:gd name="T42" fmla="*/ 552 w 1914"/>
              <a:gd name="T43" fmla="*/ 1823 h 1914"/>
              <a:gd name="T44" fmla="*/ 409 w 1914"/>
              <a:gd name="T45" fmla="*/ 1741 h 1914"/>
              <a:gd name="T46" fmla="*/ 285 w 1914"/>
              <a:gd name="T47" fmla="*/ 1638 h 1914"/>
              <a:gd name="T48" fmla="*/ 182 w 1914"/>
              <a:gd name="T49" fmla="*/ 1518 h 1914"/>
              <a:gd name="T50" fmla="*/ 101 w 1914"/>
              <a:gd name="T51" fmla="*/ 1385 h 1914"/>
              <a:gd name="T52" fmla="*/ 43 w 1914"/>
              <a:gd name="T53" fmla="*/ 1241 h 1914"/>
              <a:gd name="T54" fmla="*/ 9 w 1914"/>
              <a:gd name="T55" fmla="*/ 1090 h 1914"/>
              <a:gd name="T56" fmla="*/ 0 w 1914"/>
              <a:gd name="T57" fmla="*/ 936 h 1914"/>
              <a:gd name="T58" fmla="*/ 16 w 1914"/>
              <a:gd name="T59" fmla="*/ 780 h 1914"/>
              <a:gd name="T60" fmla="*/ 59 w 1914"/>
              <a:gd name="T61" fmla="*/ 626 h 1914"/>
              <a:gd name="T62" fmla="*/ 128 w 1914"/>
              <a:gd name="T63" fmla="*/ 478 h 1914"/>
              <a:gd name="T64" fmla="*/ 219 w 1914"/>
              <a:gd name="T65" fmla="*/ 347 h 1914"/>
              <a:gd name="T66" fmla="*/ 330 w 1914"/>
              <a:gd name="T67" fmla="*/ 235 h 1914"/>
              <a:gd name="T68" fmla="*/ 452 w 1914"/>
              <a:gd name="T69" fmla="*/ 144 h 1914"/>
              <a:gd name="T70" fmla="*/ 588 w 1914"/>
              <a:gd name="T71" fmla="*/ 74 h 1914"/>
              <a:gd name="T72" fmla="*/ 732 w 1914"/>
              <a:gd name="T73" fmla="*/ 27 h 1914"/>
              <a:gd name="T74" fmla="*/ 882 w 1914"/>
              <a:gd name="T75" fmla="*/ 4 h 1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14" h="1914">
                <a:moveTo>
                  <a:pt x="958" y="0"/>
                </a:moveTo>
                <a:lnTo>
                  <a:pt x="1039" y="4"/>
                </a:lnTo>
                <a:lnTo>
                  <a:pt x="1121" y="14"/>
                </a:lnTo>
                <a:lnTo>
                  <a:pt x="1202" y="32"/>
                </a:lnTo>
                <a:lnTo>
                  <a:pt x="1281" y="56"/>
                </a:lnTo>
                <a:lnTo>
                  <a:pt x="1360" y="88"/>
                </a:lnTo>
                <a:lnTo>
                  <a:pt x="1436" y="129"/>
                </a:lnTo>
                <a:lnTo>
                  <a:pt x="1506" y="173"/>
                </a:lnTo>
                <a:lnTo>
                  <a:pt x="1571" y="222"/>
                </a:lnTo>
                <a:lnTo>
                  <a:pt x="1630" y="275"/>
                </a:lnTo>
                <a:lnTo>
                  <a:pt x="1684" y="333"/>
                </a:lnTo>
                <a:lnTo>
                  <a:pt x="1732" y="395"/>
                </a:lnTo>
                <a:lnTo>
                  <a:pt x="1775" y="461"/>
                </a:lnTo>
                <a:lnTo>
                  <a:pt x="1813" y="528"/>
                </a:lnTo>
                <a:lnTo>
                  <a:pt x="1845" y="599"/>
                </a:lnTo>
                <a:lnTo>
                  <a:pt x="1871" y="672"/>
                </a:lnTo>
                <a:lnTo>
                  <a:pt x="1891" y="746"/>
                </a:lnTo>
                <a:lnTo>
                  <a:pt x="1905" y="823"/>
                </a:lnTo>
                <a:lnTo>
                  <a:pt x="1913" y="899"/>
                </a:lnTo>
                <a:lnTo>
                  <a:pt x="1914" y="977"/>
                </a:lnTo>
                <a:lnTo>
                  <a:pt x="1910" y="1055"/>
                </a:lnTo>
                <a:lnTo>
                  <a:pt x="1898" y="1133"/>
                </a:lnTo>
                <a:lnTo>
                  <a:pt x="1880" y="1210"/>
                </a:lnTo>
                <a:lnTo>
                  <a:pt x="1856" y="1287"/>
                </a:lnTo>
                <a:lnTo>
                  <a:pt x="1825" y="1362"/>
                </a:lnTo>
                <a:lnTo>
                  <a:pt x="1786" y="1435"/>
                </a:lnTo>
                <a:lnTo>
                  <a:pt x="1742" y="1505"/>
                </a:lnTo>
                <a:lnTo>
                  <a:pt x="1693" y="1569"/>
                </a:lnTo>
                <a:lnTo>
                  <a:pt x="1640" y="1628"/>
                </a:lnTo>
                <a:lnTo>
                  <a:pt x="1582" y="1682"/>
                </a:lnTo>
                <a:lnTo>
                  <a:pt x="1520" y="1732"/>
                </a:lnTo>
                <a:lnTo>
                  <a:pt x="1454" y="1775"/>
                </a:lnTo>
                <a:lnTo>
                  <a:pt x="1386" y="1813"/>
                </a:lnTo>
                <a:lnTo>
                  <a:pt x="1315" y="1844"/>
                </a:lnTo>
                <a:lnTo>
                  <a:pt x="1242" y="1870"/>
                </a:lnTo>
                <a:lnTo>
                  <a:pt x="1167" y="1889"/>
                </a:lnTo>
                <a:lnTo>
                  <a:pt x="1092" y="1904"/>
                </a:lnTo>
                <a:lnTo>
                  <a:pt x="1015" y="1912"/>
                </a:lnTo>
                <a:lnTo>
                  <a:pt x="937" y="1914"/>
                </a:lnTo>
                <a:lnTo>
                  <a:pt x="859" y="1908"/>
                </a:lnTo>
                <a:lnTo>
                  <a:pt x="781" y="1897"/>
                </a:lnTo>
                <a:lnTo>
                  <a:pt x="704" y="1879"/>
                </a:lnTo>
                <a:lnTo>
                  <a:pt x="627" y="1854"/>
                </a:lnTo>
                <a:lnTo>
                  <a:pt x="552" y="1823"/>
                </a:lnTo>
                <a:lnTo>
                  <a:pt x="479" y="1784"/>
                </a:lnTo>
                <a:lnTo>
                  <a:pt x="409" y="1741"/>
                </a:lnTo>
                <a:lnTo>
                  <a:pt x="345" y="1692"/>
                </a:lnTo>
                <a:lnTo>
                  <a:pt x="285" y="1638"/>
                </a:lnTo>
                <a:lnTo>
                  <a:pt x="230" y="1580"/>
                </a:lnTo>
                <a:lnTo>
                  <a:pt x="182" y="1518"/>
                </a:lnTo>
                <a:lnTo>
                  <a:pt x="139" y="1454"/>
                </a:lnTo>
                <a:lnTo>
                  <a:pt x="101" y="1385"/>
                </a:lnTo>
                <a:lnTo>
                  <a:pt x="70" y="1314"/>
                </a:lnTo>
                <a:lnTo>
                  <a:pt x="43" y="1241"/>
                </a:lnTo>
                <a:lnTo>
                  <a:pt x="23" y="1167"/>
                </a:lnTo>
                <a:lnTo>
                  <a:pt x="9" y="1090"/>
                </a:lnTo>
                <a:lnTo>
                  <a:pt x="1" y="1014"/>
                </a:lnTo>
                <a:lnTo>
                  <a:pt x="0" y="936"/>
                </a:lnTo>
                <a:lnTo>
                  <a:pt x="5" y="858"/>
                </a:lnTo>
                <a:lnTo>
                  <a:pt x="16" y="780"/>
                </a:lnTo>
                <a:lnTo>
                  <a:pt x="34" y="703"/>
                </a:lnTo>
                <a:lnTo>
                  <a:pt x="59" y="626"/>
                </a:lnTo>
                <a:lnTo>
                  <a:pt x="90" y="551"/>
                </a:lnTo>
                <a:lnTo>
                  <a:pt x="128" y="478"/>
                </a:lnTo>
                <a:lnTo>
                  <a:pt x="172" y="410"/>
                </a:lnTo>
                <a:lnTo>
                  <a:pt x="219" y="347"/>
                </a:lnTo>
                <a:lnTo>
                  <a:pt x="272" y="287"/>
                </a:lnTo>
                <a:lnTo>
                  <a:pt x="330" y="235"/>
                </a:lnTo>
                <a:lnTo>
                  <a:pt x="389" y="187"/>
                </a:lnTo>
                <a:lnTo>
                  <a:pt x="452" y="144"/>
                </a:lnTo>
                <a:lnTo>
                  <a:pt x="520" y="106"/>
                </a:lnTo>
                <a:lnTo>
                  <a:pt x="588" y="74"/>
                </a:lnTo>
                <a:lnTo>
                  <a:pt x="660" y="48"/>
                </a:lnTo>
                <a:lnTo>
                  <a:pt x="732" y="27"/>
                </a:lnTo>
                <a:lnTo>
                  <a:pt x="806" y="12"/>
                </a:lnTo>
                <a:lnTo>
                  <a:pt x="882" y="4"/>
                </a:lnTo>
                <a:lnTo>
                  <a:pt x="958" y="0"/>
                </a:lnTo>
                <a:close/>
              </a:path>
            </a:pathLst>
          </a:custGeom>
          <a:solidFill>
            <a:schemeClr val="accent4"/>
          </a:solidFill>
          <a:ln w="0">
            <a:noFill/>
            <a:prstDash val="solid"/>
            <a:round/>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7" name="Freeform 9">
            <a:extLst>
              <a:ext uri="{FF2B5EF4-FFF2-40B4-BE49-F238E27FC236}">
                <a16:creationId xmlns:a16="http://schemas.microsoft.com/office/drawing/2014/main" id="{4B1CF21D-E378-4112-AC0E-D6B745641E3A}"/>
              </a:ext>
            </a:extLst>
          </p:cNvPr>
          <p:cNvSpPr>
            <a:spLocks/>
          </p:cNvSpPr>
          <p:nvPr/>
        </p:nvSpPr>
        <p:spPr bwMode="auto">
          <a:xfrm>
            <a:off x="4472980" y="4249800"/>
            <a:ext cx="1801626" cy="1801625"/>
          </a:xfrm>
          <a:custGeom>
            <a:avLst/>
            <a:gdLst>
              <a:gd name="T0" fmla="*/ 1033 w 1914"/>
              <a:gd name="T1" fmla="*/ 4 h 1914"/>
              <a:gd name="T2" fmla="*/ 1182 w 1914"/>
              <a:gd name="T3" fmla="*/ 28 h 1914"/>
              <a:gd name="T4" fmla="*/ 1326 w 1914"/>
              <a:gd name="T5" fmla="*/ 75 h 1914"/>
              <a:gd name="T6" fmla="*/ 1462 w 1914"/>
              <a:gd name="T7" fmla="*/ 144 h 1914"/>
              <a:gd name="T8" fmla="*/ 1585 w 1914"/>
              <a:gd name="T9" fmla="*/ 235 h 1914"/>
              <a:gd name="T10" fmla="*/ 1695 w 1914"/>
              <a:gd name="T11" fmla="*/ 347 h 1914"/>
              <a:gd name="T12" fmla="*/ 1786 w 1914"/>
              <a:gd name="T13" fmla="*/ 479 h 1914"/>
              <a:gd name="T14" fmla="*/ 1855 w 1914"/>
              <a:gd name="T15" fmla="*/ 627 h 1914"/>
              <a:gd name="T16" fmla="*/ 1898 w 1914"/>
              <a:gd name="T17" fmla="*/ 780 h 1914"/>
              <a:gd name="T18" fmla="*/ 1914 w 1914"/>
              <a:gd name="T19" fmla="*/ 936 h 1914"/>
              <a:gd name="T20" fmla="*/ 1905 w 1914"/>
              <a:gd name="T21" fmla="*/ 1091 h 1914"/>
              <a:gd name="T22" fmla="*/ 1871 w 1914"/>
              <a:gd name="T23" fmla="*/ 1242 h 1914"/>
              <a:gd name="T24" fmla="*/ 1813 w 1914"/>
              <a:gd name="T25" fmla="*/ 1385 h 1914"/>
              <a:gd name="T26" fmla="*/ 1733 w 1914"/>
              <a:gd name="T27" fmla="*/ 1519 h 1914"/>
              <a:gd name="T28" fmla="*/ 1629 w 1914"/>
              <a:gd name="T29" fmla="*/ 1638 h 1914"/>
              <a:gd name="T30" fmla="*/ 1505 w 1914"/>
              <a:gd name="T31" fmla="*/ 1742 h 1914"/>
              <a:gd name="T32" fmla="*/ 1362 w 1914"/>
              <a:gd name="T33" fmla="*/ 1824 h 1914"/>
              <a:gd name="T34" fmla="*/ 1210 w 1914"/>
              <a:gd name="T35" fmla="*/ 1880 h 1914"/>
              <a:gd name="T36" fmla="*/ 1056 w 1914"/>
              <a:gd name="T37" fmla="*/ 1909 h 1914"/>
              <a:gd name="T38" fmla="*/ 899 w 1914"/>
              <a:gd name="T39" fmla="*/ 1913 h 1914"/>
              <a:gd name="T40" fmla="*/ 747 w 1914"/>
              <a:gd name="T41" fmla="*/ 1891 h 1914"/>
              <a:gd name="T42" fmla="*/ 599 w 1914"/>
              <a:gd name="T43" fmla="*/ 1844 h 1914"/>
              <a:gd name="T44" fmla="*/ 461 w 1914"/>
              <a:gd name="T45" fmla="*/ 1775 h 1914"/>
              <a:gd name="T46" fmla="*/ 333 w 1914"/>
              <a:gd name="T47" fmla="*/ 1684 h 1914"/>
              <a:gd name="T48" fmla="*/ 221 w 1914"/>
              <a:gd name="T49" fmla="*/ 1570 h 1914"/>
              <a:gd name="T50" fmla="*/ 128 w 1914"/>
              <a:gd name="T51" fmla="*/ 1435 h 1914"/>
              <a:gd name="T52" fmla="*/ 58 w 1914"/>
              <a:gd name="T53" fmla="*/ 1287 h 1914"/>
              <a:gd name="T54" fmla="*/ 16 w 1914"/>
              <a:gd name="T55" fmla="*/ 1134 h 1914"/>
              <a:gd name="T56" fmla="*/ 0 w 1914"/>
              <a:gd name="T57" fmla="*/ 978 h 1914"/>
              <a:gd name="T58" fmla="*/ 10 w 1914"/>
              <a:gd name="T59" fmla="*/ 823 h 1914"/>
              <a:gd name="T60" fmla="*/ 43 w 1914"/>
              <a:gd name="T61" fmla="*/ 673 h 1914"/>
              <a:gd name="T62" fmla="*/ 101 w 1914"/>
              <a:gd name="T63" fmla="*/ 529 h 1914"/>
              <a:gd name="T64" fmla="*/ 182 w 1914"/>
              <a:gd name="T65" fmla="*/ 396 h 1914"/>
              <a:gd name="T66" fmla="*/ 284 w 1914"/>
              <a:gd name="T67" fmla="*/ 276 h 1914"/>
              <a:gd name="T68" fmla="*/ 408 w 1914"/>
              <a:gd name="T69" fmla="*/ 174 h 1914"/>
              <a:gd name="T70" fmla="*/ 555 w 1914"/>
              <a:gd name="T71" fmla="*/ 89 h 1914"/>
              <a:gd name="T72" fmla="*/ 712 w 1914"/>
              <a:gd name="T73" fmla="*/ 32 h 1914"/>
              <a:gd name="T74" fmla="*/ 875 w 1914"/>
              <a:gd name="T75" fmla="*/ 4 h 1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914" h="1914">
                <a:moveTo>
                  <a:pt x="956" y="0"/>
                </a:moveTo>
                <a:lnTo>
                  <a:pt x="1033" y="4"/>
                </a:lnTo>
                <a:lnTo>
                  <a:pt x="1108" y="12"/>
                </a:lnTo>
                <a:lnTo>
                  <a:pt x="1182" y="28"/>
                </a:lnTo>
                <a:lnTo>
                  <a:pt x="1255" y="49"/>
                </a:lnTo>
                <a:lnTo>
                  <a:pt x="1326" y="75"/>
                </a:lnTo>
                <a:lnTo>
                  <a:pt x="1395" y="106"/>
                </a:lnTo>
                <a:lnTo>
                  <a:pt x="1462" y="144"/>
                </a:lnTo>
                <a:lnTo>
                  <a:pt x="1525" y="187"/>
                </a:lnTo>
                <a:lnTo>
                  <a:pt x="1585" y="235"/>
                </a:lnTo>
                <a:lnTo>
                  <a:pt x="1642" y="289"/>
                </a:lnTo>
                <a:lnTo>
                  <a:pt x="1695" y="347"/>
                </a:lnTo>
                <a:lnTo>
                  <a:pt x="1742" y="410"/>
                </a:lnTo>
                <a:lnTo>
                  <a:pt x="1786" y="479"/>
                </a:lnTo>
                <a:lnTo>
                  <a:pt x="1824" y="553"/>
                </a:lnTo>
                <a:lnTo>
                  <a:pt x="1855" y="627"/>
                </a:lnTo>
                <a:lnTo>
                  <a:pt x="1881" y="704"/>
                </a:lnTo>
                <a:lnTo>
                  <a:pt x="1898" y="780"/>
                </a:lnTo>
                <a:lnTo>
                  <a:pt x="1909" y="858"/>
                </a:lnTo>
                <a:lnTo>
                  <a:pt x="1914" y="936"/>
                </a:lnTo>
                <a:lnTo>
                  <a:pt x="1913" y="1014"/>
                </a:lnTo>
                <a:lnTo>
                  <a:pt x="1905" y="1091"/>
                </a:lnTo>
                <a:lnTo>
                  <a:pt x="1891" y="1168"/>
                </a:lnTo>
                <a:lnTo>
                  <a:pt x="1871" y="1242"/>
                </a:lnTo>
                <a:lnTo>
                  <a:pt x="1844" y="1315"/>
                </a:lnTo>
                <a:lnTo>
                  <a:pt x="1813" y="1385"/>
                </a:lnTo>
                <a:lnTo>
                  <a:pt x="1776" y="1454"/>
                </a:lnTo>
                <a:lnTo>
                  <a:pt x="1733" y="1519"/>
                </a:lnTo>
                <a:lnTo>
                  <a:pt x="1684" y="1580"/>
                </a:lnTo>
                <a:lnTo>
                  <a:pt x="1629" y="1638"/>
                </a:lnTo>
                <a:lnTo>
                  <a:pt x="1570" y="1692"/>
                </a:lnTo>
                <a:lnTo>
                  <a:pt x="1505" y="1742"/>
                </a:lnTo>
                <a:lnTo>
                  <a:pt x="1435" y="1786"/>
                </a:lnTo>
                <a:lnTo>
                  <a:pt x="1362" y="1824"/>
                </a:lnTo>
                <a:lnTo>
                  <a:pt x="1287" y="1855"/>
                </a:lnTo>
                <a:lnTo>
                  <a:pt x="1210" y="1880"/>
                </a:lnTo>
                <a:lnTo>
                  <a:pt x="1134" y="1898"/>
                </a:lnTo>
                <a:lnTo>
                  <a:pt x="1056" y="1909"/>
                </a:lnTo>
                <a:lnTo>
                  <a:pt x="977" y="1914"/>
                </a:lnTo>
                <a:lnTo>
                  <a:pt x="899" y="1913"/>
                </a:lnTo>
                <a:lnTo>
                  <a:pt x="823" y="1905"/>
                </a:lnTo>
                <a:lnTo>
                  <a:pt x="747" y="1891"/>
                </a:lnTo>
                <a:lnTo>
                  <a:pt x="672" y="1871"/>
                </a:lnTo>
                <a:lnTo>
                  <a:pt x="599" y="1844"/>
                </a:lnTo>
                <a:lnTo>
                  <a:pt x="528" y="1813"/>
                </a:lnTo>
                <a:lnTo>
                  <a:pt x="461" y="1775"/>
                </a:lnTo>
                <a:lnTo>
                  <a:pt x="395" y="1732"/>
                </a:lnTo>
                <a:lnTo>
                  <a:pt x="333" y="1684"/>
                </a:lnTo>
                <a:lnTo>
                  <a:pt x="275" y="1629"/>
                </a:lnTo>
                <a:lnTo>
                  <a:pt x="221" y="1570"/>
                </a:lnTo>
                <a:lnTo>
                  <a:pt x="173" y="1505"/>
                </a:lnTo>
                <a:lnTo>
                  <a:pt x="128" y="1435"/>
                </a:lnTo>
                <a:lnTo>
                  <a:pt x="89" y="1363"/>
                </a:lnTo>
                <a:lnTo>
                  <a:pt x="58" y="1287"/>
                </a:lnTo>
                <a:lnTo>
                  <a:pt x="34" y="1211"/>
                </a:lnTo>
                <a:lnTo>
                  <a:pt x="16" y="1134"/>
                </a:lnTo>
                <a:lnTo>
                  <a:pt x="4" y="1056"/>
                </a:lnTo>
                <a:lnTo>
                  <a:pt x="0" y="978"/>
                </a:lnTo>
                <a:lnTo>
                  <a:pt x="2" y="900"/>
                </a:lnTo>
                <a:lnTo>
                  <a:pt x="10" y="823"/>
                </a:lnTo>
                <a:lnTo>
                  <a:pt x="23" y="748"/>
                </a:lnTo>
                <a:lnTo>
                  <a:pt x="43" y="673"/>
                </a:lnTo>
                <a:lnTo>
                  <a:pt x="69" y="600"/>
                </a:lnTo>
                <a:lnTo>
                  <a:pt x="101" y="529"/>
                </a:lnTo>
                <a:lnTo>
                  <a:pt x="139" y="461"/>
                </a:lnTo>
                <a:lnTo>
                  <a:pt x="182" y="396"/>
                </a:lnTo>
                <a:lnTo>
                  <a:pt x="230" y="335"/>
                </a:lnTo>
                <a:lnTo>
                  <a:pt x="284" y="276"/>
                </a:lnTo>
                <a:lnTo>
                  <a:pt x="343" y="222"/>
                </a:lnTo>
                <a:lnTo>
                  <a:pt x="408" y="174"/>
                </a:lnTo>
                <a:lnTo>
                  <a:pt x="478" y="129"/>
                </a:lnTo>
                <a:lnTo>
                  <a:pt x="555" y="89"/>
                </a:lnTo>
                <a:lnTo>
                  <a:pt x="633" y="57"/>
                </a:lnTo>
                <a:lnTo>
                  <a:pt x="712" y="32"/>
                </a:lnTo>
                <a:lnTo>
                  <a:pt x="793" y="15"/>
                </a:lnTo>
                <a:lnTo>
                  <a:pt x="875" y="4"/>
                </a:lnTo>
                <a:lnTo>
                  <a:pt x="956" y="0"/>
                </a:lnTo>
                <a:close/>
              </a:path>
            </a:pathLst>
          </a:custGeom>
          <a:solidFill>
            <a:schemeClr val="accent4"/>
          </a:solidFill>
          <a:ln w="0">
            <a:noFill/>
            <a:prstDash val="solid"/>
            <a:round/>
            <a:headEnd/>
            <a:tailEnd/>
          </a:ln>
          <a:effectLst>
            <a:outerShdw blurRad="50800" dist="38100" dir="8100000" algn="tr"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8" name="Freeform 10">
            <a:extLst>
              <a:ext uri="{FF2B5EF4-FFF2-40B4-BE49-F238E27FC236}">
                <a16:creationId xmlns:a16="http://schemas.microsoft.com/office/drawing/2014/main" id="{885D8A6E-21BB-4008-9FCA-3F5674FFB972}"/>
              </a:ext>
            </a:extLst>
          </p:cNvPr>
          <p:cNvSpPr>
            <a:spLocks/>
          </p:cNvSpPr>
          <p:nvPr/>
        </p:nvSpPr>
        <p:spPr bwMode="auto">
          <a:xfrm>
            <a:off x="5941390" y="4250742"/>
            <a:ext cx="1803508" cy="1800684"/>
          </a:xfrm>
          <a:custGeom>
            <a:avLst/>
            <a:gdLst>
              <a:gd name="T0" fmla="*/ 1045 w 1916"/>
              <a:gd name="T1" fmla="*/ 3 h 1913"/>
              <a:gd name="T2" fmla="*/ 1213 w 1916"/>
              <a:gd name="T3" fmla="*/ 34 h 1913"/>
              <a:gd name="T4" fmla="*/ 1369 w 1916"/>
              <a:gd name="T5" fmla="*/ 92 h 1913"/>
              <a:gd name="T6" fmla="*/ 1511 w 1916"/>
              <a:gd name="T7" fmla="*/ 175 h 1913"/>
              <a:gd name="T8" fmla="*/ 1636 w 1916"/>
              <a:gd name="T9" fmla="*/ 280 h 1913"/>
              <a:gd name="T10" fmla="*/ 1741 w 1916"/>
              <a:gd name="T11" fmla="*/ 405 h 1913"/>
              <a:gd name="T12" fmla="*/ 1823 w 1916"/>
              <a:gd name="T13" fmla="*/ 547 h 1913"/>
              <a:gd name="T14" fmla="*/ 1881 w 1916"/>
              <a:gd name="T15" fmla="*/ 703 h 1913"/>
              <a:gd name="T16" fmla="*/ 1912 w 1916"/>
              <a:gd name="T17" fmla="*/ 869 h 1913"/>
              <a:gd name="T18" fmla="*/ 1912 w 1916"/>
              <a:gd name="T19" fmla="*/ 1043 h 1913"/>
              <a:gd name="T20" fmla="*/ 1881 w 1916"/>
              <a:gd name="T21" fmla="*/ 1211 h 1913"/>
              <a:gd name="T22" fmla="*/ 1823 w 1916"/>
              <a:gd name="T23" fmla="*/ 1367 h 1913"/>
              <a:gd name="T24" fmla="*/ 1741 w 1916"/>
              <a:gd name="T25" fmla="*/ 1508 h 1913"/>
              <a:gd name="T26" fmla="*/ 1636 w 1916"/>
              <a:gd name="T27" fmla="*/ 1633 h 1913"/>
              <a:gd name="T28" fmla="*/ 1511 w 1916"/>
              <a:gd name="T29" fmla="*/ 1738 h 1913"/>
              <a:gd name="T30" fmla="*/ 1369 w 1916"/>
              <a:gd name="T31" fmla="*/ 1820 h 1913"/>
              <a:gd name="T32" fmla="*/ 1213 w 1916"/>
              <a:gd name="T33" fmla="*/ 1879 h 1913"/>
              <a:gd name="T34" fmla="*/ 1045 w 1916"/>
              <a:gd name="T35" fmla="*/ 1909 h 1913"/>
              <a:gd name="T36" fmla="*/ 871 w 1916"/>
              <a:gd name="T37" fmla="*/ 1909 h 1913"/>
              <a:gd name="T38" fmla="*/ 704 w 1916"/>
              <a:gd name="T39" fmla="*/ 1879 h 1913"/>
              <a:gd name="T40" fmla="*/ 548 w 1916"/>
              <a:gd name="T41" fmla="*/ 1820 h 1913"/>
              <a:gd name="T42" fmla="*/ 407 w 1916"/>
              <a:gd name="T43" fmla="*/ 1738 h 1913"/>
              <a:gd name="T44" fmla="*/ 282 w 1916"/>
              <a:gd name="T45" fmla="*/ 1633 h 1913"/>
              <a:gd name="T46" fmla="*/ 177 w 1916"/>
              <a:gd name="T47" fmla="*/ 1508 h 1913"/>
              <a:gd name="T48" fmla="*/ 93 w 1916"/>
              <a:gd name="T49" fmla="*/ 1367 h 1913"/>
              <a:gd name="T50" fmla="*/ 35 w 1916"/>
              <a:gd name="T51" fmla="*/ 1211 h 1913"/>
              <a:gd name="T52" fmla="*/ 4 w 1916"/>
              <a:gd name="T53" fmla="*/ 1043 h 1913"/>
              <a:gd name="T54" fmla="*/ 4 w 1916"/>
              <a:gd name="T55" fmla="*/ 869 h 1913"/>
              <a:gd name="T56" fmla="*/ 35 w 1916"/>
              <a:gd name="T57" fmla="*/ 703 h 1913"/>
              <a:gd name="T58" fmla="*/ 93 w 1916"/>
              <a:gd name="T59" fmla="*/ 547 h 1913"/>
              <a:gd name="T60" fmla="*/ 177 w 1916"/>
              <a:gd name="T61" fmla="*/ 405 h 1913"/>
              <a:gd name="T62" fmla="*/ 282 w 1916"/>
              <a:gd name="T63" fmla="*/ 280 h 1913"/>
              <a:gd name="T64" fmla="*/ 407 w 1916"/>
              <a:gd name="T65" fmla="*/ 175 h 1913"/>
              <a:gd name="T66" fmla="*/ 548 w 1916"/>
              <a:gd name="T67" fmla="*/ 92 h 1913"/>
              <a:gd name="T68" fmla="*/ 704 w 1916"/>
              <a:gd name="T69" fmla="*/ 34 h 1913"/>
              <a:gd name="T70" fmla="*/ 871 w 1916"/>
              <a:gd name="T71" fmla="*/ 3 h 1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16" h="1913">
                <a:moveTo>
                  <a:pt x="959" y="0"/>
                </a:moveTo>
                <a:lnTo>
                  <a:pt x="1045" y="3"/>
                </a:lnTo>
                <a:lnTo>
                  <a:pt x="1130" y="15"/>
                </a:lnTo>
                <a:lnTo>
                  <a:pt x="1213" y="34"/>
                </a:lnTo>
                <a:lnTo>
                  <a:pt x="1293" y="60"/>
                </a:lnTo>
                <a:lnTo>
                  <a:pt x="1369" y="92"/>
                </a:lnTo>
                <a:lnTo>
                  <a:pt x="1442" y="131"/>
                </a:lnTo>
                <a:lnTo>
                  <a:pt x="1511" y="175"/>
                </a:lnTo>
                <a:lnTo>
                  <a:pt x="1575" y="225"/>
                </a:lnTo>
                <a:lnTo>
                  <a:pt x="1636" y="280"/>
                </a:lnTo>
                <a:lnTo>
                  <a:pt x="1691" y="341"/>
                </a:lnTo>
                <a:lnTo>
                  <a:pt x="1741" y="405"/>
                </a:lnTo>
                <a:lnTo>
                  <a:pt x="1785" y="474"/>
                </a:lnTo>
                <a:lnTo>
                  <a:pt x="1823" y="547"/>
                </a:lnTo>
                <a:lnTo>
                  <a:pt x="1855" y="623"/>
                </a:lnTo>
                <a:lnTo>
                  <a:pt x="1881" y="703"/>
                </a:lnTo>
                <a:lnTo>
                  <a:pt x="1900" y="785"/>
                </a:lnTo>
                <a:lnTo>
                  <a:pt x="1912" y="869"/>
                </a:lnTo>
                <a:lnTo>
                  <a:pt x="1916" y="957"/>
                </a:lnTo>
                <a:lnTo>
                  <a:pt x="1912" y="1043"/>
                </a:lnTo>
                <a:lnTo>
                  <a:pt x="1900" y="1129"/>
                </a:lnTo>
                <a:lnTo>
                  <a:pt x="1881" y="1211"/>
                </a:lnTo>
                <a:lnTo>
                  <a:pt x="1855" y="1290"/>
                </a:lnTo>
                <a:lnTo>
                  <a:pt x="1823" y="1367"/>
                </a:lnTo>
                <a:lnTo>
                  <a:pt x="1785" y="1440"/>
                </a:lnTo>
                <a:lnTo>
                  <a:pt x="1741" y="1508"/>
                </a:lnTo>
                <a:lnTo>
                  <a:pt x="1691" y="1573"/>
                </a:lnTo>
                <a:lnTo>
                  <a:pt x="1636" y="1633"/>
                </a:lnTo>
                <a:lnTo>
                  <a:pt x="1575" y="1688"/>
                </a:lnTo>
                <a:lnTo>
                  <a:pt x="1511" y="1738"/>
                </a:lnTo>
                <a:lnTo>
                  <a:pt x="1442" y="1783"/>
                </a:lnTo>
                <a:lnTo>
                  <a:pt x="1369" y="1820"/>
                </a:lnTo>
                <a:lnTo>
                  <a:pt x="1293" y="1852"/>
                </a:lnTo>
                <a:lnTo>
                  <a:pt x="1213" y="1879"/>
                </a:lnTo>
                <a:lnTo>
                  <a:pt x="1130" y="1897"/>
                </a:lnTo>
                <a:lnTo>
                  <a:pt x="1045" y="1909"/>
                </a:lnTo>
                <a:lnTo>
                  <a:pt x="959" y="1913"/>
                </a:lnTo>
                <a:lnTo>
                  <a:pt x="871" y="1909"/>
                </a:lnTo>
                <a:lnTo>
                  <a:pt x="786" y="1897"/>
                </a:lnTo>
                <a:lnTo>
                  <a:pt x="704" y="1879"/>
                </a:lnTo>
                <a:lnTo>
                  <a:pt x="625" y="1852"/>
                </a:lnTo>
                <a:lnTo>
                  <a:pt x="548" y="1820"/>
                </a:lnTo>
                <a:lnTo>
                  <a:pt x="475" y="1783"/>
                </a:lnTo>
                <a:lnTo>
                  <a:pt x="407" y="1738"/>
                </a:lnTo>
                <a:lnTo>
                  <a:pt x="341" y="1688"/>
                </a:lnTo>
                <a:lnTo>
                  <a:pt x="282" y="1633"/>
                </a:lnTo>
                <a:lnTo>
                  <a:pt x="226" y="1573"/>
                </a:lnTo>
                <a:lnTo>
                  <a:pt x="177" y="1508"/>
                </a:lnTo>
                <a:lnTo>
                  <a:pt x="132" y="1440"/>
                </a:lnTo>
                <a:lnTo>
                  <a:pt x="93" y="1367"/>
                </a:lnTo>
                <a:lnTo>
                  <a:pt x="61" y="1290"/>
                </a:lnTo>
                <a:lnTo>
                  <a:pt x="35" y="1211"/>
                </a:lnTo>
                <a:lnTo>
                  <a:pt x="16" y="1129"/>
                </a:lnTo>
                <a:lnTo>
                  <a:pt x="4" y="1043"/>
                </a:lnTo>
                <a:lnTo>
                  <a:pt x="0" y="957"/>
                </a:lnTo>
                <a:lnTo>
                  <a:pt x="4" y="869"/>
                </a:lnTo>
                <a:lnTo>
                  <a:pt x="16" y="785"/>
                </a:lnTo>
                <a:lnTo>
                  <a:pt x="35" y="703"/>
                </a:lnTo>
                <a:lnTo>
                  <a:pt x="61" y="623"/>
                </a:lnTo>
                <a:lnTo>
                  <a:pt x="93" y="547"/>
                </a:lnTo>
                <a:lnTo>
                  <a:pt x="132" y="474"/>
                </a:lnTo>
                <a:lnTo>
                  <a:pt x="177" y="405"/>
                </a:lnTo>
                <a:lnTo>
                  <a:pt x="226" y="341"/>
                </a:lnTo>
                <a:lnTo>
                  <a:pt x="282" y="280"/>
                </a:lnTo>
                <a:lnTo>
                  <a:pt x="341" y="225"/>
                </a:lnTo>
                <a:lnTo>
                  <a:pt x="407" y="175"/>
                </a:lnTo>
                <a:lnTo>
                  <a:pt x="475" y="131"/>
                </a:lnTo>
                <a:lnTo>
                  <a:pt x="548" y="92"/>
                </a:lnTo>
                <a:lnTo>
                  <a:pt x="625" y="60"/>
                </a:lnTo>
                <a:lnTo>
                  <a:pt x="704" y="34"/>
                </a:lnTo>
                <a:lnTo>
                  <a:pt x="786" y="15"/>
                </a:lnTo>
                <a:lnTo>
                  <a:pt x="871" y="3"/>
                </a:lnTo>
                <a:lnTo>
                  <a:pt x="959" y="0"/>
                </a:lnTo>
                <a:close/>
              </a:path>
            </a:pathLst>
          </a:custGeom>
          <a:solidFill>
            <a:schemeClr val="accent4"/>
          </a:solidFill>
          <a:ln w="0">
            <a:noFill/>
            <a:prstDash val="solid"/>
            <a:round/>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9" name="Freeform 11">
            <a:extLst>
              <a:ext uri="{FF2B5EF4-FFF2-40B4-BE49-F238E27FC236}">
                <a16:creationId xmlns:a16="http://schemas.microsoft.com/office/drawing/2014/main" id="{075FBE3A-1706-4AC4-886E-D2A6AA16535E}"/>
              </a:ext>
            </a:extLst>
          </p:cNvPr>
          <p:cNvSpPr>
            <a:spLocks/>
          </p:cNvSpPr>
          <p:nvPr/>
        </p:nvSpPr>
        <p:spPr bwMode="auto">
          <a:xfrm>
            <a:off x="6396973" y="2853870"/>
            <a:ext cx="1801626" cy="1801625"/>
          </a:xfrm>
          <a:custGeom>
            <a:avLst/>
            <a:gdLst>
              <a:gd name="T0" fmla="*/ 1039 w 1914"/>
              <a:gd name="T1" fmla="*/ 4 h 1914"/>
              <a:gd name="T2" fmla="*/ 1202 w 1914"/>
              <a:gd name="T3" fmla="*/ 32 h 1914"/>
              <a:gd name="T4" fmla="*/ 1359 w 1914"/>
              <a:gd name="T5" fmla="*/ 88 h 1914"/>
              <a:gd name="T6" fmla="*/ 1506 w 1914"/>
              <a:gd name="T7" fmla="*/ 173 h 1914"/>
              <a:gd name="T8" fmla="*/ 1630 w 1914"/>
              <a:gd name="T9" fmla="*/ 275 h 1914"/>
              <a:gd name="T10" fmla="*/ 1732 w 1914"/>
              <a:gd name="T11" fmla="*/ 395 h 1914"/>
              <a:gd name="T12" fmla="*/ 1813 w 1914"/>
              <a:gd name="T13" fmla="*/ 528 h 1914"/>
              <a:gd name="T14" fmla="*/ 1871 w 1914"/>
              <a:gd name="T15" fmla="*/ 672 h 1914"/>
              <a:gd name="T16" fmla="*/ 1904 w 1914"/>
              <a:gd name="T17" fmla="*/ 823 h 1914"/>
              <a:gd name="T18" fmla="*/ 1914 w 1914"/>
              <a:gd name="T19" fmla="*/ 977 h 1914"/>
              <a:gd name="T20" fmla="*/ 1898 w 1914"/>
              <a:gd name="T21" fmla="*/ 1133 h 1914"/>
              <a:gd name="T22" fmla="*/ 1856 w 1914"/>
              <a:gd name="T23" fmla="*/ 1287 h 1914"/>
              <a:gd name="T24" fmla="*/ 1786 w 1914"/>
              <a:gd name="T25" fmla="*/ 1435 h 1914"/>
              <a:gd name="T26" fmla="*/ 1692 w 1914"/>
              <a:gd name="T27" fmla="*/ 1569 h 1914"/>
              <a:gd name="T28" fmla="*/ 1580 w 1914"/>
              <a:gd name="T29" fmla="*/ 1682 h 1914"/>
              <a:gd name="T30" fmla="*/ 1453 w 1914"/>
              <a:gd name="T31" fmla="*/ 1775 h 1914"/>
              <a:gd name="T32" fmla="*/ 1315 w 1914"/>
              <a:gd name="T33" fmla="*/ 1844 h 1914"/>
              <a:gd name="T34" fmla="*/ 1167 w 1914"/>
              <a:gd name="T35" fmla="*/ 1889 h 1914"/>
              <a:gd name="T36" fmla="*/ 1013 w 1914"/>
              <a:gd name="T37" fmla="*/ 1912 h 1914"/>
              <a:gd name="T38" fmla="*/ 858 w 1914"/>
              <a:gd name="T39" fmla="*/ 1908 h 1914"/>
              <a:gd name="T40" fmla="*/ 702 w 1914"/>
              <a:gd name="T41" fmla="*/ 1879 h 1914"/>
              <a:gd name="T42" fmla="*/ 551 w 1914"/>
              <a:gd name="T43" fmla="*/ 1823 h 1914"/>
              <a:gd name="T44" fmla="*/ 409 w 1914"/>
              <a:gd name="T45" fmla="*/ 1741 h 1914"/>
              <a:gd name="T46" fmla="*/ 286 w 1914"/>
              <a:gd name="T47" fmla="*/ 1639 h 1914"/>
              <a:gd name="T48" fmla="*/ 184 w 1914"/>
              <a:gd name="T49" fmla="*/ 1521 h 1914"/>
              <a:gd name="T50" fmla="*/ 103 w 1914"/>
              <a:gd name="T51" fmla="*/ 1390 h 1914"/>
              <a:gd name="T52" fmla="*/ 45 w 1914"/>
              <a:gd name="T53" fmla="*/ 1248 h 1914"/>
              <a:gd name="T54" fmla="*/ 10 w 1914"/>
              <a:gd name="T55" fmla="*/ 1100 h 1914"/>
              <a:gd name="T56" fmla="*/ 0 w 1914"/>
              <a:gd name="T57" fmla="*/ 946 h 1914"/>
              <a:gd name="T58" fmla="*/ 115 w 1914"/>
              <a:gd name="T59" fmla="*/ 898 h 1914"/>
              <a:gd name="T60" fmla="*/ 241 w 1914"/>
              <a:gd name="T61" fmla="*/ 825 h 1914"/>
              <a:gd name="T62" fmla="*/ 360 w 1914"/>
              <a:gd name="T63" fmla="*/ 726 h 1914"/>
              <a:gd name="T64" fmla="*/ 461 w 1914"/>
              <a:gd name="T65" fmla="*/ 610 h 1914"/>
              <a:gd name="T66" fmla="*/ 542 w 1914"/>
              <a:gd name="T67" fmla="*/ 482 h 1914"/>
              <a:gd name="T68" fmla="*/ 601 w 1914"/>
              <a:gd name="T69" fmla="*/ 345 h 1914"/>
              <a:gd name="T70" fmla="*/ 638 w 1914"/>
              <a:gd name="T71" fmla="*/ 200 h 1914"/>
              <a:gd name="T72" fmla="*/ 651 w 1914"/>
              <a:gd name="T73" fmla="*/ 51 h 1914"/>
              <a:gd name="T74" fmla="*/ 802 w 1914"/>
              <a:gd name="T75" fmla="*/ 13 h 1914"/>
              <a:gd name="T76" fmla="*/ 958 w 1914"/>
              <a:gd name="T77" fmla="*/ 0 h 19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14" h="1914">
                <a:moveTo>
                  <a:pt x="958" y="0"/>
                </a:moveTo>
                <a:lnTo>
                  <a:pt x="1039" y="4"/>
                </a:lnTo>
                <a:lnTo>
                  <a:pt x="1121" y="14"/>
                </a:lnTo>
                <a:lnTo>
                  <a:pt x="1202" y="32"/>
                </a:lnTo>
                <a:lnTo>
                  <a:pt x="1281" y="56"/>
                </a:lnTo>
                <a:lnTo>
                  <a:pt x="1359" y="88"/>
                </a:lnTo>
                <a:lnTo>
                  <a:pt x="1436" y="129"/>
                </a:lnTo>
                <a:lnTo>
                  <a:pt x="1506" y="173"/>
                </a:lnTo>
                <a:lnTo>
                  <a:pt x="1570" y="222"/>
                </a:lnTo>
                <a:lnTo>
                  <a:pt x="1630" y="275"/>
                </a:lnTo>
                <a:lnTo>
                  <a:pt x="1683" y="333"/>
                </a:lnTo>
                <a:lnTo>
                  <a:pt x="1732" y="395"/>
                </a:lnTo>
                <a:lnTo>
                  <a:pt x="1775" y="461"/>
                </a:lnTo>
                <a:lnTo>
                  <a:pt x="1813" y="528"/>
                </a:lnTo>
                <a:lnTo>
                  <a:pt x="1845" y="599"/>
                </a:lnTo>
                <a:lnTo>
                  <a:pt x="1871" y="672"/>
                </a:lnTo>
                <a:lnTo>
                  <a:pt x="1891" y="746"/>
                </a:lnTo>
                <a:lnTo>
                  <a:pt x="1904" y="823"/>
                </a:lnTo>
                <a:lnTo>
                  <a:pt x="1912" y="899"/>
                </a:lnTo>
                <a:lnTo>
                  <a:pt x="1914" y="977"/>
                </a:lnTo>
                <a:lnTo>
                  <a:pt x="1910" y="1055"/>
                </a:lnTo>
                <a:lnTo>
                  <a:pt x="1898" y="1133"/>
                </a:lnTo>
                <a:lnTo>
                  <a:pt x="1880" y="1210"/>
                </a:lnTo>
                <a:lnTo>
                  <a:pt x="1856" y="1287"/>
                </a:lnTo>
                <a:lnTo>
                  <a:pt x="1823" y="1362"/>
                </a:lnTo>
                <a:lnTo>
                  <a:pt x="1786" y="1435"/>
                </a:lnTo>
                <a:lnTo>
                  <a:pt x="1741" y="1505"/>
                </a:lnTo>
                <a:lnTo>
                  <a:pt x="1692" y="1569"/>
                </a:lnTo>
                <a:lnTo>
                  <a:pt x="1638" y="1628"/>
                </a:lnTo>
                <a:lnTo>
                  <a:pt x="1580" y="1682"/>
                </a:lnTo>
                <a:lnTo>
                  <a:pt x="1518" y="1732"/>
                </a:lnTo>
                <a:lnTo>
                  <a:pt x="1453" y="1775"/>
                </a:lnTo>
                <a:lnTo>
                  <a:pt x="1385" y="1813"/>
                </a:lnTo>
                <a:lnTo>
                  <a:pt x="1315" y="1844"/>
                </a:lnTo>
                <a:lnTo>
                  <a:pt x="1242" y="1870"/>
                </a:lnTo>
                <a:lnTo>
                  <a:pt x="1167" y="1889"/>
                </a:lnTo>
                <a:lnTo>
                  <a:pt x="1091" y="1904"/>
                </a:lnTo>
                <a:lnTo>
                  <a:pt x="1013" y="1912"/>
                </a:lnTo>
                <a:lnTo>
                  <a:pt x="936" y="1914"/>
                </a:lnTo>
                <a:lnTo>
                  <a:pt x="858" y="1908"/>
                </a:lnTo>
                <a:lnTo>
                  <a:pt x="780" y="1897"/>
                </a:lnTo>
                <a:lnTo>
                  <a:pt x="702" y="1879"/>
                </a:lnTo>
                <a:lnTo>
                  <a:pt x="627" y="1854"/>
                </a:lnTo>
                <a:lnTo>
                  <a:pt x="551" y="1823"/>
                </a:lnTo>
                <a:lnTo>
                  <a:pt x="479" y="1784"/>
                </a:lnTo>
                <a:lnTo>
                  <a:pt x="409" y="1741"/>
                </a:lnTo>
                <a:lnTo>
                  <a:pt x="345" y="1693"/>
                </a:lnTo>
                <a:lnTo>
                  <a:pt x="286" y="1639"/>
                </a:lnTo>
                <a:lnTo>
                  <a:pt x="232" y="1583"/>
                </a:lnTo>
                <a:lnTo>
                  <a:pt x="184" y="1521"/>
                </a:lnTo>
                <a:lnTo>
                  <a:pt x="141" y="1458"/>
                </a:lnTo>
                <a:lnTo>
                  <a:pt x="103" y="1390"/>
                </a:lnTo>
                <a:lnTo>
                  <a:pt x="71" y="1320"/>
                </a:lnTo>
                <a:lnTo>
                  <a:pt x="45" y="1248"/>
                </a:lnTo>
                <a:lnTo>
                  <a:pt x="25" y="1174"/>
                </a:lnTo>
                <a:lnTo>
                  <a:pt x="10" y="1100"/>
                </a:lnTo>
                <a:lnTo>
                  <a:pt x="2" y="1023"/>
                </a:lnTo>
                <a:lnTo>
                  <a:pt x="0" y="946"/>
                </a:lnTo>
                <a:lnTo>
                  <a:pt x="57" y="924"/>
                </a:lnTo>
                <a:lnTo>
                  <a:pt x="115" y="898"/>
                </a:lnTo>
                <a:lnTo>
                  <a:pt x="172" y="868"/>
                </a:lnTo>
                <a:lnTo>
                  <a:pt x="241" y="825"/>
                </a:lnTo>
                <a:lnTo>
                  <a:pt x="302" y="778"/>
                </a:lnTo>
                <a:lnTo>
                  <a:pt x="360" y="726"/>
                </a:lnTo>
                <a:lnTo>
                  <a:pt x="414" y="671"/>
                </a:lnTo>
                <a:lnTo>
                  <a:pt x="461" y="610"/>
                </a:lnTo>
                <a:lnTo>
                  <a:pt x="504" y="548"/>
                </a:lnTo>
                <a:lnTo>
                  <a:pt x="542" y="482"/>
                </a:lnTo>
                <a:lnTo>
                  <a:pt x="574" y="415"/>
                </a:lnTo>
                <a:lnTo>
                  <a:pt x="601" y="345"/>
                </a:lnTo>
                <a:lnTo>
                  <a:pt x="621" y="273"/>
                </a:lnTo>
                <a:lnTo>
                  <a:pt x="638" y="200"/>
                </a:lnTo>
                <a:lnTo>
                  <a:pt x="647" y="126"/>
                </a:lnTo>
                <a:lnTo>
                  <a:pt x="651" y="51"/>
                </a:lnTo>
                <a:lnTo>
                  <a:pt x="725" y="28"/>
                </a:lnTo>
                <a:lnTo>
                  <a:pt x="802" y="13"/>
                </a:lnTo>
                <a:lnTo>
                  <a:pt x="880" y="4"/>
                </a:lnTo>
                <a:lnTo>
                  <a:pt x="958" y="0"/>
                </a:lnTo>
                <a:close/>
              </a:path>
            </a:pathLst>
          </a:custGeom>
          <a:solidFill>
            <a:schemeClr val="accent4"/>
          </a:solidFill>
          <a:ln w="0">
            <a:noFill/>
            <a:prstDash val="solid"/>
            <a:round/>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10" name="Freeform 12">
            <a:extLst>
              <a:ext uri="{FF2B5EF4-FFF2-40B4-BE49-F238E27FC236}">
                <a16:creationId xmlns:a16="http://schemas.microsoft.com/office/drawing/2014/main" id="{8D459535-49AD-44B5-AC78-704CCC65B392}"/>
              </a:ext>
            </a:extLst>
          </p:cNvPr>
          <p:cNvSpPr>
            <a:spLocks/>
          </p:cNvSpPr>
          <p:nvPr/>
        </p:nvSpPr>
        <p:spPr bwMode="auto">
          <a:xfrm>
            <a:off x="4867380" y="2781390"/>
            <a:ext cx="2482177" cy="2358868"/>
          </a:xfrm>
          <a:custGeom>
            <a:avLst/>
            <a:gdLst>
              <a:gd name="T0" fmla="*/ 1318 w 2637"/>
              <a:gd name="T1" fmla="*/ 0 h 2506"/>
              <a:gd name="T2" fmla="*/ 2637 w 2637"/>
              <a:gd name="T3" fmla="*/ 956 h 2506"/>
              <a:gd name="T4" fmla="*/ 2133 w 2637"/>
              <a:gd name="T5" fmla="*/ 2506 h 2506"/>
              <a:gd name="T6" fmla="*/ 503 w 2637"/>
              <a:gd name="T7" fmla="*/ 2506 h 2506"/>
              <a:gd name="T8" fmla="*/ 0 w 2637"/>
              <a:gd name="T9" fmla="*/ 956 h 2506"/>
              <a:gd name="T10" fmla="*/ 1318 w 2637"/>
              <a:gd name="T11" fmla="*/ 0 h 2506"/>
            </a:gdLst>
            <a:ahLst/>
            <a:cxnLst>
              <a:cxn ang="0">
                <a:pos x="T0" y="T1"/>
              </a:cxn>
              <a:cxn ang="0">
                <a:pos x="T2" y="T3"/>
              </a:cxn>
              <a:cxn ang="0">
                <a:pos x="T4" y="T5"/>
              </a:cxn>
              <a:cxn ang="0">
                <a:pos x="T6" y="T7"/>
              </a:cxn>
              <a:cxn ang="0">
                <a:pos x="T8" y="T9"/>
              </a:cxn>
              <a:cxn ang="0">
                <a:pos x="T10" y="T11"/>
              </a:cxn>
            </a:cxnLst>
            <a:rect l="0" t="0" r="r" b="b"/>
            <a:pathLst>
              <a:path w="2637" h="2506">
                <a:moveTo>
                  <a:pt x="1318" y="0"/>
                </a:moveTo>
                <a:lnTo>
                  <a:pt x="2637" y="956"/>
                </a:lnTo>
                <a:lnTo>
                  <a:pt x="2133" y="2506"/>
                </a:lnTo>
                <a:lnTo>
                  <a:pt x="503" y="2506"/>
                </a:lnTo>
                <a:lnTo>
                  <a:pt x="0" y="956"/>
                </a:lnTo>
                <a:lnTo>
                  <a:pt x="131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3">
            <a:extLst>
              <a:ext uri="{FF2B5EF4-FFF2-40B4-BE49-F238E27FC236}">
                <a16:creationId xmlns:a16="http://schemas.microsoft.com/office/drawing/2014/main" id="{E2654100-E757-46D3-A38A-A88743F97CA2}"/>
              </a:ext>
            </a:extLst>
          </p:cNvPr>
          <p:cNvSpPr>
            <a:spLocks/>
          </p:cNvSpPr>
          <p:nvPr/>
        </p:nvSpPr>
        <p:spPr bwMode="auto">
          <a:xfrm>
            <a:off x="5578053" y="2360635"/>
            <a:ext cx="1060832" cy="1059890"/>
          </a:xfrm>
          <a:custGeom>
            <a:avLst/>
            <a:gdLst>
              <a:gd name="T0" fmla="*/ 567 w 1127"/>
              <a:gd name="T1" fmla="*/ 0 h 1126"/>
              <a:gd name="T2" fmla="*/ 625 w 1127"/>
              <a:gd name="T3" fmla="*/ 4 h 1126"/>
              <a:gd name="T4" fmla="*/ 681 w 1127"/>
              <a:gd name="T5" fmla="*/ 14 h 1126"/>
              <a:gd name="T6" fmla="*/ 738 w 1127"/>
              <a:gd name="T7" fmla="*/ 29 h 1126"/>
              <a:gd name="T8" fmla="*/ 791 w 1127"/>
              <a:gd name="T9" fmla="*/ 49 h 1126"/>
              <a:gd name="T10" fmla="*/ 843 w 1127"/>
              <a:gd name="T11" fmla="*/ 74 h 1126"/>
              <a:gd name="T12" fmla="*/ 891 w 1127"/>
              <a:gd name="T13" fmla="*/ 105 h 1126"/>
              <a:gd name="T14" fmla="*/ 938 w 1127"/>
              <a:gd name="T15" fmla="*/ 143 h 1126"/>
              <a:gd name="T16" fmla="*/ 980 w 1127"/>
              <a:gd name="T17" fmla="*/ 185 h 1126"/>
              <a:gd name="T18" fmla="*/ 1018 w 1127"/>
              <a:gd name="T19" fmla="*/ 230 h 1126"/>
              <a:gd name="T20" fmla="*/ 1051 w 1127"/>
              <a:gd name="T21" fmla="*/ 283 h 1126"/>
              <a:gd name="T22" fmla="*/ 1080 w 1127"/>
              <a:gd name="T23" fmla="*/ 337 h 1126"/>
              <a:gd name="T24" fmla="*/ 1101 w 1127"/>
              <a:gd name="T25" fmla="*/ 393 h 1126"/>
              <a:gd name="T26" fmla="*/ 1116 w 1127"/>
              <a:gd name="T27" fmla="*/ 451 h 1126"/>
              <a:gd name="T28" fmla="*/ 1124 w 1127"/>
              <a:gd name="T29" fmla="*/ 509 h 1126"/>
              <a:gd name="T30" fmla="*/ 1127 w 1127"/>
              <a:gd name="T31" fmla="*/ 567 h 1126"/>
              <a:gd name="T32" fmla="*/ 1124 w 1127"/>
              <a:gd name="T33" fmla="*/ 625 h 1126"/>
              <a:gd name="T34" fmla="*/ 1115 w 1127"/>
              <a:gd name="T35" fmla="*/ 681 h 1126"/>
              <a:gd name="T36" fmla="*/ 1100 w 1127"/>
              <a:gd name="T37" fmla="*/ 737 h 1126"/>
              <a:gd name="T38" fmla="*/ 1080 w 1127"/>
              <a:gd name="T39" fmla="*/ 791 h 1126"/>
              <a:gd name="T40" fmla="*/ 1053 w 1127"/>
              <a:gd name="T41" fmla="*/ 842 h 1126"/>
              <a:gd name="T42" fmla="*/ 1022 w 1127"/>
              <a:gd name="T43" fmla="*/ 892 h 1126"/>
              <a:gd name="T44" fmla="*/ 985 w 1127"/>
              <a:gd name="T45" fmla="*/ 938 h 1126"/>
              <a:gd name="T46" fmla="*/ 944 w 1127"/>
              <a:gd name="T47" fmla="*/ 980 h 1126"/>
              <a:gd name="T48" fmla="*/ 896 w 1127"/>
              <a:gd name="T49" fmla="*/ 1017 h 1126"/>
              <a:gd name="T50" fmla="*/ 845 w 1127"/>
              <a:gd name="T51" fmla="*/ 1051 h 1126"/>
              <a:gd name="T52" fmla="*/ 790 w 1127"/>
              <a:gd name="T53" fmla="*/ 1079 h 1126"/>
              <a:gd name="T54" fmla="*/ 734 w 1127"/>
              <a:gd name="T55" fmla="*/ 1101 h 1126"/>
              <a:gd name="T56" fmla="*/ 677 w 1127"/>
              <a:gd name="T57" fmla="*/ 1115 h 1126"/>
              <a:gd name="T58" fmla="*/ 619 w 1127"/>
              <a:gd name="T59" fmla="*/ 1123 h 1126"/>
              <a:gd name="T60" fmla="*/ 560 w 1127"/>
              <a:gd name="T61" fmla="*/ 1126 h 1126"/>
              <a:gd name="T62" fmla="*/ 503 w 1127"/>
              <a:gd name="T63" fmla="*/ 1123 h 1126"/>
              <a:gd name="T64" fmla="*/ 446 w 1127"/>
              <a:gd name="T65" fmla="*/ 1114 h 1126"/>
              <a:gd name="T66" fmla="*/ 390 w 1127"/>
              <a:gd name="T67" fmla="*/ 1099 h 1126"/>
              <a:gd name="T68" fmla="*/ 337 w 1127"/>
              <a:gd name="T69" fmla="*/ 1079 h 1126"/>
              <a:gd name="T70" fmla="*/ 284 w 1127"/>
              <a:gd name="T71" fmla="*/ 1052 h 1126"/>
              <a:gd name="T72" fmla="*/ 236 w 1127"/>
              <a:gd name="T73" fmla="*/ 1021 h 1126"/>
              <a:gd name="T74" fmla="*/ 190 w 1127"/>
              <a:gd name="T75" fmla="*/ 985 h 1126"/>
              <a:gd name="T76" fmla="*/ 148 w 1127"/>
              <a:gd name="T77" fmla="*/ 943 h 1126"/>
              <a:gd name="T78" fmla="*/ 109 w 1127"/>
              <a:gd name="T79" fmla="*/ 896 h 1126"/>
              <a:gd name="T80" fmla="*/ 75 w 1127"/>
              <a:gd name="T81" fmla="*/ 845 h 1126"/>
              <a:gd name="T82" fmla="*/ 48 w 1127"/>
              <a:gd name="T83" fmla="*/ 790 h 1126"/>
              <a:gd name="T84" fmla="*/ 27 w 1127"/>
              <a:gd name="T85" fmla="*/ 733 h 1126"/>
              <a:gd name="T86" fmla="*/ 12 w 1127"/>
              <a:gd name="T87" fmla="*/ 677 h 1126"/>
              <a:gd name="T88" fmla="*/ 3 w 1127"/>
              <a:gd name="T89" fmla="*/ 619 h 1126"/>
              <a:gd name="T90" fmla="*/ 0 w 1127"/>
              <a:gd name="T91" fmla="*/ 561 h 1126"/>
              <a:gd name="T92" fmla="*/ 4 w 1127"/>
              <a:gd name="T93" fmla="*/ 503 h 1126"/>
              <a:gd name="T94" fmla="*/ 12 w 1127"/>
              <a:gd name="T95" fmla="*/ 446 h 1126"/>
              <a:gd name="T96" fmla="*/ 28 w 1127"/>
              <a:gd name="T97" fmla="*/ 390 h 1126"/>
              <a:gd name="T98" fmla="*/ 48 w 1127"/>
              <a:gd name="T99" fmla="*/ 337 h 1126"/>
              <a:gd name="T100" fmla="*/ 74 w 1127"/>
              <a:gd name="T101" fmla="*/ 284 h 1126"/>
              <a:gd name="T102" fmla="*/ 105 w 1127"/>
              <a:gd name="T103" fmla="*/ 236 h 1126"/>
              <a:gd name="T104" fmla="*/ 143 w 1127"/>
              <a:gd name="T105" fmla="*/ 190 h 1126"/>
              <a:gd name="T106" fmla="*/ 184 w 1127"/>
              <a:gd name="T107" fmla="*/ 148 h 1126"/>
              <a:gd name="T108" fmla="*/ 230 w 1127"/>
              <a:gd name="T109" fmla="*/ 109 h 1126"/>
              <a:gd name="T110" fmla="*/ 281 w 1127"/>
              <a:gd name="T111" fmla="*/ 76 h 1126"/>
              <a:gd name="T112" fmla="*/ 337 w 1127"/>
              <a:gd name="T113" fmla="*/ 49 h 1126"/>
              <a:gd name="T114" fmla="*/ 393 w 1127"/>
              <a:gd name="T115" fmla="*/ 27 h 1126"/>
              <a:gd name="T116" fmla="*/ 451 w 1127"/>
              <a:gd name="T117" fmla="*/ 13 h 1126"/>
              <a:gd name="T118" fmla="*/ 509 w 1127"/>
              <a:gd name="T119" fmla="*/ 3 h 1126"/>
              <a:gd name="T120" fmla="*/ 567 w 1127"/>
              <a:gd name="T121" fmla="*/ 0 h 1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27" h="1126">
                <a:moveTo>
                  <a:pt x="567" y="0"/>
                </a:moveTo>
                <a:lnTo>
                  <a:pt x="625" y="4"/>
                </a:lnTo>
                <a:lnTo>
                  <a:pt x="681" y="14"/>
                </a:lnTo>
                <a:lnTo>
                  <a:pt x="738" y="29"/>
                </a:lnTo>
                <a:lnTo>
                  <a:pt x="791" y="49"/>
                </a:lnTo>
                <a:lnTo>
                  <a:pt x="843" y="74"/>
                </a:lnTo>
                <a:lnTo>
                  <a:pt x="891" y="105"/>
                </a:lnTo>
                <a:lnTo>
                  <a:pt x="938" y="143"/>
                </a:lnTo>
                <a:lnTo>
                  <a:pt x="980" y="185"/>
                </a:lnTo>
                <a:lnTo>
                  <a:pt x="1018" y="230"/>
                </a:lnTo>
                <a:lnTo>
                  <a:pt x="1051" y="283"/>
                </a:lnTo>
                <a:lnTo>
                  <a:pt x="1080" y="337"/>
                </a:lnTo>
                <a:lnTo>
                  <a:pt x="1101" y="393"/>
                </a:lnTo>
                <a:lnTo>
                  <a:pt x="1116" y="451"/>
                </a:lnTo>
                <a:lnTo>
                  <a:pt x="1124" y="509"/>
                </a:lnTo>
                <a:lnTo>
                  <a:pt x="1127" y="567"/>
                </a:lnTo>
                <a:lnTo>
                  <a:pt x="1124" y="625"/>
                </a:lnTo>
                <a:lnTo>
                  <a:pt x="1115" y="681"/>
                </a:lnTo>
                <a:lnTo>
                  <a:pt x="1100" y="737"/>
                </a:lnTo>
                <a:lnTo>
                  <a:pt x="1080" y="791"/>
                </a:lnTo>
                <a:lnTo>
                  <a:pt x="1053" y="842"/>
                </a:lnTo>
                <a:lnTo>
                  <a:pt x="1022" y="892"/>
                </a:lnTo>
                <a:lnTo>
                  <a:pt x="985" y="938"/>
                </a:lnTo>
                <a:lnTo>
                  <a:pt x="944" y="980"/>
                </a:lnTo>
                <a:lnTo>
                  <a:pt x="896" y="1017"/>
                </a:lnTo>
                <a:lnTo>
                  <a:pt x="845" y="1051"/>
                </a:lnTo>
                <a:lnTo>
                  <a:pt x="790" y="1079"/>
                </a:lnTo>
                <a:lnTo>
                  <a:pt x="734" y="1101"/>
                </a:lnTo>
                <a:lnTo>
                  <a:pt x="677" y="1115"/>
                </a:lnTo>
                <a:lnTo>
                  <a:pt x="619" y="1123"/>
                </a:lnTo>
                <a:lnTo>
                  <a:pt x="560" y="1126"/>
                </a:lnTo>
                <a:lnTo>
                  <a:pt x="503" y="1123"/>
                </a:lnTo>
                <a:lnTo>
                  <a:pt x="446" y="1114"/>
                </a:lnTo>
                <a:lnTo>
                  <a:pt x="390" y="1099"/>
                </a:lnTo>
                <a:lnTo>
                  <a:pt x="337" y="1079"/>
                </a:lnTo>
                <a:lnTo>
                  <a:pt x="284" y="1052"/>
                </a:lnTo>
                <a:lnTo>
                  <a:pt x="236" y="1021"/>
                </a:lnTo>
                <a:lnTo>
                  <a:pt x="190" y="985"/>
                </a:lnTo>
                <a:lnTo>
                  <a:pt x="148" y="943"/>
                </a:lnTo>
                <a:lnTo>
                  <a:pt x="109" y="896"/>
                </a:lnTo>
                <a:lnTo>
                  <a:pt x="75" y="845"/>
                </a:lnTo>
                <a:lnTo>
                  <a:pt x="48" y="790"/>
                </a:lnTo>
                <a:lnTo>
                  <a:pt x="27" y="733"/>
                </a:lnTo>
                <a:lnTo>
                  <a:pt x="12" y="677"/>
                </a:lnTo>
                <a:lnTo>
                  <a:pt x="3" y="619"/>
                </a:lnTo>
                <a:lnTo>
                  <a:pt x="0" y="561"/>
                </a:lnTo>
                <a:lnTo>
                  <a:pt x="4" y="503"/>
                </a:lnTo>
                <a:lnTo>
                  <a:pt x="12" y="446"/>
                </a:lnTo>
                <a:lnTo>
                  <a:pt x="28" y="390"/>
                </a:lnTo>
                <a:lnTo>
                  <a:pt x="48" y="337"/>
                </a:lnTo>
                <a:lnTo>
                  <a:pt x="74" y="284"/>
                </a:lnTo>
                <a:lnTo>
                  <a:pt x="105" y="236"/>
                </a:lnTo>
                <a:lnTo>
                  <a:pt x="143" y="190"/>
                </a:lnTo>
                <a:lnTo>
                  <a:pt x="184" y="148"/>
                </a:lnTo>
                <a:lnTo>
                  <a:pt x="230" y="109"/>
                </a:lnTo>
                <a:lnTo>
                  <a:pt x="281" y="76"/>
                </a:lnTo>
                <a:lnTo>
                  <a:pt x="337" y="49"/>
                </a:lnTo>
                <a:lnTo>
                  <a:pt x="393" y="27"/>
                </a:lnTo>
                <a:lnTo>
                  <a:pt x="451" y="13"/>
                </a:lnTo>
                <a:lnTo>
                  <a:pt x="509" y="3"/>
                </a:lnTo>
                <a:lnTo>
                  <a:pt x="567" y="0"/>
                </a:lnTo>
                <a:close/>
              </a:path>
            </a:pathLst>
          </a:custGeom>
          <a:solidFill>
            <a:schemeClr val="bg1"/>
          </a:solidFill>
          <a:ln w="0">
            <a:noFill/>
            <a:prstDash val="solid"/>
            <a:round/>
            <a:headEnd/>
            <a:tailEnd/>
          </a:ln>
          <a:effectLst>
            <a:outerShdw blurRad="50800" dist="38100" dir="16200000"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12" name="Freeform 14">
            <a:extLst>
              <a:ext uri="{FF2B5EF4-FFF2-40B4-BE49-F238E27FC236}">
                <a16:creationId xmlns:a16="http://schemas.microsoft.com/office/drawing/2014/main" id="{1B35AF73-6E5A-42E1-A0DD-4767C966F2A1}"/>
              </a:ext>
            </a:extLst>
          </p:cNvPr>
          <p:cNvSpPr>
            <a:spLocks/>
          </p:cNvSpPr>
          <p:nvPr/>
        </p:nvSpPr>
        <p:spPr bwMode="auto">
          <a:xfrm>
            <a:off x="6767841" y="3224737"/>
            <a:ext cx="1060832" cy="1058949"/>
          </a:xfrm>
          <a:custGeom>
            <a:avLst/>
            <a:gdLst>
              <a:gd name="T0" fmla="*/ 560 w 1127"/>
              <a:gd name="T1" fmla="*/ 0 h 1125"/>
              <a:gd name="T2" fmla="*/ 618 w 1127"/>
              <a:gd name="T3" fmla="*/ 2 h 1125"/>
              <a:gd name="T4" fmla="*/ 676 w 1127"/>
              <a:gd name="T5" fmla="*/ 10 h 1125"/>
              <a:gd name="T6" fmla="*/ 734 w 1127"/>
              <a:gd name="T7" fmla="*/ 27 h 1125"/>
              <a:gd name="T8" fmla="*/ 790 w 1127"/>
              <a:gd name="T9" fmla="*/ 47 h 1125"/>
              <a:gd name="T10" fmla="*/ 844 w 1127"/>
              <a:gd name="T11" fmla="*/ 75 h 1125"/>
              <a:gd name="T12" fmla="*/ 896 w 1127"/>
              <a:gd name="T13" fmla="*/ 109 h 1125"/>
              <a:gd name="T14" fmla="*/ 942 w 1127"/>
              <a:gd name="T15" fmla="*/ 146 h 1125"/>
              <a:gd name="T16" fmla="*/ 984 w 1127"/>
              <a:gd name="T17" fmla="*/ 189 h 1125"/>
              <a:gd name="T18" fmla="*/ 1020 w 1127"/>
              <a:gd name="T19" fmla="*/ 235 h 1125"/>
              <a:gd name="T20" fmla="*/ 1053 w 1127"/>
              <a:gd name="T21" fmla="*/ 283 h 1125"/>
              <a:gd name="T22" fmla="*/ 1078 w 1127"/>
              <a:gd name="T23" fmla="*/ 336 h 1125"/>
              <a:gd name="T24" fmla="*/ 1098 w 1127"/>
              <a:gd name="T25" fmla="*/ 390 h 1125"/>
              <a:gd name="T26" fmla="*/ 1113 w 1127"/>
              <a:gd name="T27" fmla="*/ 445 h 1125"/>
              <a:gd name="T28" fmla="*/ 1123 w 1127"/>
              <a:gd name="T29" fmla="*/ 501 h 1125"/>
              <a:gd name="T30" fmla="*/ 1127 w 1127"/>
              <a:gd name="T31" fmla="*/ 559 h 1125"/>
              <a:gd name="T32" fmla="*/ 1124 w 1127"/>
              <a:gd name="T33" fmla="*/ 618 h 1125"/>
              <a:gd name="T34" fmla="*/ 1114 w 1127"/>
              <a:gd name="T35" fmla="*/ 676 h 1125"/>
              <a:gd name="T36" fmla="*/ 1100 w 1127"/>
              <a:gd name="T37" fmla="*/ 733 h 1125"/>
              <a:gd name="T38" fmla="*/ 1078 w 1127"/>
              <a:gd name="T39" fmla="*/ 789 h 1125"/>
              <a:gd name="T40" fmla="*/ 1051 w 1127"/>
              <a:gd name="T41" fmla="*/ 844 h 1125"/>
              <a:gd name="T42" fmla="*/ 1018 w 1127"/>
              <a:gd name="T43" fmla="*/ 895 h 1125"/>
              <a:gd name="T44" fmla="*/ 979 w 1127"/>
              <a:gd name="T45" fmla="*/ 943 h 1125"/>
              <a:gd name="T46" fmla="*/ 937 w 1127"/>
              <a:gd name="T47" fmla="*/ 984 h 1125"/>
              <a:gd name="T48" fmla="*/ 891 w 1127"/>
              <a:gd name="T49" fmla="*/ 1021 h 1125"/>
              <a:gd name="T50" fmla="*/ 841 w 1127"/>
              <a:gd name="T51" fmla="*/ 1051 h 1125"/>
              <a:gd name="T52" fmla="*/ 790 w 1127"/>
              <a:gd name="T53" fmla="*/ 1078 h 1125"/>
              <a:gd name="T54" fmla="*/ 736 w 1127"/>
              <a:gd name="T55" fmla="*/ 1099 h 1125"/>
              <a:gd name="T56" fmla="*/ 681 w 1127"/>
              <a:gd name="T57" fmla="*/ 1113 h 1125"/>
              <a:gd name="T58" fmla="*/ 623 w 1127"/>
              <a:gd name="T59" fmla="*/ 1123 h 1125"/>
              <a:gd name="T60" fmla="*/ 565 w 1127"/>
              <a:gd name="T61" fmla="*/ 1125 h 1125"/>
              <a:gd name="T62" fmla="*/ 507 w 1127"/>
              <a:gd name="T63" fmla="*/ 1123 h 1125"/>
              <a:gd name="T64" fmla="*/ 450 w 1127"/>
              <a:gd name="T65" fmla="*/ 1115 h 1125"/>
              <a:gd name="T66" fmla="*/ 392 w 1127"/>
              <a:gd name="T67" fmla="*/ 1100 h 1125"/>
              <a:gd name="T68" fmla="*/ 336 w 1127"/>
              <a:gd name="T69" fmla="*/ 1078 h 1125"/>
              <a:gd name="T70" fmla="*/ 281 w 1127"/>
              <a:gd name="T71" fmla="*/ 1050 h 1125"/>
              <a:gd name="T72" fmla="*/ 230 w 1127"/>
              <a:gd name="T73" fmla="*/ 1016 h 1125"/>
              <a:gd name="T74" fmla="*/ 183 w 1127"/>
              <a:gd name="T75" fmla="*/ 979 h 1125"/>
              <a:gd name="T76" fmla="*/ 141 w 1127"/>
              <a:gd name="T77" fmla="*/ 936 h 1125"/>
              <a:gd name="T78" fmla="*/ 105 w 1127"/>
              <a:gd name="T79" fmla="*/ 890 h 1125"/>
              <a:gd name="T80" fmla="*/ 73 w 1127"/>
              <a:gd name="T81" fmla="*/ 842 h 1125"/>
              <a:gd name="T82" fmla="*/ 47 w 1127"/>
              <a:gd name="T83" fmla="*/ 791 h 1125"/>
              <a:gd name="T84" fmla="*/ 27 w 1127"/>
              <a:gd name="T85" fmla="*/ 735 h 1125"/>
              <a:gd name="T86" fmla="*/ 12 w 1127"/>
              <a:gd name="T87" fmla="*/ 680 h 1125"/>
              <a:gd name="T88" fmla="*/ 3 w 1127"/>
              <a:gd name="T89" fmla="*/ 624 h 1125"/>
              <a:gd name="T90" fmla="*/ 0 w 1127"/>
              <a:gd name="T91" fmla="*/ 566 h 1125"/>
              <a:gd name="T92" fmla="*/ 1 w 1127"/>
              <a:gd name="T93" fmla="*/ 508 h 1125"/>
              <a:gd name="T94" fmla="*/ 11 w 1127"/>
              <a:gd name="T95" fmla="*/ 450 h 1125"/>
              <a:gd name="T96" fmla="*/ 26 w 1127"/>
              <a:gd name="T97" fmla="*/ 392 h 1125"/>
              <a:gd name="T98" fmla="*/ 47 w 1127"/>
              <a:gd name="T99" fmla="*/ 336 h 1125"/>
              <a:gd name="T100" fmla="*/ 75 w 1127"/>
              <a:gd name="T101" fmla="*/ 281 h 1125"/>
              <a:gd name="T102" fmla="*/ 109 w 1127"/>
              <a:gd name="T103" fmla="*/ 230 h 1125"/>
              <a:gd name="T104" fmla="*/ 147 w 1127"/>
              <a:gd name="T105" fmla="*/ 183 h 1125"/>
              <a:gd name="T106" fmla="*/ 188 w 1127"/>
              <a:gd name="T107" fmla="*/ 141 h 1125"/>
              <a:gd name="T108" fmla="*/ 234 w 1127"/>
              <a:gd name="T109" fmla="*/ 105 h 1125"/>
              <a:gd name="T110" fmla="*/ 284 w 1127"/>
              <a:gd name="T111" fmla="*/ 74 h 1125"/>
              <a:gd name="T112" fmla="*/ 335 w 1127"/>
              <a:gd name="T113" fmla="*/ 48 h 1125"/>
              <a:gd name="T114" fmla="*/ 389 w 1127"/>
              <a:gd name="T115" fmla="*/ 27 h 1125"/>
              <a:gd name="T116" fmla="*/ 445 w 1127"/>
              <a:gd name="T117" fmla="*/ 12 h 1125"/>
              <a:gd name="T118" fmla="*/ 502 w 1127"/>
              <a:gd name="T119" fmla="*/ 4 h 1125"/>
              <a:gd name="T120" fmla="*/ 560 w 1127"/>
              <a:gd name="T121" fmla="*/ 0 h 1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27" h="1125">
                <a:moveTo>
                  <a:pt x="560" y="0"/>
                </a:moveTo>
                <a:lnTo>
                  <a:pt x="618" y="2"/>
                </a:lnTo>
                <a:lnTo>
                  <a:pt x="676" y="10"/>
                </a:lnTo>
                <a:lnTo>
                  <a:pt x="734" y="27"/>
                </a:lnTo>
                <a:lnTo>
                  <a:pt x="790" y="47"/>
                </a:lnTo>
                <a:lnTo>
                  <a:pt x="844" y="75"/>
                </a:lnTo>
                <a:lnTo>
                  <a:pt x="896" y="109"/>
                </a:lnTo>
                <a:lnTo>
                  <a:pt x="942" y="146"/>
                </a:lnTo>
                <a:lnTo>
                  <a:pt x="984" y="189"/>
                </a:lnTo>
                <a:lnTo>
                  <a:pt x="1020" y="235"/>
                </a:lnTo>
                <a:lnTo>
                  <a:pt x="1053" y="283"/>
                </a:lnTo>
                <a:lnTo>
                  <a:pt x="1078" y="336"/>
                </a:lnTo>
                <a:lnTo>
                  <a:pt x="1098" y="390"/>
                </a:lnTo>
                <a:lnTo>
                  <a:pt x="1113" y="445"/>
                </a:lnTo>
                <a:lnTo>
                  <a:pt x="1123" y="501"/>
                </a:lnTo>
                <a:lnTo>
                  <a:pt x="1127" y="559"/>
                </a:lnTo>
                <a:lnTo>
                  <a:pt x="1124" y="618"/>
                </a:lnTo>
                <a:lnTo>
                  <a:pt x="1114" y="676"/>
                </a:lnTo>
                <a:lnTo>
                  <a:pt x="1100" y="733"/>
                </a:lnTo>
                <a:lnTo>
                  <a:pt x="1078" y="789"/>
                </a:lnTo>
                <a:lnTo>
                  <a:pt x="1051" y="844"/>
                </a:lnTo>
                <a:lnTo>
                  <a:pt x="1018" y="895"/>
                </a:lnTo>
                <a:lnTo>
                  <a:pt x="979" y="943"/>
                </a:lnTo>
                <a:lnTo>
                  <a:pt x="937" y="984"/>
                </a:lnTo>
                <a:lnTo>
                  <a:pt x="891" y="1021"/>
                </a:lnTo>
                <a:lnTo>
                  <a:pt x="841" y="1051"/>
                </a:lnTo>
                <a:lnTo>
                  <a:pt x="790" y="1078"/>
                </a:lnTo>
                <a:lnTo>
                  <a:pt x="736" y="1099"/>
                </a:lnTo>
                <a:lnTo>
                  <a:pt x="681" y="1113"/>
                </a:lnTo>
                <a:lnTo>
                  <a:pt x="623" y="1123"/>
                </a:lnTo>
                <a:lnTo>
                  <a:pt x="565" y="1125"/>
                </a:lnTo>
                <a:lnTo>
                  <a:pt x="507" y="1123"/>
                </a:lnTo>
                <a:lnTo>
                  <a:pt x="450" y="1115"/>
                </a:lnTo>
                <a:lnTo>
                  <a:pt x="392" y="1100"/>
                </a:lnTo>
                <a:lnTo>
                  <a:pt x="336" y="1078"/>
                </a:lnTo>
                <a:lnTo>
                  <a:pt x="281" y="1050"/>
                </a:lnTo>
                <a:lnTo>
                  <a:pt x="230" y="1016"/>
                </a:lnTo>
                <a:lnTo>
                  <a:pt x="183" y="979"/>
                </a:lnTo>
                <a:lnTo>
                  <a:pt x="141" y="936"/>
                </a:lnTo>
                <a:lnTo>
                  <a:pt x="105" y="890"/>
                </a:lnTo>
                <a:lnTo>
                  <a:pt x="73" y="842"/>
                </a:lnTo>
                <a:lnTo>
                  <a:pt x="47" y="791"/>
                </a:lnTo>
                <a:lnTo>
                  <a:pt x="27" y="735"/>
                </a:lnTo>
                <a:lnTo>
                  <a:pt x="12" y="680"/>
                </a:lnTo>
                <a:lnTo>
                  <a:pt x="3" y="624"/>
                </a:lnTo>
                <a:lnTo>
                  <a:pt x="0" y="566"/>
                </a:lnTo>
                <a:lnTo>
                  <a:pt x="1" y="508"/>
                </a:lnTo>
                <a:lnTo>
                  <a:pt x="11" y="450"/>
                </a:lnTo>
                <a:lnTo>
                  <a:pt x="26" y="392"/>
                </a:lnTo>
                <a:lnTo>
                  <a:pt x="47" y="336"/>
                </a:lnTo>
                <a:lnTo>
                  <a:pt x="75" y="281"/>
                </a:lnTo>
                <a:lnTo>
                  <a:pt x="109" y="230"/>
                </a:lnTo>
                <a:lnTo>
                  <a:pt x="147" y="183"/>
                </a:lnTo>
                <a:lnTo>
                  <a:pt x="188" y="141"/>
                </a:lnTo>
                <a:lnTo>
                  <a:pt x="234" y="105"/>
                </a:lnTo>
                <a:lnTo>
                  <a:pt x="284" y="74"/>
                </a:lnTo>
                <a:lnTo>
                  <a:pt x="335" y="48"/>
                </a:lnTo>
                <a:lnTo>
                  <a:pt x="389" y="27"/>
                </a:lnTo>
                <a:lnTo>
                  <a:pt x="445" y="12"/>
                </a:lnTo>
                <a:lnTo>
                  <a:pt x="502" y="4"/>
                </a:lnTo>
                <a:lnTo>
                  <a:pt x="560" y="0"/>
                </a:lnTo>
                <a:close/>
              </a:path>
            </a:pathLst>
          </a:custGeom>
          <a:solidFill>
            <a:schemeClr val="bg1"/>
          </a:solidFill>
          <a:ln w="0">
            <a:noFill/>
            <a:prstDash val="solid"/>
            <a:round/>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13" name="Freeform 15">
            <a:extLst>
              <a:ext uri="{FF2B5EF4-FFF2-40B4-BE49-F238E27FC236}">
                <a16:creationId xmlns:a16="http://schemas.microsoft.com/office/drawing/2014/main" id="{F772549E-989D-4841-AC39-E373469930D4}"/>
              </a:ext>
            </a:extLst>
          </p:cNvPr>
          <p:cNvSpPr>
            <a:spLocks/>
          </p:cNvSpPr>
          <p:nvPr/>
        </p:nvSpPr>
        <p:spPr bwMode="auto">
          <a:xfrm>
            <a:off x="4389206" y="3224737"/>
            <a:ext cx="1060832" cy="1058949"/>
          </a:xfrm>
          <a:custGeom>
            <a:avLst/>
            <a:gdLst>
              <a:gd name="T0" fmla="*/ 560 w 1127"/>
              <a:gd name="T1" fmla="*/ 0 h 1125"/>
              <a:gd name="T2" fmla="*/ 618 w 1127"/>
              <a:gd name="T3" fmla="*/ 2 h 1125"/>
              <a:gd name="T4" fmla="*/ 676 w 1127"/>
              <a:gd name="T5" fmla="*/ 10 h 1125"/>
              <a:gd name="T6" fmla="*/ 734 w 1127"/>
              <a:gd name="T7" fmla="*/ 27 h 1125"/>
              <a:gd name="T8" fmla="*/ 791 w 1127"/>
              <a:gd name="T9" fmla="*/ 47 h 1125"/>
              <a:gd name="T10" fmla="*/ 846 w 1127"/>
              <a:gd name="T11" fmla="*/ 75 h 1125"/>
              <a:gd name="T12" fmla="*/ 897 w 1127"/>
              <a:gd name="T13" fmla="*/ 109 h 1125"/>
              <a:gd name="T14" fmla="*/ 943 w 1127"/>
              <a:gd name="T15" fmla="*/ 146 h 1125"/>
              <a:gd name="T16" fmla="*/ 984 w 1127"/>
              <a:gd name="T17" fmla="*/ 189 h 1125"/>
              <a:gd name="T18" fmla="*/ 1022 w 1127"/>
              <a:gd name="T19" fmla="*/ 235 h 1125"/>
              <a:gd name="T20" fmla="*/ 1053 w 1127"/>
              <a:gd name="T21" fmla="*/ 283 h 1125"/>
              <a:gd name="T22" fmla="*/ 1079 w 1127"/>
              <a:gd name="T23" fmla="*/ 336 h 1125"/>
              <a:gd name="T24" fmla="*/ 1099 w 1127"/>
              <a:gd name="T25" fmla="*/ 390 h 1125"/>
              <a:gd name="T26" fmla="*/ 1115 w 1127"/>
              <a:gd name="T27" fmla="*/ 445 h 1125"/>
              <a:gd name="T28" fmla="*/ 1123 w 1127"/>
              <a:gd name="T29" fmla="*/ 501 h 1125"/>
              <a:gd name="T30" fmla="*/ 1127 w 1127"/>
              <a:gd name="T31" fmla="*/ 559 h 1125"/>
              <a:gd name="T32" fmla="*/ 1124 w 1127"/>
              <a:gd name="T33" fmla="*/ 618 h 1125"/>
              <a:gd name="T34" fmla="*/ 1115 w 1127"/>
              <a:gd name="T35" fmla="*/ 676 h 1125"/>
              <a:gd name="T36" fmla="*/ 1100 w 1127"/>
              <a:gd name="T37" fmla="*/ 733 h 1125"/>
              <a:gd name="T38" fmla="*/ 1079 w 1127"/>
              <a:gd name="T39" fmla="*/ 789 h 1125"/>
              <a:gd name="T40" fmla="*/ 1052 w 1127"/>
              <a:gd name="T41" fmla="*/ 844 h 1125"/>
              <a:gd name="T42" fmla="*/ 1018 w 1127"/>
              <a:gd name="T43" fmla="*/ 895 h 1125"/>
              <a:gd name="T44" fmla="*/ 979 w 1127"/>
              <a:gd name="T45" fmla="*/ 943 h 1125"/>
              <a:gd name="T46" fmla="*/ 937 w 1127"/>
              <a:gd name="T47" fmla="*/ 984 h 1125"/>
              <a:gd name="T48" fmla="*/ 891 w 1127"/>
              <a:gd name="T49" fmla="*/ 1021 h 1125"/>
              <a:gd name="T50" fmla="*/ 843 w 1127"/>
              <a:gd name="T51" fmla="*/ 1051 h 1125"/>
              <a:gd name="T52" fmla="*/ 791 w 1127"/>
              <a:gd name="T53" fmla="*/ 1078 h 1125"/>
              <a:gd name="T54" fmla="*/ 737 w 1127"/>
              <a:gd name="T55" fmla="*/ 1099 h 1125"/>
              <a:gd name="T56" fmla="*/ 682 w 1127"/>
              <a:gd name="T57" fmla="*/ 1113 h 1125"/>
              <a:gd name="T58" fmla="*/ 624 w 1127"/>
              <a:gd name="T59" fmla="*/ 1123 h 1125"/>
              <a:gd name="T60" fmla="*/ 567 w 1127"/>
              <a:gd name="T61" fmla="*/ 1125 h 1125"/>
              <a:gd name="T62" fmla="*/ 508 w 1127"/>
              <a:gd name="T63" fmla="*/ 1123 h 1125"/>
              <a:gd name="T64" fmla="*/ 450 w 1127"/>
              <a:gd name="T65" fmla="*/ 1115 h 1125"/>
              <a:gd name="T66" fmla="*/ 393 w 1127"/>
              <a:gd name="T67" fmla="*/ 1100 h 1125"/>
              <a:gd name="T68" fmla="*/ 337 w 1127"/>
              <a:gd name="T69" fmla="*/ 1078 h 1125"/>
              <a:gd name="T70" fmla="*/ 282 w 1127"/>
              <a:gd name="T71" fmla="*/ 1050 h 1125"/>
              <a:gd name="T72" fmla="*/ 231 w 1127"/>
              <a:gd name="T73" fmla="*/ 1016 h 1125"/>
              <a:gd name="T74" fmla="*/ 183 w 1127"/>
              <a:gd name="T75" fmla="*/ 979 h 1125"/>
              <a:gd name="T76" fmla="*/ 142 w 1127"/>
              <a:gd name="T77" fmla="*/ 936 h 1125"/>
              <a:gd name="T78" fmla="*/ 105 w 1127"/>
              <a:gd name="T79" fmla="*/ 890 h 1125"/>
              <a:gd name="T80" fmla="*/ 74 w 1127"/>
              <a:gd name="T81" fmla="*/ 842 h 1125"/>
              <a:gd name="T82" fmla="*/ 48 w 1127"/>
              <a:gd name="T83" fmla="*/ 791 h 1125"/>
              <a:gd name="T84" fmla="*/ 27 w 1127"/>
              <a:gd name="T85" fmla="*/ 735 h 1125"/>
              <a:gd name="T86" fmla="*/ 13 w 1127"/>
              <a:gd name="T87" fmla="*/ 680 h 1125"/>
              <a:gd name="T88" fmla="*/ 3 w 1127"/>
              <a:gd name="T89" fmla="*/ 624 h 1125"/>
              <a:gd name="T90" fmla="*/ 0 w 1127"/>
              <a:gd name="T91" fmla="*/ 566 h 1125"/>
              <a:gd name="T92" fmla="*/ 3 w 1127"/>
              <a:gd name="T93" fmla="*/ 508 h 1125"/>
              <a:gd name="T94" fmla="*/ 11 w 1127"/>
              <a:gd name="T95" fmla="*/ 450 h 1125"/>
              <a:gd name="T96" fmla="*/ 26 w 1127"/>
              <a:gd name="T97" fmla="*/ 392 h 1125"/>
              <a:gd name="T98" fmla="*/ 48 w 1127"/>
              <a:gd name="T99" fmla="*/ 336 h 1125"/>
              <a:gd name="T100" fmla="*/ 76 w 1127"/>
              <a:gd name="T101" fmla="*/ 281 h 1125"/>
              <a:gd name="T102" fmla="*/ 109 w 1127"/>
              <a:gd name="T103" fmla="*/ 230 h 1125"/>
              <a:gd name="T104" fmla="*/ 147 w 1127"/>
              <a:gd name="T105" fmla="*/ 183 h 1125"/>
              <a:gd name="T106" fmla="*/ 189 w 1127"/>
              <a:gd name="T107" fmla="*/ 141 h 1125"/>
              <a:gd name="T108" fmla="*/ 236 w 1127"/>
              <a:gd name="T109" fmla="*/ 105 h 1125"/>
              <a:gd name="T110" fmla="*/ 284 w 1127"/>
              <a:gd name="T111" fmla="*/ 74 h 1125"/>
              <a:gd name="T112" fmla="*/ 336 w 1127"/>
              <a:gd name="T113" fmla="*/ 48 h 1125"/>
              <a:gd name="T114" fmla="*/ 389 w 1127"/>
              <a:gd name="T115" fmla="*/ 27 h 1125"/>
              <a:gd name="T116" fmla="*/ 446 w 1127"/>
              <a:gd name="T117" fmla="*/ 12 h 1125"/>
              <a:gd name="T118" fmla="*/ 502 w 1127"/>
              <a:gd name="T119" fmla="*/ 2 h 1125"/>
              <a:gd name="T120" fmla="*/ 560 w 1127"/>
              <a:gd name="T121" fmla="*/ 0 h 1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27" h="1125">
                <a:moveTo>
                  <a:pt x="560" y="0"/>
                </a:moveTo>
                <a:lnTo>
                  <a:pt x="618" y="2"/>
                </a:lnTo>
                <a:lnTo>
                  <a:pt x="676" y="10"/>
                </a:lnTo>
                <a:lnTo>
                  <a:pt x="734" y="27"/>
                </a:lnTo>
                <a:lnTo>
                  <a:pt x="791" y="47"/>
                </a:lnTo>
                <a:lnTo>
                  <a:pt x="846" y="75"/>
                </a:lnTo>
                <a:lnTo>
                  <a:pt x="897" y="109"/>
                </a:lnTo>
                <a:lnTo>
                  <a:pt x="943" y="146"/>
                </a:lnTo>
                <a:lnTo>
                  <a:pt x="984" y="189"/>
                </a:lnTo>
                <a:lnTo>
                  <a:pt x="1022" y="235"/>
                </a:lnTo>
                <a:lnTo>
                  <a:pt x="1053" y="283"/>
                </a:lnTo>
                <a:lnTo>
                  <a:pt x="1079" y="336"/>
                </a:lnTo>
                <a:lnTo>
                  <a:pt x="1099" y="390"/>
                </a:lnTo>
                <a:lnTo>
                  <a:pt x="1115" y="445"/>
                </a:lnTo>
                <a:lnTo>
                  <a:pt x="1123" y="501"/>
                </a:lnTo>
                <a:lnTo>
                  <a:pt x="1127" y="559"/>
                </a:lnTo>
                <a:lnTo>
                  <a:pt x="1124" y="618"/>
                </a:lnTo>
                <a:lnTo>
                  <a:pt x="1115" y="676"/>
                </a:lnTo>
                <a:lnTo>
                  <a:pt x="1100" y="733"/>
                </a:lnTo>
                <a:lnTo>
                  <a:pt x="1079" y="789"/>
                </a:lnTo>
                <a:lnTo>
                  <a:pt x="1052" y="844"/>
                </a:lnTo>
                <a:lnTo>
                  <a:pt x="1018" y="895"/>
                </a:lnTo>
                <a:lnTo>
                  <a:pt x="979" y="943"/>
                </a:lnTo>
                <a:lnTo>
                  <a:pt x="937" y="984"/>
                </a:lnTo>
                <a:lnTo>
                  <a:pt x="891" y="1021"/>
                </a:lnTo>
                <a:lnTo>
                  <a:pt x="843" y="1051"/>
                </a:lnTo>
                <a:lnTo>
                  <a:pt x="791" y="1078"/>
                </a:lnTo>
                <a:lnTo>
                  <a:pt x="737" y="1099"/>
                </a:lnTo>
                <a:lnTo>
                  <a:pt x="682" y="1113"/>
                </a:lnTo>
                <a:lnTo>
                  <a:pt x="624" y="1123"/>
                </a:lnTo>
                <a:lnTo>
                  <a:pt x="567" y="1125"/>
                </a:lnTo>
                <a:lnTo>
                  <a:pt x="508" y="1123"/>
                </a:lnTo>
                <a:lnTo>
                  <a:pt x="450" y="1115"/>
                </a:lnTo>
                <a:lnTo>
                  <a:pt x="393" y="1100"/>
                </a:lnTo>
                <a:lnTo>
                  <a:pt x="337" y="1078"/>
                </a:lnTo>
                <a:lnTo>
                  <a:pt x="282" y="1050"/>
                </a:lnTo>
                <a:lnTo>
                  <a:pt x="231" y="1016"/>
                </a:lnTo>
                <a:lnTo>
                  <a:pt x="183" y="979"/>
                </a:lnTo>
                <a:lnTo>
                  <a:pt x="142" y="936"/>
                </a:lnTo>
                <a:lnTo>
                  <a:pt x="105" y="890"/>
                </a:lnTo>
                <a:lnTo>
                  <a:pt x="74" y="842"/>
                </a:lnTo>
                <a:lnTo>
                  <a:pt x="48" y="791"/>
                </a:lnTo>
                <a:lnTo>
                  <a:pt x="27" y="735"/>
                </a:lnTo>
                <a:lnTo>
                  <a:pt x="13" y="680"/>
                </a:lnTo>
                <a:lnTo>
                  <a:pt x="3" y="624"/>
                </a:lnTo>
                <a:lnTo>
                  <a:pt x="0" y="566"/>
                </a:lnTo>
                <a:lnTo>
                  <a:pt x="3" y="508"/>
                </a:lnTo>
                <a:lnTo>
                  <a:pt x="11" y="450"/>
                </a:lnTo>
                <a:lnTo>
                  <a:pt x="26" y="392"/>
                </a:lnTo>
                <a:lnTo>
                  <a:pt x="48" y="336"/>
                </a:lnTo>
                <a:lnTo>
                  <a:pt x="76" y="281"/>
                </a:lnTo>
                <a:lnTo>
                  <a:pt x="109" y="230"/>
                </a:lnTo>
                <a:lnTo>
                  <a:pt x="147" y="183"/>
                </a:lnTo>
                <a:lnTo>
                  <a:pt x="189" y="141"/>
                </a:lnTo>
                <a:lnTo>
                  <a:pt x="236" y="105"/>
                </a:lnTo>
                <a:lnTo>
                  <a:pt x="284" y="74"/>
                </a:lnTo>
                <a:lnTo>
                  <a:pt x="336" y="48"/>
                </a:lnTo>
                <a:lnTo>
                  <a:pt x="389" y="27"/>
                </a:lnTo>
                <a:lnTo>
                  <a:pt x="446" y="12"/>
                </a:lnTo>
                <a:lnTo>
                  <a:pt x="502" y="2"/>
                </a:lnTo>
                <a:lnTo>
                  <a:pt x="560" y="0"/>
                </a:lnTo>
                <a:close/>
              </a:path>
            </a:pathLst>
          </a:custGeom>
          <a:solidFill>
            <a:schemeClr val="bg1"/>
          </a:solidFill>
          <a:ln w="0">
            <a:noFill/>
            <a:prstDash val="solid"/>
            <a:round/>
            <a:headEnd/>
            <a:tailEnd/>
          </a:ln>
          <a:effectLst>
            <a:outerShdw blurRad="50800" dist="38100" dir="10800000" algn="r"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14" name="Freeform 16">
            <a:extLst>
              <a:ext uri="{FF2B5EF4-FFF2-40B4-BE49-F238E27FC236}">
                <a16:creationId xmlns:a16="http://schemas.microsoft.com/office/drawing/2014/main" id="{2DE3353A-B5C1-4011-B3E7-F83D79A13350}"/>
              </a:ext>
            </a:extLst>
          </p:cNvPr>
          <p:cNvSpPr>
            <a:spLocks/>
          </p:cNvSpPr>
          <p:nvPr/>
        </p:nvSpPr>
        <p:spPr bwMode="auto">
          <a:xfrm>
            <a:off x="4842906" y="4620667"/>
            <a:ext cx="1060832" cy="1059890"/>
          </a:xfrm>
          <a:custGeom>
            <a:avLst/>
            <a:gdLst>
              <a:gd name="T0" fmla="*/ 567 w 1127"/>
              <a:gd name="T1" fmla="*/ 0 h 1126"/>
              <a:gd name="T2" fmla="*/ 625 w 1127"/>
              <a:gd name="T3" fmla="*/ 4 h 1126"/>
              <a:gd name="T4" fmla="*/ 681 w 1127"/>
              <a:gd name="T5" fmla="*/ 12 h 1126"/>
              <a:gd name="T6" fmla="*/ 738 w 1127"/>
              <a:gd name="T7" fmla="*/ 28 h 1126"/>
              <a:gd name="T8" fmla="*/ 792 w 1127"/>
              <a:gd name="T9" fmla="*/ 49 h 1126"/>
              <a:gd name="T10" fmla="*/ 843 w 1127"/>
              <a:gd name="T11" fmla="*/ 74 h 1126"/>
              <a:gd name="T12" fmla="*/ 891 w 1127"/>
              <a:gd name="T13" fmla="*/ 105 h 1126"/>
              <a:gd name="T14" fmla="*/ 938 w 1127"/>
              <a:gd name="T15" fmla="*/ 143 h 1126"/>
              <a:gd name="T16" fmla="*/ 980 w 1127"/>
              <a:gd name="T17" fmla="*/ 184 h 1126"/>
              <a:gd name="T18" fmla="*/ 1018 w 1127"/>
              <a:gd name="T19" fmla="*/ 230 h 1126"/>
              <a:gd name="T20" fmla="*/ 1052 w 1127"/>
              <a:gd name="T21" fmla="*/ 281 h 1126"/>
              <a:gd name="T22" fmla="*/ 1080 w 1127"/>
              <a:gd name="T23" fmla="*/ 336 h 1126"/>
              <a:gd name="T24" fmla="*/ 1101 w 1127"/>
              <a:gd name="T25" fmla="*/ 393 h 1126"/>
              <a:gd name="T26" fmla="*/ 1116 w 1127"/>
              <a:gd name="T27" fmla="*/ 451 h 1126"/>
              <a:gd name="T28" fmla="*/ 1124 w 1127"/>
              <a:gd name="T29" fmla="*/ 509 h 1126"/>
              <a:gd name="T30" fmla="*/ 1127 w 1127"/>
              <a:gd name="T31" fmla="*/ 566 h 1126"/>
              <a:gd name="T32" fmla="*/ 1124 w 1127"/>
              <a:gd name="T33" fmla="*/ 624 h 1126"/>
              <a:gd name="T34" fmla="*/ 1115 w 1127"/>
              <a:gd name="T35" fmla="*/ 681 h 1126"/>
              <a:gd name="T36" fmla="*/ 1100 w 1127"/>
              <a:gd name="T37" fmla="*/ 737 h 1126"/>
              <a:gd name="T38" fmla="*/ 1080 w 1127"/>
              <a:gd name="T39" fmla="*/ 791 h 1126"/>
              <a:gd name="T40" fmla="*/ 1053 w 1127"/>
              <a:gd name="T41" fmla="*/ 842 h 1126"/>
              <a:gd name="T42" fmla="*/ 1022 w 1127"/>
              <a:gd name="T43" fmla="*/ 892 h 1126"/>
              <a:gd name="T44" fmla="*/ 986 w 1127"/>
              <a:gd name="T45" fmla="*/ 938 h 1126"/>
              <a:gd name="T46" fmla="*/ 944 w 1127"/>
              <a:gd name="T47" fmla="*/ 979 h 1126"/>
              <a:gd name="T48" fmla="*/ 897 w 1127"/>
              <a:gd name="T49" fmla="*/ 1017 h 1126"/>
              <a:gd name="T50" fmla="*/ 846 w 1127"/>
              <a:gd name="T51" fmla="*/ 1051 h 1126"/>
              <a:gd name="T52" fmla="*/ 790 w 1127"/>
              <a:gd name="T53" fmla="*/ 1079 h 1126"/>
              <a:gd name="T54" fmla="*/ 734 w 1127"/>
              <a:gd name="T55" fmla="*/ 1100 h 1126"/>
              <a:gd name="T56" fmla="*/ 677 w 1127"/>
              <a:gd name="T57" fmla="*/ 1115 h 1126"/>
              <a:gd name="T58" fmla="*/ 619 w 1127"/>
              <a:gd name="T59" fmla="*/ 1123 h 1126"/>
              <a:gd name="T60" fmla="*/ 560 w 1127"/>
              <a:gd name="T61" fmla="*/ 1126 h 1126"/>
              <a:gd name="T62" fmla="*/ 504 w 1127"/>
              <a:gd name="T63" fmla="*/ 1123 h 1126"/>
              <a:gd name="T64" fmla="*/ 446 w 1127"/>
              <a:gd name="T65" fmla="*/ 1114 h 1126"/>
              <a:gd name="T66" fmla="*/ 391 w 1127"/>
              <a:gd name="T67" fmla="*/ 1099 h 1126"/>
              <a:gd name="T68" fmla="*/ 337 w 1127"/>
              <a:gd name="T69" fmla="*/ 1079 h 1126"/>
              <a:gd name="T70" fmla="*/ 284 w 1127"/>
              <a:gd name="T71" fmla="*/ 1052 h 1126"/>
              <a:gd name="T72" fmla="*/ 236 w 1127"/>
              <a:gd name="T73" fmla="*/ 1021 h 1126"/>
              <a:gd name="T74" fmla="*/ 190 w 1127"/>
              <a:gd name="T75" fmla="*/ 985 h 1126"/>
              <a:gd name="T76" fmla="*/ 148 w 1127"/>
              <a:gd name="T77" fmla="*/ 943 h 1126"/>
              <a:gd name="T78" fmla="*/ 109 w 1127"/>
              <a:gd name="T79" fmla="*/ 896 h 1126"/>
              <a:gd name="T80" fmla="*/ 76 w 1127"/>
              <a:gd name="T81" fmla="*/ 845 h 1126"/>
              <a:gd name="T82" fmla="*/ 49 w 1127"/>
              <a:gd name="T83" fmla="*/ 790 h 1126"/>
              <a:gd name="T84" fmla="*/ 27 w 1127"/>
              <a:gd name="T85" fmla="*/ 733 h 1126"/>
              <a:gd name="T86" fmla="*/ 12 w 1127"/>
              <a:gd name="T87" fmla="*/ 677 h 1126"/>
              <a:gd name="T88" fmla="*/ 3 w 1127"/>
              <a:gd name="T89" fmla="*/ 619 h 1126"/>
              <a:gd name="T90" fmla="*/ 0 w 1127"/>
              <a:gd name="T91" fmla="*/ 561 h 1126"/>
              <a:gd name="T92" fmla="*/ 4 w 1127"/>
              <a:gd name="T93" fmla="*/ 503 h 1126"/>
              <a:gd name="T94" fmla="*/ 12 w 1127"/>
              <a:gd name="T95" fmla="*/ 445 h 1126"/>
              <a:gd name="T96" fmla="*/ 29 w 1127"/>
              <a:gd name="T97" fmla="*/ 390 h 1126"/>
              <a:gd name="T98" fmla="*/ 49 w 1127"/>
              <a:gd name="T99" fmla="*/ 336 h 1126"/>
              <a:gd name="T100" fmla="*/ 74 w 1127"/>
              <a:gd name="T101" fmla="*/ 284 h 1126"/>
              <a:gd name="T102" fmla="*/ 105 w 1127"/>
              <a:gd name="T103" fmla="*/ 236 h 1126"/>
              <a:gd name="T104" fmla="*/ 143 w 1127"/>
              <a:gd name="T105" fmla="*/ 190 h 1126"/>
              <a:gd name="T106" fmla="*/ 185 w 1127"/>
              <a:gd name="T107" fmla="*/ 148 h 1126"/>
              <a:gd name="T108" fmla="*/ 230 w 1127"/>
              <a:gd name="T109" fmla="*/ 109 h 1126"/>
              <a:gd name="T110" fmla="*/ 282 w 1127"/>
              <a:gd name="T111" fmla="*/ 76 h 1126"/>
              <a:gd name="T112" fmla="*/ 337 w 1127"/>
              <a:gd name="T113" fmla="*/ 49 h 1126"/>
              <a:gd name="T114" fmla="*/ 393 w 1127"/>
              <a:gd name="T115" fmla="*/ 27 h 1126"/>
              <a:gd name="T116" fmla="*/ 451 w 1127"/>
              <a:gd name="T117" fmla="*/ 12 h 1126"/>
              <a:gd name="T118" fmla="*/ 509 w 1127"/>
              <a:gd name="T119" fmla="*/ 3 h 1126"/>
              <a:gd name="T120" fmla="*/ 567 w 1127"/>
              <a:gd name="T121" fmla="*/ 0 h 1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27" h="1126">
                <a:moveTo>
                  <a:pt x="567" y="0"/>
                </a:moveTo>
                <a:lnTo>
                  <a:pt x="625" y="4"/>
                </a:lnTo>
                <a:lnTo>
                  <a:pt x="681" y="12"/>
                </a:lnTo>
                <a:lnTo>
                  <a:pt x="738" y="28"/>
                </a:lnTo>
                <a:lnTo>
                  <a:pt x="792" y="49"/>
                </a:lnTo>
                <a:lnTo>
                  <a:pt x="843" y="74"/>
                </a:lnTo>
                <a:lnTo>
                  <a:pt x="891" y="105"/>
                </a:lnTo>
                <a:lnTo>
                  <a:pt x="938" y="143"/>
                </a:lnTo>
                <a:lnTo>
                  <a:pt x="980" y="184"/>
                </a:lnTo>
                <a:lnTo>
                  <a:pt x="1018" y="230"/>
                </a:lnTo>
                <a:lnTo>
                  <a:pt x="1052" y="281"/>
                </a:lnTo>
                <a:lnTo>
                  <a:pt x="1080" y="336"/>
                </a:lnTo>
                <a:lnTo>
                  <a:pt x="1101" y="393"/>
                </a:lnTo>
                <a:lnTo>
                  <a:pt x="1116" y="451"/>
                </a:lnTo>
                <a:lnTo>
                  <a:pt x="1124" y="509"/>
                </a:lnTo>
                <a:lnTo>
                  <a:pt x="1127" y="566"/>
                </a:lnTo>
                <a:lnTo>
                  <a:pt x="1124" y="624"/>
                </a:lnTo>
                <a:lnTo>
                  <a:pt x="1115" y="681"/>
                </a:lnTo>
                <a:lnTo>
                  <a:pt x="1100" y="737"/>
                </a:lnTo>
                <a:lnTo>
                  <a:pt x="1080" y="791"/>
                </a:lnTo>
                <a:lnTo>
                  <a:pt x="1053" y="842"/>
                </a:lnTo>
                <a:lnTo>
                  <a:pt x="1022" y="892"/>
                </a:lnTo>
                <a:lnTo>
                  <a:pt x="986" y="938"/>
                </a:lnTo>
                <a:lnTo>
                  <a:pt x="944" y="979"/>
                </a:lnTo>
                <a:lnTo>
                  <a:pt x="897" y="1017"/>
                </a:lnTo>
                <a:lnTo>
                  <a:pt x="846" y="1051"/>
                </a:lnTo>
                <a:lnTo>
                  <a:pt x="790" y="1079"/>
                </a:lnTo>
                <a:lnTo>
                  <a:pt x="734" y="1100"/>
                </a:lnTo>
                <a:lnTo>
                  <a:pt x="677" y="1115"/>
                </a:lnTo>
                <a:lnTo>
                  <a:pt x="619" y="1123"/>
                </a:lnTo>
                <a:lnTo>
                  <a:pt x="560" y="1126"/>
                </a:lnTo>
                <a:lnTo>
                  <a:pt x="504" y="1123"/>
                </a:lnTo>
                <a:lnTo>
                  <a:pt x="446" y="1114"/>
                </a:lnTo>
                <a:lnTo>
                  <a:pt x="391" y="1099"/>
                </a:lnTo>
                <a:lnTo>
                  <a:pt x="337" y="1079"/>
                </a:lnTo>
                <a:lnTo>
                  <a:pt x="284" y="1052"/>
                </a:lnTo>
                <a:lnTo>
                  <a:pt x="236" y="1021"/>
                </a:lnTo>
                <a:lnTo>
                  <a:pt x="190" y="985"/>
                </a:lnTo>
                <a:lnTo>
                  <a:pt x="148" y="943"/>
                </a:lnTo>
                <a:lnTo>
                  <a:pt x="109" y="896"/>
                </a:lnTo>
                <a:lnTo>
                  <a:pt x="76" y="845"/>
                </a:lnTo>
                <a:lnTo>
                  <a:pt x="49" y="790"/>
                </a:lnTo>
                <a:lnTo>
                  <a:pt x="27" y="733"/>
                </a:lnTo>
                <a:lnTo>
                  <a:pt x="12" y="677"/>
                </a:lnTo>
                <a:lnTo>
                  <a:pt x="3" y="619"/>
                </a:lnTo>
                <a:lnTo>
                  <a:pt x="0" y="561"/>
                </a:lnTo>
                <a:lnTo>
                  <a:pt x="4" y="503"/>
                </a:lnTo>
                <a:lnTo>
                  <a:pt x="12" y="445"/>
                </a:lnTo>
                <a:lnTo>
                  <a:pt x="29" y="390"/>
                </a:lnTo>
                <a:lnTo>
                  <a:pt x="49" y="336"/>
                </a:lnTo>
                <a:lnTo>
                  <a:pt x="74" y="284"/>
                </a:lnTo>
                <a:lnTo>
                  <a:pt x="105" y="236"/>
                </a:lnTo>
                <a:lnTo>
                  <a:pt x="143" y="190"/>
                </a:lnTo>
                <a:lnTo>
                  <a:pt x="185" y="148"/>
                </a:lnTo>
                <a:lnTo>
                  <a:pt x="230" y="109"/>
                </a:lnTo>
                <a:lnTo>
                  <a:pt x="282" y="76"/>
                </a:lnTo>
                <a:lnTo>
                  <a:pt x="337" y="49"/>
                </a:lnTo>
                <a:lnTo>
                  <a:pt x="393" y="27"/>
                </a:lnTo>
                <a:lnTo>
                  <a:pt x="451" y="12"/>
                </a:lnTo>
                <a:lnTo>
                  <a:pt x="509" y="3"/>
                </a:lnTo>
                <a:lnTo>
                  <a:pt x="567" y="0"/>
                </a:lnTo>
                <a:close/>
              </a:path>
            </a:pathLst>
          </a:custGeom>
          <a:solidFill>
            <a:schemeClr val="bg1"/>
          </a:solidFill>
          <a:ln w="0">
            <a:noFill/>
            <a:prstDash val="solid"/>
            <a:round/>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sp>
        <p:nvSpPr>
          <p:cNvPr id="15" name="Freeform 17">
            <a:extLst>
              <a:ext uri="{FF2B5EF4-FFF2-40B4-BE49-F238E27FC236}">
                <a16:creationId xmlns:a16="http://schemas.microsoft.com/office/drawing/2014/main" id="{8879A63F-8A7A-4312-8CAF-5DA6661FE3B9}"/>
              </a:ext>
            </a:extLst>
          </p:cNvPr>
          <p:cNvSpPr>
            <a:spLocks/>
          </p:cNvSpPr>
          <p:nvPr/>
        </p:nvSpPr>
        <p:spPr bwMode="auto">
          <a:xfrm>
            <a:off x="6313199" y="4620667"/>
            <a:ext cx="1059890" cy="1059890"/>
          </a:xfrm>
          <a:custGeom>
            <a:avLst/>
            <a:gdLst>
              <a:gd name="T0" fmla="*/ 564 w 1126"/>
              <a:gd name="T1" fmla="*/ 0 h 1126"/>
              <a:gd name="T2" fmla="*/ 628 w 1126"/>
              <a:gd name="T3" fmla="*/ 4 h 1126"/>
              <a:gd name="T4" fmla="*/ 693 w 1126"/>
              <a:gd name="T5" fmla="*/ 15 h 1126"/>
              <a:gd name="T6" fmla="*/ 754 w 1126"/>
              <a:gd name="T7" fmla="*/ 34 h 1126"/>
              <a:gd name="T8" fmla="*/ 811 w 1126"/>
              <a:gd name="T9" fmla="*/ 58 h 1126"/>
              <a:gd name="T10" fmla="*/ 865 w 1126"/>
              <a:gd name="T11" fmla="*/ 88 h 1126"/>
              <a:gd name="T12" fmla="*/ 915 w 1126"/>
              <a:gd name="T13" fmla="*/ 124 h 1126"/>
              <a:gd name="T14" fmla="*/ 962 w 1126"/>
              <a:gd name="T15" fmla="*/ 166 h 1126"/>
              <a:gd name="T16" fmla="*/ 1003 w 1126"/>
              <a:gd name="T17" fmla="*/ 211 h 1126"/>
              <a:gd name="T18" fmla="*/ 1039 w 1126"/>
              <a:gd name="T19" fmla="*/ 261 h 1126"/>
              <a:gd name="T20" fmla="*/ 1070 w 1126"/>
              <a:gd name="T21" fmla="*/ 316 h 1126"/>
              <a:gd name="T22" fmla="*/ 1094 w 1126"/>
              <a:gd name="T23" fmla="*/ 374 h 1126"/>
              <a:gd name="T24" fmla="*/ 1112 w 1126"/>
              <a:gd name="T25" fmla="*/ 435 h 1126"/>
              <a:gd name="T26" fmla="*/ 1122 w 1126"/>
              <a:gd name="T27" fmla="*/ 498 h 1126"/>
              <a:gd name="T28" fmla="*/ 1126 w 1126"/>
              <a:gd name="T29" fmla="*/ 564 h 1126"/>
              <a:gd name="T30" fmla="*/ 1122 w 1126"/>
              <a:gd name="T31" fmla="*/ 630 h 1126"/>
              <a:gd name="T32" fmla="*/ 1112 w 1126"/>
              <a:gd name="T33" fmla="*/ 693 h 1126"/>
              <a:gd name="T34" fmla="*/ 1094 w 1126"/>
              <a:gd name="T35" fmla="*/ 753 h 1126"/>
              <a:gd name="T36" fmla="*/ 1070 w 1126"/>
              <a:gd name="T37" fmla="*/ 811 h 1126"/>
              <a:gd name="T38" fmla="*/ 1039 w 1126"/>
              <a:gd name="T39" fmla="*/ 865 h 1126"/>
              <a:gd name="T40" fmla="*/ 1003 w 1126"/>
              <a:gd name="T41" fmla="*/ 916 h 1126"/>
              <a:gd name="T42" fmla="*/ 962 w 1126"/>
              <a:gd name="T43" fmla="*/ 962 h 1126"/>
              <a:gd name="T44" fmla="*/ 915 w 1126"/>
              <a:gd name="T45" fmla="*/ 1002 h 1126"/>
              <a:gd name="T46" fmla="*/ 865 w 1126"/>
              <a:gd name="T47" fmla="*/ 1039 h 1126"/>
              <a:gd name="T48" fmla="*/ 811 w 1126"/>
              <a:gd name="T49" fmla="*/ 1069 h 1126"/>
              <a:gd name="T50" fmla="*/ 754 w 1126"/>
              <a:gd name="T51" fmla="*/ 1094 h 1126"/>
              <a:gd name="T52" fmla="*/ 693 w 1126"/>
              <a:gd name="T53" fmla="*/ 1111 h 1126"/>
              <a:gd name="T54" fmla="*/ 628 w 1126"/>
              <a:gd name="T55" fmla="*/ 1122 h 1126"/>
              <a:gd name="T56" fmla="*/ 564 w 1126"/>
              <a:gd name="T57" fmla="*/ 1126 h 1126"/>
              <a:gd name="T58" fmla="*/ 498 w 1126"/>
              <a:gd name="T59" fmla="*/ 1122 h 1126"/>
              <a:gd name="T60" fmla="*/ 434 w 1126"/>
              <a:gd name="T61" fmla="*/ 1111 h 1126"/>
              <a:gd name="T62" fmla="*/ 374 w 1126"/>
              <a:gd name="T63" fmla="*/ 1094 h 1126"/>
              <a:gd name="T64" fmla="*/ 316 w 1126"/>
              <a:gd name="T65" fmla="*/ 1069 h 1126"/>
              <a:gd name="T66" fmla="*/ 261 w 1126"/>
              <a:gd name="T67" fmla="*/ 1039 h 1126"/>
              <a:gd name="T68" fmla="*/ 211 w 1126"/>
              <a:gd name="T69" fmla="*/ 1002 h 1126"/>
              <a:gd name="T70" fmla="*/ 165 w 1126"/>
              <a:gd name="T71" fmla="*/ 962 h 1126"/>
              <a:gd name="T72" fmla="*/ 124 w 1126"/>
              <a:gd name="T73" fmla="*/ 916 h 1126"/>
              <a:gd name="T74" fmla="*/ 87 w 1126"/>
              <a:gd name="T75" fmla="*/ 865 h 1126"/>
              <a:gd name="T76" fmla="*/ 58 w 1126"/>
              <a:gd name="T77" fmla="*/ 811 h 1126"/>
              <a:gd name="T78" fmla="*/ 33 w 1126"/>
              <a:gd name="T79" fmla="*/ 753 h 1126"/>
              <a:gd name="T80" fmla="*/ 15 w 1126"/>
              <a:gd name="T81" fmla="*/ 693 h 1126"/>
              <a:gd name="T82" fmla="*/ 4 w 1126"/>
              <a:gd name="T83" fmla="*/ 630 h 1126"/>
              <a:gd name="T84" fmla="*/ 0 w 1126"/>
              <a:gd name="T85" fmla="*/ 564 h 1126"/>
              <a:gd name="T86" fmla="*/ 4 w 1126"/>
              <a:gd name="T87" fmla="*/ 498 h 1126"/>
              <a:gd name="T88" fmla="*/ 15 w 1126"/>
              <a:gd name="T89" fmla="*/ 435 h 1126"/>
              <a:gd name="T90" fmla="*/ 33 w 1126"/>
              <a:gd name="T91" fmla="*/ 374 h 1126"/>
              <a:gd name="T92" fmla="*/ 58 w 1126"/>
              <a:gd name="T93" fmla="*/ 316 h 1126"/>
              <a:gd name="T94" fmla="*/ 87 w 1126"/>
              <a:gd name="T95" fmla="*/ 261 h 1126"/>
              <a:gd name="T96" fmla="*/ 124 w 1126"/>
              <a:gd name="T97" fmla="*/ 211 h 1126"/>
              <a:gd name="T98" fmla="*/ 165 w 1126"/>
              <a:gd name="T99" fmla="*/ 166 h 1126"/>
              <a:gd name="T100" fmla="*/ 211 w 1126"/>
              <a:gd name="T101" fmla="*/ 124 h 1126"/>
              <a:gd name="T102" fmla="*/ 261 w 1126"/>
              <a:gd name="T103" fmla="*/ 88 h 1126"/>
              <a:gd name="T104" fmla="*/ 316 w 1126"/>
              <a:gd name="T105" fmla="*/ 58 h 1126"/>
              <a:gd name="T106" fmla="*/ 374 w 1126"/>
              <a:gd name="T107" fmla="*/ 34 h 1126"/>
              <a:gd name="T108" fmla="*/ 434 w 1126"/>
              <a:gd name="T109" fmla="*/ 15 h 1126"/>
              <a:gd name="T110" fmla="*/ 498 w 1126"/>
              <a:gd name="T111" fmla="*/ 4 h 1126"/>
              <a:gd name="T112" fmla="*/ 564 w 1126"/>
              <a:gd name="T113" fmla="*/ 0 h 1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126" h="1126">
                <a:moveTo>
                  <a:pt x="564" y="0"/>
                </a:moveTo>
                <a:lnTo>
                  <a:pt x="628" y="4"/>
                </a:lnTo>
                <a:lnTo>
                  <a:pt x="693" y="15"/>
                </a:lnTo>
                <a:lnTo>
                  <a:pt x="754" y="34"/>
                </a:lnTo>
                <a:lnTo>
                  <a:pt x="811" y="58"/>
                </a:lnTo>
                <a:lnTo>
                  <a:pt x="865" y="88"/>
                </a:lnTo>
                <a:lnTo>
                  <a:pt x="915" y="124"/>
                </a:lnTo>
                <a:lnTo>
                  <a:pt x="962" y="166"/>
                </a:lnTo>
                <a:lnTo>
                  <a:pt x="1003" y="211"/>
                </a:lnTo>
                <a:lnTo>
                  <a:pt x="1039" y="261"/>
                </a:lnTo>
                <a:lnTo>
                  <a:pt x="1070" y="316"/>
                </a:lnTo>
                <a:lnTo>
                  <a:pt x="1094" y="374"/>
                </a:lnTo>
                <a:lnTo>
                  <a:pt x="1112" y="435"/>
                </a:lnTo>
                <a:lnTo>
                  <a:pt x="1122" y="498"/>
                </a:lnTo>
                <a:lnTo>
                  <a:pt x="1126" y="564"/>
                </a:lnTo>
                <a:lnTo>
                  <a:pt x="1122" y="630"/>
                </a:lnTo>
                <a:lnTo>
                  <a:pt x="1112" y="693"/>
                </a:lnTo>
                <a:lnTo>
                  <a:pt x="1094" y="753"/>
                </a:lnTo>
                <a:lnTo>
                  <a:pt x="1070" y="811"/>
                </a:lnTo>
                <a:lnTo>
                  <a:pt x="1039" y="865"/>
                </a:lnTo>
                <a:lnTo>
                  <a:pt x="1003" y="916"/>
                </a:lnTo>
                <a:lnTo>
                  <a:pt x="962" y="962"/>
                </a:lnTo>
                <a:lnTo>
                  <a:pt x="915" y="1002"/>
                </a:lnTo>
                <a:lnTo>
                  <a:pt x="865" y="1039"/>
                </a:lnTo>
                <a:lnTo>
                  <a:pt x="811" y="1069"/>
                </a:lnTo>
                <a:lnTo>
                  <a:pt x="754" y="1094"/>
                </a:lnTo>
                <a:lnTo>
                  <a:pt x="693" y="1111"/>
                </a:lnTo>
                <a:lnTo>
                  <a:pt x="628" y="1122"/>
                </a:lnTo>
                <a:lnTo>
                  <a:pt x="564" y="1126"/>
                </a:lnTo>
                <a:lnTo>
                  <a:pt x="498" y="1122"/>
                </a:lnTo>
                <a:lnTo>
                  <a:pt x="434" y="1111"/>
                </a:lnTo>
                <a:lnTo>
                  <a:pt x="374" y="1094"/>
                </a:lnTo>
                <a:lnTo>
                  <a:pt x="316" y="1069"/>
                </a:lnTo>
                <a:lnTo>
                  <a:pt x="261" y="1039"/>
                </a:lnTo>
                <a:lnTo>
                  <a:pt x="211" y="1002"/>
                </a:lnTo>
                <a:lnTo>
                  <a:pt x="165" y="962"/>
                </a:lnTo>
                <a:lnTo>
                  <a:pt x="124" y="916"/>
                </a:lnTo>
                <a:lnTo>
                  <a:pt x="87" y="865"/>
                </a:lnTo>
                <a:lnTo>
                  <a:pt x="58" y="811"/>
                </a:lnTo>
                <a:lnTo>
                  <a:pt x="33" y="753"/>
                </a:lnTo>
                <a:lnTo>
                  <a:pt x="15" y="693"/>
                </a:lnTo>
                <a:lnTo>
                  <a:pt x="4" y="630"/>
                </a:lnTo>
                <a:lnTo>
                  <a:pt x="0" y="564"/>
                </a:lnTo>
                <a:lnTo>
                  <a:pt x="4" y="498"/>
                </a:lnTo>
                <a:lnTo>
                  <a:pt x="15" y="435"/>
                </a:lnTo>
                <a:lnTo>
                  <a:pt x="33" y="374"/>
                </a:lnTo>
                <a:lnTo>
                  <a:pt x="58" y="316"/>
                </a:lnTo>
                <a:lnTo>
                  <a:pt x="87" y="261"/>
                </a:lnTo>
                <a:lnTo>
                  <a:pt x="124" y="211"/>
                </a:lnTo>
                <a:lnTo>
                  <a:pt x="165" y="166"/>
                </a:lnTo>
                <a:lnTo>
                  <a:pt x="211" y="124"/>
                </a:lnTo>
                <a:lnTo>
                  <a:pt x="261" y="88"/>
                </a:lnTo>
                <a:lnTo>
                  <a:pt x="316" y="58"/>
                </a:lnTo>
                <a:lnTo>
                  <a:pt x="374" y="34"/>
                </a:lnTo>
                <a:lnTo>
                  <a:pt x="434" y="15"/>
                </a:lnTo>
                <a:lnTo>
                  <a:pt x="498" y="4"/>
                </a:lnTo>
                <a:lnTo>
                  <a:pt x="564" y="0"/>
                </a:lnTo>
                <a:close/>
              </a:path>
            </a:pathLst>
          </a:custGeom>
          <a:solidFill>
            <a:schemeClr val="bg1"/>
          </a:solidFill>
          <a:ln w="0">
            <a:noFill/>
            <a:prstDash val="solid"/>
            <a:round/>
            <a:headEnd/>
            <a:tailEnd/>
          </a:ln>
          <a:effectLst>
            <a:outerShdw blurRad="50800" dist="38100" dir="2700000" algn="tl"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grpSp>
        <p:nvGrpSpPr>
          <p:cNvPr id="1029" name="Group 1028">
            <a:extLst>
              <a:ext uri="{FF2B5EF4-FFF2-40B4-BE49-F238E27FC236}">
                <a16:creationId xmlns:a16="http://schemas.microsoft.com/office/drawing/2014/main" id="{019B6E95-DB54-45F0-A298-6A582CB35D62}"/>
              </a:ext>
            </a:extLst>
          </p:cNvPr>
          <p:cNvGrpSpPr/>
          <p:nvPr/>
        </p:nvGrpSpPr>
        <p:grpSpPr>
          <a:xfrm>
            <a:off x="8874546" y="4858715"/>
            <a:ext cx="3012073" cy="1061830"/>
            <a:chOff x="8936528" y="4858715"/>
            <a:chExt cx="3012073" cy="1061830"/>
          </a:xfrm>
        </p:grpSpPr>
        <p:sp>
          <p:nvSpPr>
            <p:cNvPr id="26" name="Rectangle 25">
              <a:extLst>
                <a:ext uri="{FF2B5EF4-FFF2-40B4-BE49-F238E27FC236}">
                  <a16:creationId xmlns:a16="http://schemas.microsoft.com/office/drawing/2014/main" id="{79CCC037-DAAB-46C8-9663-FBBBD92800FD}"/>
                </a:ext>
              </a:extLst>
            </p:cNvPr>
            <p:cNvSpPr/>
            <p:nvPr/>
          </p:nvSpPr>
          <p:spPr>
            <a:xfrm>
              <a:off x="9054924" y="4858715"/>
              <a:ext cx="2893677" cy="646331"/>
            </a:xfrm>
            <a:prstGeom prst="rect">
              <a:avLst/>
            </a:prstGeom>
          </p:spPr>
          <p:txBody>
            <a:bodyPr wrap="square">
              <a:spAutoFit/>
            </a:bodyPr>
            <a:lstStyle/>
            <a:p>
              <a:pPr algn="r"/>
              <a:r>
                <a:rPr lang="en-IN" b="1" dirty="0"/>
                <a:t>Domain Feature Engineering</a:t>
              </a:r>
            </a:p>
            <a:p>
              <a:pPr algn="r"/>
              <a:endParaRPr lang="en-US" b="1" dirty="0">
                <a:latin typeface="Georgia Pro Cond Semibold" panose="02040706050405020303" pitchFamily="18" charset="0"/>
              </a:endParaRPr>
            </a:p>
          </p:txBody>
        </p:sp>
        <p:sp>
          <p:nvSpPr>
            <p:cNvPr id="27" name="Rectangle 26">
              <a:extLst>
                <a:ext uri="{FF2B5EF4-FFF2-40B4-BE49-F238E27FC236}">
                  <a16:creationId xmlns:a16="http://schemas.microsoft.com/office/drawing/2014/main" id="{0EF2BDD2-ACF0-4C1F-8D8A-AF44E3261373}"/>
                </a:ext>
              </a:extLst>
            </p:cNvPr>
            <p:cNvSpPr/>
            <p:nvPr/>
          </p:nvSpPr>
          <p:spPr>
            <a:xfrm>
              <a:off x="8936528" y="5181881"/>
              <a:ext cx="2482176" cy="738664"/>
            </a:xfrm>
            <a:prstGeom prst="rect">
              <a:avLst/>
            </a:prstGeom>
          </p:spPr>
          <p:txBody>
            <a:bodyPr wrap="square">
              <a:spAutoFit/>
            </a:bodyPr>
            <a:lstStyle/>
            <a:p>
              <a:r>
                <a:rPr lang="en-US" sz="1400" dirty="0"/>
                <a:t>Created features like doctor–patient ratio and expiry days.</a:t>
              </a:r>
            </a:p>
            <a:p>
              <a:pPr lvl="0"/>
              <a:endParaRPr lang="en-US" sz="1400" dirty="0">
                <a:solidFill>
                  <a:schemeClr val="bg1">
                    <a:lumMod val="65000"/>
                  </a:schemeClr>
                </a:solidFill>
                <a:latin typeface="Georgia Pro Cond Light" panose="02040306050405020303" pitchFamily="18" charset="0"/>
              </a:endParaRPr>
            </a:p>
          </p:txBody>
        </p:sp>
      </p:grpSp>
      <p:grpSp>
        <p:nvGrpSpPr>
          <p:cNvPr id="1025" name="Group 1024">
            <a:extLst>
              <a:ext uri="{FF2B5EF4-FFF2-40B4-BE49-F238E27FC236}">
                <a16:creationId xmlns:a16="http://schemas.microsoft.com/office/drawing/2014/main" id="{93396B79-2CED-4845-9B92-3AF2BFC2E865}"/>
              </a:ext>
            </a:extLst>
          </p:cNvPr>
          <p:cNvGrpSpPr/>
          <p:nvPr/>
        </p:nvGrpSpPr>
        <p:grpSpPr>
          <a:xfrm>
            <a:off x="7890423" y="1586544"/>
            <a:ext cx="2569819" cy="922008"/>
            <a:chOff x="7952405" y="1586544"/>
            <a:chExt cx="2569819" cy="922008"/>
          </a:xfrm>
        </p:grpSpPr>
        <p:sp>
          <p:nvSpPr>
            <p:cNvPr id="29" name="Rectangle 28">
              <a:extLst>
                <a:ext uri="{FF2B5EF4-FFF2-40B4-BE49-F238E27FC236}">
                  <a16:creationId xmlns:a16="http://schemas.microsoft.com/office/drawing/2014/main" id="{B4C2A7D8-3B99-40B5-B091-0BF6552A79EE}"/>
                </a:ext>
              </a:extLst>
            </p:cNvPr>
            <p:cNvSpPr/>
            <p:nvPr/>
          </p:nvSpPr>
          <p:spPr>
            <a:xfrm>
              <a:off x="7952405" y="1586544"/>
              <a:ext cx="2482175" cy="369332"/>
            </a:xfrm>
            <a:prstGeom prst="rect">
              <a:avLst/>
            </a:prstGeom>
            <a:ln>
              <a:noFill/>
            </a:ln>
          </p:spPr>
          <p:txBody>
            <a:bodyPr wrap="square">
              <a:spAutoFit/>
            </a:bodyPr>
            <a:lstStyle/>
            <a:p>
              <a:pPr algn="r"/>
              <a:r>
                <a:rPr lang="en-US" b="1" dirty="0">
                  <a:latin typeface="Georgia Pro Cond Semibold" panose="02040706050405020303" pitchFamily="18" charset="0"/>
                </a:rPr>
                <a:t>Ensemble  Classifier</a:t>
              </a:r>
            </a:p>
          </p:txBody>
        </p:sp>
        <p:sp>
          <p:nvSpPr>
            <p:cNvPr id="30" name="Rectangle 29">
              <a:extLst>
                <a:ext uri="{FF2B5EF4-FFF2-40B4-BE49-F238E27FC236}">
                  <a16:creationId xmlns:a16="http://schemas.microsoft.com/office/drawing/2014/main" id="{E37B71F0-4F32-49FF-AF3D-5CAA328CBFE9}"/>
                </a:ext>
              </a:extLst>
            </p:cNvPr>
            <p:cNvSpPr/>
            <p:nvPr/>
          </p:nvSpPr>
          <p:spPr>
            <a:xfrm>
              <a:off x="8040048" y="1985332"/>
              <a:ext cx="2482176" cy="523220"/>
            </a:xfrm>
            <a:prstGeom prst="rect">
              <a:avLst/>
            </a:prstGeom>
          </p:spPr>
          <p:txBody>
            <a:bodyPr wrap="square">
              <a:spAutoFit/>
            </a:bodyPr>
            <a:lstStyle/>
            <a:p>
              <a:pPr lvl="0"/>
              <a:r>
                <a:rPr lang="en-US" sz="1400" dirty="0"/>
                <a:t>Combined outputs for more stable and robust predictions.</a:t>
              </a:r>
              <a:endParaRPr lang="en-US" sz="1400" dirty="0">
                <a:solidFill>
                  <a:schemeClr val="bg1">
                    <a:lumMod val="65000"/>
                  </a:schemeClr>
                </a:solidFill>
                <a:latin typeface="Georgia Pro Cond Light" panose="02040306050405020303" pitchFamily="18" charset="0"/>
              </a:endParaRPr>
            </a:p>
          </p:txBody>
        </p:sp>
      </p:grpSp>
      <p:grpSp>
        <p:nvGrpSpPr>
          <p:cNvPr id="63" name="Group 62">
            <a:extLst>
              <a:ext uri="{FF2B5EF4-FFF2-40B4-BE49-F238E27FC236}">
                <a16:creationId xmlns:a16="http://schemas.microsoft.com/office/drawing/2014/main" id="{D2E5631C-6FB7-44E9-91EB-8A83E5257092}"/>
              </a:ext>
            </a:extLst>
          </p:cNvPr>
          <p:cNvGrpSpPr/>
          <p:nvPr/>
        </p:nvGrpSpPr>
        <p:grpSpPr>
          <a:xfrm>
            <a:off x="806346" y="4926159"/>
            <a:ext cx="2482176" cy="1076293"/>
            <a:chOff x="868328" y="4926159"/>
            <a:chExt cx="2482176" cy="1076293"/>
          </a:xfrm>
        </p:grpSpPr>
        <p:sp>
          <p:nvSpPr>
            <p:cNvPr id="31" name="Rectangle 30">
              <a:extLst>
                <a:ext uri="{FF2B5EF4-FFF2-40B4-BE49-F238E27FC236}">
                  <a16:creationId xmlns:a16="http://schemas.microsoft.com/office/drawing/2014/main" id="{C570FEDE-6962-4871-B593-75D8A1E22E06}"/>
                </a:ext>
              </a:extLst>
            </p:cNvPr>
            <p:cNvSpPr/>
            <p:nvPr/>
          </p:nvSpPr>
          <p:spPr>
            <a:xfrm>
              <a:off x="884993" y="4926159"/>
              <a:ext cx="2436886" cy="369332"/>
            </a:xfrm>
            <a:prstGeom prst="rect">
              <a:avLst/>
            </a:prstGeom>
          </p:spPr>
          <p:txBody>
            <a:bodyPr wrap="none">
              <a:spAutoFit/>
            </a:bodyPr>
            <a:lstStyle/>
            <a:p>
              <a:pPr algn="r"/>
              <a:r>
                <a:rPr lang="en-US" b="1" dirty="0">
                  <a:latin typeface="Georgia Pro Cond Semibold" panose="02040706050405020303" pitchFamily="18" charset="0"/>
                </a:rPr>
                <a:t>Multi Model Approach</a:t>
              </a:r>
            </a:p>
          </p:txBody>
        </p:sp>
        <p:sp>
          <p:nvSpPr>
            <p:cNvPr id="32" name="Rectangle 31">
              <a:extLst>
                <a:ext uri="{FF2B5EF4-FFF2-40B4-BE49-F238E27FC236}">
                  <a16:creationId xmlns:a16="http://schemas.microsoft.com/office/drawing/2014/main" id="{7F5A5C1C-1115-45E7-97CA-94A92B6FEA51}"/>
                </a:ext>
              </a:extLst>
            </p:cNvPr>
            <p:cNvSpPr/>
            <p:nvPr/>
          </p:nvSpPr>
          <p:spPr>
            <a:xfrm>
              <a:off x="868328" y="5263788"/>
              <a:ext cx="2482176" cy="738664"/>
            </a:xfrm>
            <a:prstGeom prst="rect">
              <a:avLst/>
            </a:prstGeom>
          </p:spPr>
          <p:txBody>
            <a:bodyPr wrap="square">
              <a:spAutoFit/>
            </a:bodyPr>
            <a:lstStyle/>
            <a:p>
              <a:pPr lvl="0" algn="r"/>
              <a:r>
                <a:rPr lang="en-US" sz="1400" dirty="0"/>
                <a:t>Used Logistic Regression, Random Forest, and Gradient Boosting</a:t>
              </a:r>
              <a:endParaRPr lang="en-US" sz="1400" dirty="0">
                <a:solidFill>
                  <a:schemeClr val="bg1">
                    <a:lumMod val="65000"/>
                  </a:schemeClr>
                </a:solidFill>
                <a:latin typeface="Georgia Pro Cond Light" panose="02040306050405020303" pitchFamily="18" charset="0"/>
              </a:endParaRPr>
            </a:p>
          </p:txBody>
        </p:sp>
      </p:grpSp>
      <p:grpSp>
        <p:nvGrpSpPr>
          <p:cNvPr id="62" name="Group 61">
            <a:extLst>
              <a:ext uri="{FF2B5EF4-FFF2-40B4-BE49-F238E27FC236}">
                <a16:creationId xmlns:a16="http://schemas.microsoft.com/office/drawing/2014/main" id="{03B84EF5-4C96-4770-AB10-52DC965A0A95}"/>
              </a:ext>
            </a:extLst>
          </p:cNvPr>
          <p:cNvGrpSpPr/>
          <p:nvPr/>
        </p:nvGrpSpPr>
        <p:grpSpPr>
          <a:xfrm>
            <a:off x="425578" y="3287452"/>
            <a:ext cx="2482176" cy="1076293"/>
            <a:chOff x="487560" y="3269989"/>
            <a:chExt cx="2482176" cy="1076293"/>
          </a:xfrm>
        </p:grpSpPr>
        <p:sp>
          <p:nvSpPr>
            <p:cNvPr id="33" name="Rectangle 32">
              <a:extLst>
                <a:ext uri="{FF2B5EF4-FFF2-40B4-BE49-F238E27FC236}">
                  <a16:creationId xmlns:a16="http://schemas.microsoft.com/office/drawing/2014/main" id="{DA54B3B3-5427-4FBA-9AAE-9A1B4027B973}"/>
                </a:ext>
              </a:extLst>
            </p:cNvPr>
            <p:cNvSpPr/>
            <p:nvPr/>
          </p:nvSpPr>
          <p:spPr>
            <a:xfrm>
              <a:off x="1151839" y="3269989"/>
              <a:ext cx="1789272" cy="369332"/>
            </a:xfrm>
            <a:prstGeom prst="rect">
              <a:avLst/>
            </a:prstGeom>
          </p:spPr>
          <p:txBody>
            <a:bodyPr wrap="none">
              <a:spAutoFit/>
            </a:bodyPr>
            <a:lstStyle/>
            <a:p>
              <a:pPr algn="r"/>
              <a:r>
                <a:rPr lang="en-US" b="1" dirty="0">
                  <a:latin typeface="Georgia Pro Cond Semibold" panose="02040706050405020303" pitchFamily="18" charset="0"/>
                </a:rPr>
                <a:t>Class Imbalance</a:t>
              </a:r>
            </a:p>
          </p:txBody>
        </p:sp>
        <p:sp>
          <p:nvSpPr>
            <p:cNvPr id="34" name="Rectangle 33">
              <a:extLst>
                <a:ext uri="{FF2B5EF4-FFF2-40B4-BE49-F238E27FC236}">
                  <a16:creationId xmlns:a16="http://schemas.microsoft.com/office/drawing/2014/main" id="{86F33195-A357-48CE-9B0B-A3A3155E081A}"/>
                </a:ext>
              </a:extLst>
            </p:cNvPr>
            <p:cNvSpPr/>
            <p:nvPr/>
          </p:nvSpPr>
          <p:spPr>
            <a:xfrm>
              <a:off x="487560" y="3607618"/>
              <a:ext cx="2482176" cy="738664"/>
            </a:xfrm>
            <a:prstGeom prst="rect">
              <a:avLst/>
            </a:prstGeom>
          </p:spPr>
          <p:txBody>
            <a:bodyPr wrap="square">
              <a:spAutoFit/>
            </a:bodyPr>
            <a:lstStyle/>
            <a:p>
              <a:pPr lvl="0" algn="r"/>
              <a:r>
                <a:rPr lang="en-US" sz="1400" dirty="0"/>
                <a:t>Applied oversampling and balancing for highly imbalanced datasets.</a:t>
              </a:r>
              <a:endParaRPr lang="en-US" sz="1400" dirty="0">
                <a:solidFill>
                  <a:schemeClr val="bg1">
                    <a:lumMod val="65000"/>
                  </a:schemeClr>
                </a:solidFill>
                <a:latin typeface="Georgia Pro Cond Light" panose="02040306050405020303" pitchFamily="18" charset="0"/>
              </a:endParaRPr>
            </a:p>
          </p:txBody>
        </p:sp>
      </p:grpSp>
      <p:grpSp>
        <p:nvGrpSpPr>
          <p:cNvPr id="1024" name="Group 1023">
            <a:extLst>
              <a:ext uri="{FF2B5EF4-FFF2-40B4-BE49-F238E27FC236}">
                <a16:creationId xmlns:a16="http://schemas.microsoft.com/office/drawing/2014/main" id="{5B63D823-B9BA-4B8F-B6D7-BD3EEFA98D52}"/>
              </a:ext>
            </a:extLst>
          </p:cNvPr>
          <p:cNvGrpSpPr/>
          <p:nvPr/>
        </p:nvGrpSpPr>
        <p:grpSpPr>
          <a:xfrm>
            <a:off x="1723632" y="1648744"/>
            <a:ext cx="2482176" cy="1076293"/>
            <a:chOff x="1785614" y="1648744"/>
            <a:chExt cx="2482176" cy="1076293"/>
          </a:xfrm>
        </p:grpSpPr>
        <p:sp>
          <p:nvSpPr>
            <p:cNvPr id="35" name="Rectangle 34">
              <a:extLst>
                <a:ext uri="{FF2B5EF4-FFF2-40B4-BE49-F238E27FC236}">
                  <a16:creationId xmlns:a16="http://schemas.microsoft.com/office/drawing/2014/main" id="{F078DDE6-E89B-433D-BE98-AA6A47720F4A}"/>
                </a:ext>
              </a:extLst>
            </p:cNvPr>
            <p:cNvSpPr/>
            <p:nvPr/>
          </p:nvSpPr>
          <p:spPr>
            <a:xfrm>
              <a:off x="1964183" y="1648744"/>
              <a:ext cx="2274982" cy="369332"/>
            </a:xfrm>
            <a:prstGeom prst="rect">
              <a:avLst/>
            </a:prstGeom>
          </p:spPr>
          <p:txBody>
            <a:bodyPr wrap="none">
              <a:spAutoFit/>
            </a:bodyPr>
            <a:lstStyle/>
            <a:p>
              <a:pPr algn="r"/>
              <a:r>
                <a:rPr lang="en-US" b="1" dirty="0">
                  <a:latin typeface="Georgia Pro Cond Semibold" panose="02040706050405020303" pitchFamily="18" charset="0"/>
                </a:rPr>
                <a:t>Model Simplification</a:t>
              </a:r>
            </a:p>
          </p:txBody>
        </p:sp>
        <p:sp>
          <p:nvSpPr>
            <p:cNvPr id="36" name="Rectangle 35">
              <a:extLst>
                <a:ext uri="{FF2B5EF4-FFF2-40B4-BE49-F238E27FC236}">
                  <a16:creationId xmlns:a16="http://schemas.microsoft.com/office/drawing/2014/main" id="{69584866-67D7-4A21-A30A-5F8943A94373}"/>
                </a:ext>
              </a:extLst>
            </p:cNvPr>
            <p:cNvSpPr/>
            <p:nvPr/>
          </p:nvSpPr>
          <p:spPr>
            <a:xfrm>
              <a:off x="1785614" y="1986373"/>
              <a:ext cx="2482176" cy="738664"/>
            </a:xfrm>
            <a:prstGeom prst="rect">
              <a:avLst/>
            </a:prstGeom>
          </p:spPr>
          <p:txBody>
            <a:bodyPr wrap="square">
              <a:spAutoFit/>
            </a:bodyPr>
            <a:lstStyle/>
            <a:p>
              <a:pPr lvl="0" algn="r"/>
              <a:r>
                <a:rPr lang="en-US" sz="1400" dirty="0"/>
                <a:t>Converted multi-class medicine stock categories into a binary availability model</a:t>
              </a:r>
              <a:endParaRPr lang="en-US" sz="1400" dirty="0">
                <a:solidFill>
                  <a:schemeClr val="bg1">
                    <a:lumMod val="65000"/>
                  </a:schemeClr>
                </a:solidFill>
                <a:latin typeface="Georgia Pro Cond Light" panose="02040306050405020303" pitchFamily="18" charset="0"/>
              </a:endParaRPr>
            </a:p>
          </p:txBody>
        </p:sp>
      </p:grpSp>
      <p:grpSp>
        <p:nvGrpSpPr>
          <p:cNvPr id="1027" name="Group 1026">
            <a:extLst>
              <a:ext uri="{FF2B5EF4-FFF2-40B4-BE49-F238E27FC236}">
                <a16:creationId xmlns:a16="http://schemas.microsoft.com/office/drawing/2014/main" id="{9B74324D-C59A-4816-8B57-B779FF7944CF}"/>
              </a:ext>
            </a:extLst>
          </p:cNvPr>
          <p:cNvGrpSpPr/>
          <p:nvPr/>
        </p:nvGrpSpPr>
        <p:grpSpPr>
          <a:xfrm>
            <a:off x="9284246" y="3247416"/>
            <a:ext cx="2683165" cy="1073416"/>
            <a:chOff x="9346228" y="3267218"/>
            <a:chExt cx="2683165" cy="1073416"/>
          </a:xfrm>
        </p:grpSpPr>
        <p:sp>
          <p:nvSpPr>
            <p:cNvPr id="28" name="Rectangle 27">
              <a:extLst>
                <a:ext uri="{FF2B5EF4-FFF2-40B4-BE49-F238E27FC236}">
                  <a16:creationId xmlns:a16="http://schemas.microsoft.com/office/drawing/2014/main" id="{56958A59-4A16-40F0-BEC4-ADF9775A41EF}"/>
                </a:ext>
              </a:extLst>
            </p:cNvPr>
            <p:cNvSpPr/>
            <p:nvPr/>
          </p:nvSpPr>
          <p:spPr>
            <a:xfrm>
              <a:off x="9346228" y="3267218"/>
              <a:ext cx="2683165" cy="369332"/>
            </a:xfrm>
            <a:prstGeom prst="rect">
              <a:avLst/>
            </a:prstGeom>
          </p:spPr>
          <p:txBody>
            <a:bodyPr wrap="square">
              <a:spAutoFit/>
            </a:bodyPr>
            <a:lstStyle/>
            <a:p>
              <a:pPr algn="r"/>
              <a:r>
                <a:rPr lang="en-IN" dirty="0"/>
                <a:t>ML Preprocessing Pipeline</a:t>
              </a:r>
              <a:endParaRPr lang="en-US" b="1" dirty="0">
                <a:latin typeface="Georgia Pro Cond Semibold" panose="02040706050405020303" pitchFamily="18" charset="0"/>
              </a:endParaRPr>
            </a:p>
          </p:txBody>
        </p:sp>
        <p:sp>
          <p:nvSpPr>
            <p:cNvPr id="37" name="Rectangle 36">
              <a:extLst>
                <a:ext uri="{FF2B5EF4-FFF2-40B4-BE49-F238E27FC236}">
                  <a16:creationId xmlns:a16="http://schemas.microsoft.com/office/drawing/2014/main" id="{2EE1C3A3-BF3D-407F-8048-B39FE3BDA74D}"/>
                </a:ext>
              </a:extLst>
            </p:cNvPr>
            <p:cNvSpPr/>
            <p:nvPr/>
          </p:nvSpPr>
          <p:spPr>
            <a:xfrm>
              <a:off x="9346228" y="3601970"/>
              <a:ext cx="2482176" cy="738664"/>
            </a:xfrm>
            <a:prstGeom prst="rect">
              <a:avLst/>
            </a:prstGeom>
          </p:spPr>
          <p:txBody>
            <a:bodyPr wrap="square">
              <a:spAutoFit/>
            </a:bodyPr>
            <a:lstStyle/>
            <a:p>
              <a:pPr lvl="0"/>
              <a:r>
                <a:rPr lang="en-US" sz="1400" dirty="0"/>
                <a:t>Used </a:t>
              </a:r>
              <a:r>
                <a:rPr lang="en-US" sz="1400" dirty="0" err="1"/>
                <a:t>ColumnTransformer</a:t>
              </a:r>
              <a:r>
                <a:rPr lang="en-US" sz="1400" dirty="0"/>
                <a:t>, Scaler, and One-Hot Encoding like industry ML workflows</a:t>
              </a:r>
              <a:endParaRPr lang="en-US" sz="1400" dirty="0">
                <a:solidFill>
                  <a:schemeClr val="bg1">
                    <a:lumMod val="65000"/>
                  </a:schemeClr>
                </a:solidFill>
                <a:latin typeface="Georgia Pro Cond Light" panose="02040306050405020303" pitchFamily="18" charset="0"/>
              </a:endParaRPr>
            </a:p>
          </p:txBody>
        </p:sp>
      </p:grpSp>
      <p:sp>
        <p:nvSpPr>
          <p:cNvPr id="38" name="Rectangle 37">
            <a:extLst>
              <a:ext uri="{FF2B5EF4-FFF2-40B4-BE49-F238E27FC236}">
                <a16:creationId xmlns:a16="http://schemas.microsoft.com/office/drawing/2014/main" id="{1E8D0C31-F38D-432A-B67D-C2E0D88AA538}"/>
              </a:ext>
            </a:extLst>
          </p:cNvPr>
          <p:cNvSpPr/>
          <p:nvPr/>
        </p:nvSpPr>
        <p:spPr>
          <a:xfrm>
            <a:off x="4240897" y="1830424"/>
            <a:ext cx="118396" cy="712932"/>
          </a:xfrm>
          <a:prstGeom prst="rect">
            <a:avLst/>
          </a:prstGeom>
          <a:solidFill>
            <a:schemeClr val="accent4"/>
          </a:solidFill>
          <a:ln>
            <a:noFill/>
          </a:ln>
          <a:scene3d>
            <a:camera prst="orthographicFront"/>
            <a:lightRig rig="threePt" dir="t"/>
          </a:scene3d>
          <a:sp3d>
            <a:bevelT w="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DA27B7AC-8A76-401B-891C-B9B49D4CF4D3}"/>
              </a:ext>
            </a:extLst>
          </p:cNvPr>
          <p:cNvSpPr/>
          <p:nvPr/>
        </p:nvSpPr>
        <p:spPr>
          <a:xfrm>
            <a:off x="7858585" y="1829383"/>
            <a:ext cx="118396" cy="712932"/>
          </a:xfrm>
          <a:prstGeom prst="rect">
            <a:avLst/>
          </a:prstGeom>
          <a:solidFill>
            <a:schemeClr val="accent4"/>
          </a:solidFill>
          <a:ln>
            <a:noFill/>
          </a:ln>
          <a:scene3d>
            <a:camera prst="orthographicFront"/>
            <a:lightRig rig="threePt" dir="t"/>
          </a:scene3d>
          <a:sp3d>
            <a:bevelT w="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8DB42EE4-ECF0-414B-884F-4817A3B8303D}"/>
              </a:ext>
            </a:extLst>
          </p:cNvPr>
          <p:cNvSpPr/>
          <p:nvPr/>
        </p:nvSpPr>
        <p:spPr>
          <a:xfrm>
            <a:off x="2932691" y="3469132"/>
            <a:ext cx="118396" cy="712932"/>
          </a:xfrm>
          <a:prstGeom prst="rect">
            <a:avLst/>
          </a:prstGeom>
          <a:solidFill>
            <a:schemeClr val="accent4"/>
          </a:solidFill>
          <a:ln>
            <a:noFill/>
          </a:ln>
          <a:scene3d>
            <a:camera prst="orthographicFront"/>
            <a:lightRig rig="threePt" dir="t"/>
          </a:scene3d>
          <a:sp3d>
            <a:bevelT w="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70C3231D-BF01-499E-AE1B-0EEA97B5B085}"/>
              </a:ext>
            </a:extLst>
          </p:cNvPr>
          <p:cNvSpPr/>
          <p:nvPr/>
        </p:nvSpPr>
        <p:spPr>
          <a:xfrm>
            <a:off x="9152032" y="3427658"/>
            <a:ext cx="118396" cy="712932"/>
          </a:xfrm>
          <a:prstGeom prst="rect">
            <a:avLst/>
          </a:prstGeom>
          <a:solidFill>
            <a:schemeClr val="accent4"/>
          </a:solidFill>
          <a:ln>
            <a:noFill/>
          </a:ln>
          <a:scene3d>
            <a:camera prst="orthographicFront"/>
            <a:lightRig rig="threePt" dir="t"/>
          </a:scene3d>
          <a:sp3d>
            <a:bevelT w="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6B6BD744-CB6B-43EE-843A-0BAAB9BD2470}"/>
              </a:ext>
            </a:extLst>
          </p:cNvPr>
          <p:cNvSpPr/>
          <p:nvPr/>
        </p:nvSpPr>
        <p:spPr>
          <a:xfrm>
            <a:off x="8756150" y="5025932"/>
            <a:ext cx="118396" cy="712932"/>
          </a:xfrm>
          <a:prstGeom prst="rect">
            <a:avLst/>
          </a:prstGeom>
          <a:solidFill>
            <a:schemeClr val="accent4"/>
          </a:solidFill>
          <a:ln>
            <a:noFill/>
          </a:ln>
          <a:scene3d>
            <a:camera prst="orthographicFront"/>
            <a:lightRig rig="threePt" dir="t"/>
          </a:scene3d>
          <a:sp3d>
            <a:bevelT w="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CCA9CDE8-7A4C-46AC-B547-B568BCC06643}"/>
              </a:ext>
            </a:extLst>
          </p:cNvPr>
          <p:cNvSpPr/>
          <p:nvPr/>
        </p:nvSpPr>
        <p:spPr>
          <a:xfrm>
            <a:off x="3312767" y="5107839"/>
            <a:ext cx="118396" cy="712932"/>
          </a:xfrm>
          <a:prstGeom prst="rect">
            <a:avLst/>
          </a:prstGeom>
          <a:solidFill>
            <a:schemeClr val="accent4"/>
          </a:solidFill>
          <a:ln>
            <a:noFill/>
          </a:ln>
          <a:scene3d>
            <a:camera prst="orthographicFront"/>
            <a:lightRig rig="threePt" dir="t"/>
          </a:scene3d>
          <a:sp3d>
            <a:bevelT w="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Gear Outline icon">
            <a:extLst>
              <a:ext uri="{FF2B5EF4-FFF2-40B4-BE49-F238E27FC236}">
                <a16:creationId xmlns:a16="http://schemas.microsoft.com/office/drawing/2014/main" id="{0289D506-ED55-438D-8CE1-5A1C6F1B7C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9460" y="2631571"/>
            <a:ext cx="518018" cy="51801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dd Record icon">
            <a:extLst>
              <a:ext uri="{FF2B5EF4-FFF2-40B4-BE49-F238E27FC236}">
                <a16:creationId xmlns:a16="http://schemas.microsoft.com/office/drawing/2014/main" id="{E981733C-26C8-4655-BEE5-69F4FEB051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0613" y="3495202"/>
            <a:ext cx="518018" cy="51801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Video Conference icon">
            <a:extLst>
              <a:ext uri="{FF2B5EF4-FFF2-40B4-BE49-F238E27FC236}">
                <a16:creationId xmlns:a16="http://schemas.microsoft.com/office/drawing/2014/main" id="{3130482A-B31F-44F3-9915-C9EAB5ED0E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4313" y="4891603"/>
            <a:ext cx="518018" cy="51801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irewall icon">
            <a:extLst>
              <a:ext uri="{FF2B5EF4-FFF2-40B4-BE49-F238E27FC236}">
                <a16:creationId xmlns:a16="http://schemas.microsoft.com/office/drawing/2014/main" id="{901B59E2-096A-4A14-95F6-20432E07FD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39248" y="3495202"/>
            <a:ext cx="518018" cy="518018"/>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ime Card icon">
            <a:extLst>
              <a:ext uri="{FF2B5EF4-FFF2-40B4-BE49-F238E27FC236}">
                <a16:creationId xmlns:a16="http://schemas.microsoft.com/office/drawing/2014/main" id="{9A27A45E-E256-4655-A14F-2F1FCFA8A5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84135" y="4891603"/>
            <a:ext cx="518018" cy="518018"/>
          </a:xfrm>
          <a:prstGeom prst="rect">
            <a:avLst/>
          </a:prstGeom>
          <a:noFill/>
          <a:extLst>
            <a:ext uri="{909E8E84-426E-40DD-AFC4-6F175D3DCCD1}">
              <a14:hiddenFill xmlns:a14="http://schemas.microsoft.com/office/drawing/2010/main">
                <a:solidFill>
                  <a:srgbClr val="FFFFFF"/>
                </a:solidFill>
              </a14:hiddenFill>
            </a:ext>
          </a:extLst>
        </p:spPr>
      </p:pic>
      <p:sp>
        <p:nvSpPr>
          <p:cNvPr id="61" name="TextBox 60">
            <a:extLst>
              <a:ext uri="{FF2B5EF4-FFF2-40B4-BE49-F238E27FC236}">
                <a16:creationId xmlns:a16="http://schemas.microsoft.com/office/drawing/2014/main" id="{FDF95FCA-8C03-4A82-AF51-7CA21A0ED04B}"/>
              </a:ext>
            </a:extLst>
          </p:cNvPr>
          <p:cNvSpPr txBox="1"/>
          <p:nvPr/>
        </p:nvSpPr>
        <p:spPr>
          <a:xfrm>
            <a:off x="0" y="0"/>
            <a:ext cx="12192000" cy="646331"/>
          </a:xfrm>
          <a:prstGeom prst="rect">
            <a:avLst/>
          </a:prstGeom>
          <a:noFill/>
        </p:spPr>
        <p:txBody>
          <a:bodyPr wrap="square" rtlCol="0">
            <a:spAutoFit/>
          </a:bodyPr>
          <a:lstStyle/>
          <a:p>
            <a:pPr algn="ctr"/>
            <a:r>
              <a:rPr lang="en-US" sz="3600" dirty="0">
                <a:latin typeface="Georgia Pro Cond Semibold" panose="02040706050405020303" pitchFamily="18" charset="0"/>
              </a:rPr>
              <a:t>Unique Features of the Project</a:t>
            </a:r>
            <a:endParaRPr lang="en-IN" sz="3600" dirty="0">
              <a:latin typeface="Georgia Pro Cond Semibold" panose="02040706050405020303" pitchFamily="18" charset="0"/>
            </a:endParaRPr>
          </a:p>
        </p:txBody>
      </p:sp>
      <p:cxnSp>
        <p:nvCxnSpPr>
          <p:cNvPr id="1033" name="Straight Connector 1032">
            <a:extLst>
              <a:ext uri="{FF2B5EF4-FFF2-40B4-BE49-F238E27FC236}">
                <a16:creationId xmlns:a16="http://schemas.microsoft.com/office/drawing/2014/main" id="{21BCD3E1-D64A-47BF-A22F-2D902886FEDD}"/>
              </a:ext>
            </a:extLst>
          </p:cNvPr>
          <p:cNvCxnSpPr/>
          <p:nvPr/>
        </p:nvCxnSpPr>
        <p:spPr>
          <a:xfrm>
            <a:off x="0" y="6858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46ECE5F7-8962-4EBE-85D1-31FE093CFC35}"/>
              </a:ext>
            </a:extLst>
          </p:cNvPr>
          <p:cNvCxnSpPr/>
          <p:nvPr/>
        </p:nvCxnSpPr>
        <p:spPr>
          <a:xfrm>
            <a:off x="0" y="646331"/>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419818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86E4D42-644A-400F-B28A-C575FF73CB91}"/>
              </a:ext>
            </a:extLst>
          </p:cNvPr>
          <p:cNvSpPr/>
          <p:nvPr/>
        </p:nvSpPr>
        <p:spPr>
          <a:xfrm>
            <a:off x="0" y="0"/>
            <a:ext cx="4825670" cy="6858000"/>
          </a:xfrm>
          <a:prstGeom prst="rect">
            <a:avLst/>
          </a:prstGeom>
          <a:solidFill>
            <a:srgbClr val="E1DC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This SHAP decision plot visualizes how the model combines feature contributions to reach the final prediction.</a:t>
            </a:r>
          </a:p>
          <a:p>
            <a:pPr algn="ctr"/>
            <a:r>
              <a:rPr lang="en-US" b="1" dirty="0">
                <a:solidFill>
                  <a:schemeClr val="tx1"/>
                </a:solidFill>
              </a:rPr>
              <a:t>Store stock and warehouse stock are the strongest drivers, pushing predictions toward Available when values are high.</a:t>
            </a:r>
          </a:p>
          <a:p>
            <a:pPr algn="ctr"/>
            <a:r>
              <a:rPr lang="en-US" b="1" dirty="0">
                <a:solidFill>
                  <a:schemeClr val="tx1"/>
                </a:solidFill>
              </a:rPr>
              <a:t>Blue lines indicate negative influence → increasing chance of Out of Stock.</a:t>
            </a:r>
          </a:p>
          <a:p>
            <a:pPr algn="ctr"/>
            <a:r>
              <a:rPr lang="en-US" b="1" dirty="0">
                <a:solidFill>
                  <a:schemeClr val="tx1"/>
                </a:solidFill>
              </a:rPr>
              <a:t>Pink/red lines indicate positive influence → increasing probability of Available.</a:t>
            </a:r>
          </a:p>
          <a:p>
            <a:pPr algn="ctr"/>
            <a:r>
              <a:rPr lang="en-US" b="1" dirty="0">
                <a:solidFill>
                  <a:schemeClr val="tx1"/>
                </a:solidFill>
              </a:rPr>
              <a:t>The model begins at a base value (~0.53) and moves left or right depending on feature effects.</a:t>
            </a:r>
          </a:p>
          <a:p>
            <a:pPr algn="ctr"/>
            <a:r>
              <a:rPr lang="en-US" b="1" dirty="0">
                <a:solidFill>
                  <a:schemeClr val="tx1"/>
                </a:solidFill>
              </a:rPr>
              <a:t>Categorical variables (city, area, pharmacy name, drug class) have smaller shifts, indicating weaker influence.</a:t>
            </a:r>
          </a:p>
          <a:p>
            <a:pPr algn="ctr"/>
            <a:r>
              <a:rPr lang="en-US" b="1" dirty="0">
                <a:solidFill>
                  <a:schemeClr val="tx1"/>
                </a:solidFill>
              </a:rPr>
              <a:t>Overall, stock-related numeric features dominate prediction behavior, confirming model interpretability.</a:t>
            </a:r>
          </a:p>
        </p:txBody>
      </p:sp>
      <p:sp>
        <p:nvSpPr>
          <p:cNvPr id="19" name="Content Placeholder 2">
            <a:extLst>
              <a:ext uri="{FF2B5EF4-FFF2-40B4-BE49-F238E27FC236}">
                <a16:creationId xmlns:a16="http://schemas.microsoft.com/office/drawing/2014/main" id="{CA619B8B-FFE6-42C8-9094-96D104D5EE34}"/>
              </a:ext>
            </a:extLst>
          </p:cNvPr>
          <p:cNvSpPr txBox="1">
            <a:spLocks/>
          </p:cNvSpPr>
          <p:nvPr/>
        </p:nvSpPr>
        <p:spPr>
          <a:xfrm>
            <a:off x="1243473" y="3131441"/>
            <a:ext cx="2495442" cy="387798"/>
          </a:xfrm>
          <a:prstGeom prst="rect">
            <a:avLst/>
          </a:prstGeom>
        </p:spPr>
        <p:txBody>
          <a:bodyPr vert="horz" wrap="square" lIns="0" tIns="0" rIns="0" bIns="0" rtlCol="0" anchor="ctr" anchorCtr="0">
            <a:sp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US" sz="2800" b="1" dirty="0">
              <a:solidFill>
                <a:schemeClr val="accent4">
                  <a:lumMod val="75000"/>
                </a:schemeClr>
              </a:solidFill>
              <a:latin typeface="Bookman Old Style" panose="02050604050505020204" pitchFamily="18" charset="0"/>
              <a:cs typeface="Segoe UI" panose="020B0502040204020203" pitchFamily="34" charset="0"/>
            </a:endParaRPr>
          </a:p>
        </p:txBody>
      </p:sp>
      <p:pic>
        <p:nvPicPr>
          <p:cNvPr id="46" name="Picture 45">
            <a:extLst>
              <a:ext uri="{FF2B5EF4-FFF2-40B4-BE49-F238E27FC236}">
                <a16:creationId xmlns:a16="http://schemas.microsoft.com/office/drawing/2014/main" id="{BAA0E6B8-205A-8235-B212-0684CA3B6A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2116" y="0"/>
            <a:ext cx="6996300" cy="6680717"/>
          </a:xfrm>
          <a:prstGeom prst="rect">
            <a:avLst/>
          </a:prstGeom>
        </p:spPr>
      </p:pic>
    </p:spTree>
    <p:extLst>
      <p:ext uri="{BB962C8B-B14F-4D97-AF65-F5344CB8AC3E}">
        <p14:creationId xmlns:p14="http://schemas.microsoft.com/office/powerpoint/2010/main" val="36277288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 name="Group 101">
            <a:extLst>
              <a:ext uri="{FF2B5EF4-FFF2-40B4-BE49-F238E27FC236}">
                <a16:creationId xmlns:a16="http://schemas.microsoft.com/office/drawing/2014/main" id="{B39C265A-D724-449C-9226-598D7C32F311}"/>
              </a:ext>
            </a:extLst>
          </p:cNvPr>
          <p:cNvGrpSpPr/>
          <p:nvPr/>
        </p:nvGrpSpPr>
        <p:grpSpPr>
          <a:xfrm>
            <a:off x="683859" y="1244490"/>
            <a:ext cx="10405988" cy="4965080"/>
            <a:chOff x="758930" y="1650890"/>
            <a:chExt cx="10405988" cy="4965080"/>
          </a:xfrm>
        </p:grpSpPr>
        <p:sp>
          <p:nvSpPr>
            <p:cNvPr id="32" name="Oval 31">
              <a:extLst>
                <a:ext uri="{FF2B5EF4-FFF2-40B4-BE49-F238E27FC236}">
                  <a16:creationId xmlns:a16="http://schemas.microsoft.com/office/drawing/2014/main" id="{E53B2F2A-AD2C-44F7-9DDD-CA536897E874}"/>
                </a:ext>
              </a:extLst>
            </p:cNvPr>
            <p:cNvSpPr/>
            <p:nvPr/>
          </p:nvSpPr>
          <p:spPr>
            <a:xfrm>
              <a:off x="3532427" y="1824740"/>
              <a:ext cx="4897198" cy="4791230"/>
            </a:xfrm>
            <a:prstGeom prst="ellipse">
              <a:avLst/>
            </a:prstGeom>
            <a:solidFill>
              <a:schemeClr val="tx1">
                <a:alpha val="24000"/>
              </a:schemeClr>
            </a:solidFill>
            <a:ln>
              <a:noFill/>
            </a:ln>
            <a:effectLst>
              <a:softEdge rad="889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Freeform: Shape 35">
              <a:extLst>
                <a:ext uri="{FF2B5EF4-FFF2-40B4-BE49-F238E27FC236}">
                  <a16:creationId xmlns:a16="http://schemas.microsoft.com/office/drawing/2014/main" id="{CF2869F8-0835-4481-BC3F-CDB9D0D96AF9}"/>
                </a:ext>
              </a:extLst>
            </p:cNvPr>
            <p:cNvSpPr/>
            <p:nvPr/>
          </p:nvSpPr>
          <p:spPr>
            <a:xfrm>
              <a:off x="4746957" y="2772626"/>
              <a:ext cx="2769385" cy="2769384"/>
            </a:xfrm>
            <a:custGeom>
              <a:avLst/>
              <a:gdLst>
                <a:gd name="connsiteX0" fmla="*/ 0 w 1635124"/>
                <a:gd name="connsiteY0" fmla="*/ 817562 h 1635124"/>
                <a:gd name="connsiteX1" fmla="*/ 817562 w 1635124"/>
                <a:gd name="connsiteY1" fmla="*/ 0 h 1635124"/>
                <a:gd name="connsiteX2" fmla="*/ 1635124 w 1635124"/>
                <a:gd name="connsiteY2" fmla="*/ 817562 h 1635124"/>
                <a:gd name="connsiteX3" fmla="*/ 817562 w 1635124"/>
                <a:gd name="connsiteY3" fmla="*/ 1635124 h 1635124"/>
                <a:gd name="connsiteX4" fmla="*/ 0 w 1635124"/>
                <a:gd name="connsiteY4" fmla="*/ 817562 h 1635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124" h="1635124">
                  <a:moveTo>
                    <a:pt x="0" y="817562"/>
                  </a:moveTo>
                  <a:cubicBezTo>
                    <a:pt x="0" y="366035"/>
                    <a:pt x="366035" y="0"/>
                    <a:pt x="817562" y="0"/>
                  </a:cubicBezTo>
                  <a:cubicBezTo>
                    <a:pt x="1269089" y="0"/>
                    <a:pt x="1635124" y="366035"/>
                    <a:pt x="1635124" y="817562"/>
                  </a:cubicBezTo>
                  <a:cubicBezTo>
                    <a:pt x="1635124" y="1269089"/>
                    <a:pt x="1269089" y="1635124"/>
                    <a:pt x="817562" y="1635124"/>
                  </a:cubicBezTo>
                  <a:cubicBezTo>
                    <a:pt x="366035" y="1635124"/>
                    <a:pt x="0" y="1269089"/>
                    <a:pt x="0" y="817562"/>
                  </a:cubicBezTo>
                  <a:close/>
                </a:path>
              </a:pathLst>
            </a:custGeom>
            <a:gradFill flip="none" rotWithShape="1">
              <a:gsLst>
                <a:gs pos="64000">
                  <a:schemeClr val="bg1">
                    <a:lumMod val="95000"/>
                  </a:schemeClr>
                </a:gs>
                <a:gs pos="100000">
                  <a:schemeClr val="bg1">
                    <a:lumMod val="8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5178" tIns="285178" rIns="285178" bIns="285178" numCol="1" spcCol="1270" anchor="ctr" anchorCtr="0">
              <a:noAutofit/>
            </a:bodyPr>
            <a:lstStyle/>
            <a:p>
              <a:pPr marL="0" lvl="0" indent="0" algn="ctr" defTabSz="1600200">
                <a:lnSpc>
                  <a:spcPct val="90000"/>
                </a:lnSpc>
                <a:spcBef>
                  <a:spcPct val="0"/>
                </a:spcBef>
                <a:spcAft>
                  <a:spcPct val="35000"/>
                </a:spcAft>
                <a:buNone/>
              </a:pPr>
              <a:endParaRPr lang="en-IN" sz="3600" kern="1200"/>
            </a:p>
          </p:txBody>
        </p:sp>
        <p:sp>
          <p:nvSpPr>
            <p:cNvPr id="35" name="Rectangle 34">
              <a:extLst>
                <a:ext uri="{FF2B5EF4-FFF2-40B4-BE49-F238E27FC236}">
                  <a16:creationId xmlns:a16="http://schemas.microsoft.com/office/drawing/2014/main" id="{FFDBA31B-7EBC-4BAB-AC4E-603E27790ADB}"/>
                </a:ext>
              </a:extLst>
            </p:cNvPr>
            <p:cNvSpPr/>
            <p:nvPr/>
          </p:nvSpPr>
          <p:spPr>
            <a:xfrm rot="2216373">
              <a:off x="5114222" y="3923069"/>
              <a:ext cx="1459024" cy="1266468"/>
            </a:xfrm>
            <a:prstGeom prst="rect">
              <a:avLst/>
            </a:prstGeom>
            <a:gradFill flip="none" rotWithShape="1">
              <a:gsLst>
                <a:gs pos="0">
                  <a:schemeClr val="tx1">
                    <a:lumMod val="85000"/>
                    <a:lumOff val="15000"/>
                  </a:schemeClr>
                </a:gs>
                <a:gs pos="100000">
                  <a:schemeClr val="bg1">
                    <a:lumMod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Freeform: Shape 60">
              <a:extLst>
                <a:ext uri="{FF2B5EF4-FFF2-40B4-BE49-F238E27FC236}">
                  <a16:creationId xmlns:a16="http://schemas.microsoft.com/office/drawing/2014/main" id="{3954D1D2-B394-41EE-B0C5-0EF4847FC4B7}"/>
                </a:ext>
              </a:extLst>
            </p:cNvPr>
            <p:cNvSpPr/>
            <p:nvPr/>
          </p:nvSpPr>
          <p:spPr>
            <a:xfrm>
              <a:off x="5400495" y="3414121"/>
              <a:ext cx="1495625" cy="1495624"/>
            </a:xfrm>
            <a:custGeom>
              <a:avLst/>
              <a:gdLst>
                <a:gd name="connsiteX0" fmla="*/ 0 w 1635124"/>
                <a:gd name="connsiteY0" fmla="*/ 817562 h 1635124"/>
                <a:gd name="connsiteX1" fmla="*/ 817562 w 1635124"/>
                <a:gd name="connsiteY1" fmla="*/ 0 h 1635124"/>
                <a:gd name="connsiteX2" fmla="*/ 1635124 w 1635124"/>
                <a:gd name="connsiteY2" fmla="*/ 817562 h 1635124"/>
                <a:gd name="connsiteX3" fmla="*/ 817562 w 1635124"/>
                <a:gd name="connsiteY3" fmla="*/ 1635124 h 1635124"/>
                <a:gd name="connsiteX4" fmla="*/ 0 w 1635124"/>
                <a:gd name="connsiteY4" fmla="*/ 817562 h 1635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124" h="1635124">
                  <a:moveTo>
                    <a:pt x="0" y="817562"/>
                  </a:moveTo>
                  <a:cubicBezTo>
                    <a:pt x="0" y="366035"/>
                    <a:pt x="366035" y="0"/>
                    <a:pt x="817562" y="0"/>
                  </a:cubicBezTo>
                  <a:cubicBezTo>
                    <a:pt x="1269089" y="0"/>
                    <a:pt x="1635124" y="366035"/>
                    <a:pt x="1635124" y="817562"/>
                  </a:cubicBezTo>
                  <a:cubicBezTo>
                    <a:pt x="1635124" y="1269089"/>
                    <a:pt x="1269089" y="1635124"/>
                    <a:pt x="817562" y="1635124"/>
                  </a:cubicBezTo>
                  <a:cubicBezTo>
                    <a:pt x="366035" y="1635124"/>
                    <a:pt x="0" y="1269089"/>
                    <a:pt x="0" y="817562"/>
                  </a:cubicBezTo>
                  <a:close/>
                </a:path>
              </a:pathLst>
            </a:custGeom>
            <a:gradFill flip="none" rotWithShape="1">
              <a:gsLst>
                <a:gs pos="64000">
                  <a:schemeClr val="bg1">
                    <a:lumMod val="95000"/>
                  </a:schemeClr>
                </a:gs>
                <a:gs pos="100000">
                  <a:schemeClr val="bg1">
                    <a:lumMod val="8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5178" tIns="285178" rIns="285178" bIns="285178" numCol="1" spcCol="1270" anchor="ctr" anchorCtr="0">
              <a:noAutofit/>
            </a:bodyPr>
            <a:lstStyle/>
            <a:p>
              <a:pPr marL="0" lvl="0" indent="0" algn="ctr" defTabSz="1600200">
                <a:lnSpc>
                  <a:spcPct val="90000"/>
                </a:lnSpc>
                <a:spcBef>
                  <a:spcPct val="0"/>
                </a:spcBef>
                <a:spcAft>
                  <a:spcPct val="35000"/>
                </a:spcAft>
                <a:buNone/>
              </a:pPr>
              <a:endParaRPr lang="en-IN" sz="3600" kern="1200"/>
            </a:p>
          </p:txBody>
        </p:sp>
        <p:sp>
          <p:nvSpPr>
            <p:cNvPr id="63" name="Freeform: Shape 62">
              <a:extLst>
                <a:ext uri="{FF2B5EF4-FFF2-40B4-BE49-F238E27FC236}">
                  <a16:creationId xmlns:a16="http://schemas.microsoft.com/office/drawing/2014/main" id="{FD369161-5113-43D7-BBC0-022B6BEF3673}"/>
                </a:ext>
              </a:extLst>
            </p:cNvPr>
            <p:cNvSpPr/>
            <p:nvPr/>
          </p:nvSpPr>
          <p:spPr>
            <a:xfrm>
              <a:off x="5643494" y="3657120"/>
              <a:ext cx="1009627" cy="1009626"/>
            </a:xfrm>
            <a:custGeom>
              <a:avLst/>
              <a:gdLst>
                <a:gd name="connsiteX0" fmla="*/ 0 w 1635124"/>
                <a:gd name="connsiteY0" fmla="*/ 817562 h 1635124"/>
                <a:gd name="connsiteX1" fmla="*/ 817562 w 1635124"/>
                <a:gd name="connsiteY1" fmla="*/ 0 h 1635124"/>
                <a:gd name="connsiteX2" fmla="*/ 1635124 w 1635124"/>
                <a:gd name="connsiteY2" fmla="*/ 817562 h 1635124"/>
                <a:gd name="connsiteX3" fmla="*/ 817562 w 1635124"/>
                <a:gd name="connsiteY3" fmla="*/ 1635124 h 1635124"/>
                <a:gd name="connsiteX4" fmla="*/ 0 w 1635124"/>
                <a:gd name="connsiteY4" fmla="*/ 817562 h 1635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124" h="1635124">
                  <a:moveTo>
                    <a:pt x="0" y="817562"/>
                  </a:moveTo>
                  <a:cubicBezTo>
                    <a:pt x="0" y="366035"/>
                    <a:pt x="366035" y="0"/>
                    <a:pt x="817562" y="0"/>
                  </a:cubicBezTo>
                  <a:cubicBezTo>
                    <a:pt x="1269089" y="0"/>
                    <a:pt x="1635124" y="366035"/>
                    <a:pt x="1635124" y="817562"/>
                  </a:cubicBezTo>
                  <a:cubicBezTo>
                    <a:pt x="1635124" y="1269089"/>
                    <a:pt x="1269089" y="1635124"/>
                    <a:pt x="817562" y="1635124"/>
                  </a:cubicBezTo>
                  <a:cubicBezTo>
                    <a:pt x="366035" y="1635124"/>
                    <a:pt x="0" y="1269089"/>
                    <a:pt x="0" y="817562"/>
                  </a:cubicBezTo>
                  <a:close/>
                </a:path>
              </a:pathLst>
            </a:custGeom>
            <a:gradFill flip="none" rotWithShape="1">
              <a:gsLst>
                <a:gs pos="64000">
                  <a:schemeClr val="bg1">
                    <a:lumMod val="95000"/>
                  </a:schemeClr>
                </a:gs>
                <a:gs pos="100000">
                  <a:schemeClr val="bg1">
                    <a:lumMod val="85000"/>
                  </a:schemeClr>
                </a:gs>
              </a:gsLst>
              <a:path path="circle">
                <a:fillToRect l="50000" t="50000" r="50000" b="50000"/>
              </a:path>
              <a:tileRect/>
            </a:gradFill>
            <a:ln>
              <a:noFill/>
            </a:ln>
            <a:effectLst>
              <a:innerShdw blurRad="266700">
                <a:prstClr val="black">
                  <a:alpha val="65000"/>
                </a:prstClr>
              </a:inn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5178" tIns="285178" rIns="285178" bIns="285178" numCol="1" spcCol="1270" anchor="ctr" anchorCtr="0">
              <a:noAutofit/>
            </a:bodyPr>
            <a:lstStyle/>
            <a:p>
              <a:pPr marL="0" lvl="0" indent="0" algn="ctr" defTabSz="1600200">
                <a:lnSpc>
                  <a:spcPct val="90000"/>
                </a:lnSpc>
                <a:spcBef>
                  <a:spcPct val="0"/>
                </a:spcBef>
                <a:spcAft>
                  <a:spcPct val="35000"/>
                </a:spcAft>
                <a:buNone/>
              </a:pPr>
              <a:endParaRPr lang="en-IN" sz="3600" kern="1200"/>
            </a:p>
          </p:txBody>
        </p:sp>
        <p:grpSp>
          <p:nvGrpSpPr>
            <p:cNvPr id="100" name="Group 99">
              <a:extLst>
                <a:ext uri="{FF2B5EF4-FFF2-40B4-BE49-F238E27FC236}">
                  <a16:creationId xmlns:a16="http://schemas.microsoft.com/office/drawing/2014/main" id="{3C7A6390-3F4C-4BC5-BC82-BA04017D220F}"/>
                </a:ext>
              </a:extLst>
            </p:cNvPr>
            <p:cNvGrpSpPr/>
            <p:nvPr/>
          </p:nvGrpSpPr>
          <p:grpSpPr>
            <a:xfrm>
              <a:off x="6386345" y="4829163"/>
              <a:ext cx="1470526" cy="1216280"/>
              <a:chOff x="6386345" y="4829163"/>
              <a:chExt cx="1470526" cy="1216280"/>
            </a:xfrm>
          </p:grpSpPr>
          <p:sp>
            <p:nvSpPr>
              <p:cNvPr id="9" name="Freeform: Shape 8">
                <a:extLst>
                  <a:ext uri="{FF2B5EF4-FFF2-40B4-BE49-F238E27FC236}">
                    <a16:creationId xmlns:a16="http://schemas.microsoft.com/office/drawing/2014/main" id="{A36C5887-1EE9-4DF9-BB62-5B4695E868B8}"/>
                  </a:ext>
                </a:extLst>
              </p:cNvPr>
              <p:cNvSpPr/>
              <p:nvPr/>
            </p:nvSpPr>
            <p:spPr>
              <a:xfrm>
                <a:off x="6386345" y="4829163"/>
                <a:ext cx="1216280" cy="1216280"/>
              </a:xfrm>
              <a:custGeom>
                <a:avLst/>
                <a:gdLst>
                  <a:gd name="connsiteX0" fmla="*/ 0 w 1635124"/>
                  <a:gd name="connsiteY0" fmla="*/ 817562 h 1635124"/>
                  <a:gd name="connsiteX1" fmla="*/ 817562 w 1635124"/>
                  <a:gd name="connsiteY1" fmla="*/ 0 h 1635124"/>
                  <a:gd name="connsiteX2" fmla="*/ 1635124 w 1635124"/>
                  <a:gd name="connsiteY2" fmla="*/ 817562 h 1635124"/>
                  <a:gd name="connsiteX3" fmla="*/ 817562 w 1635124"/>
                  <a:gd name="connsiteY3" fmla="*/ 1635124 h 1635124"/>
                  <a:gd name="connsiteX4" fmla="*/ 0 w 1635124"/>
                  <a:gd name="connsiteY4" fmla="*/ 817562 h 1635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124" h="1635124">
                    <a:moveTo>
                      <a:pt x="0" y="817562"/>
                    </a:moveTo>
                    <a:cubicBezTo>
                      <a:pt x="0" y="366035"/>
                      <a:pt x="366035" y="0"/>
                      <a:pt x="817562" y="0"/>
                    </a:cubicBezTo>
                    <a:cubicBezTo>
                      <a:pt x="1269089" y="0"/>
                      <a:pt x="1635124" y="366035"/>
                      <a:pt x="1635124" y="817562"/>
                    </a:cubicBezTo>
                    <a:cubicBezTo>
                      <a:pt x="1635124" y="1269089"/>
                      <a:pt x="1269089" y="1635124"/>
                      <a:pt x="817562" y="1635124"/>
                    </a:cubicBezTo>
                    <a:cubicBezTo>
                      <a:pt x="366035" y="1635124"/>
                      <a:pt x="0" y="1269089"/>
                      <a:pt x="0" y="817562"/>
                    </a:cubicBezTo>
                    <a:close/>
                  </a:path>
                </a:pathLst>
              </a:custGeom>
              <a:gradFill flip="none" rotWithShape="1">
                <a:gsLst>
                  <a:gs pos="0">
                    <a:schemeClr val="bg1">
                      <a:lumMod val="85000"/>
                    </a:schemeClr>
                  </a:gs>
                  <a:gs pos="100000">
                    <a:schemeClr val="bg1">
                      <a:lumMod val="9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5178" tIns="285178" rIns="285178" bIns="285178" numCol="1" spcCol="1270" anchor="ctr" anchorCtr="0">
                <a:noAutofit/>
              </a:bodyPr>
              <a:lstStyle/>
              <a:p>
                <a:pPr marL="0" lvl="0" indent="0" algn="ctr" defTabSz="1600200">
                  <a:lnSpc>
                    <a:spcPct val="90000"/>
                  </a:lnSpc>
                  <a:spcBef>
                    <a:spcPct val="0"/>
                  </a:spcBef>
                  <a:spcAft>
                    <a:spcPct val="35000"/>
                  </a:spcAft>
                  <a:buNone/>
                </a:pPr>
                <a:endParaRPr lang="en-IN" sz="3600" kern="1200"/>
              </a:p>
            </p:txBody>
          </p:sp>
          <p:sp>
            <p:nvSpPr>
              <p:cNvPr id="49" name="Freeform: Shape 48">
                <a:extLst>
                  <a:ext uri="{FF2B5EF4-FFF2-40B4-BE49-F238E27FC236}">
                    <a16:creationId xmlns:a16="http://schemas.microsoft.com/office/drawing/2014/main" id="{B9B92A89-77F0-4455-8DB4-91766DD7B0D6}"/>
                  </a:ext>
                </a:extLst>
              </p:cNvPr>
              <p:cNvSpPr/>
              <p:nvPr/>
            </p:nvSpPr>
            <p:spPr>
              <a:xfrm rot="13514312">
                <a:off x="7091474" y="5184515"/>
                <a:ext cx="389914" cy="1134233"/>
              </a:xfrm>
              <a:custGeom>
                <a:avLst/>
                <a:gdLst>
                  <a:gd name="connsiteX0" fmla="*/ 524186 w 524186"/>
                  <a:gd name="connsiteY0" fmla="*/ 0 h 1524823"/>
                  <a:gd name="connsiteX1" fmla="*/ 524186 w 524186"/>
                  <a:gd name="connsiteY1" fmla="*/ 1524823 h 1524823"/>
                  <a:gd name="connsiteX2" fmla="*/ 499330 w 524186"/>
                  <a:gd name="connsiteY2" fmla="*/ 1515725 h 1524823"/>
                  <a:gd name="connsiteX3" fmla="*/ 0 w 524186"/>
                  <a:gd name="connsiteY3" fmla="*/ 762411 h 1524823"/>
                  <a:gd name="connsiteX4" fmla="*/ 499330 w 524186"/>
                  <a:gd name="connsiteY4" fmla="*/ 9097 h 1524823"/>
                  <a:gd name="connsiteX5" fmla="*/ 524186 w 524186"/>
                  <a:gd name="connsiteY5" fmla="*/ 0 h 1524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186" h="1524823">
                    <a:moveTo>
                      <a:pt x="524186" y="0"/>
                    </a:moveTo>
                    <a:lnTo>
                      <a:pt x="524186" y="1524823"/>
                    </a:lnTo>
                    <a:lnTo>
                      <a:pt x="499330" y="1515725"/>
                    </a:lnTo>
                    <a:cubicBezTo>
                      <a:pt x="205895" y="1391612"/>
                      <a:pt x="0" y="1101056"/>
                      <a:pt x="0" y="762411"/>
                    </a:cubicBezTo>
                    <a:cubicBezTo>
                      <a:pt x="0" y="423766"/>
                      <a:pt x="205895" y="133210"/>
                      <a:pt x="499330" y="9097"/>
                    </a:cubicBezTo>
                    <a:lnTo>
                      <a:pt x="524186" y="0"/>
                    </a:lnTo>
                    <a:close/>
                  </a:path>
                </a:pathLst>
              </a:custGeom>
              <a:gradFill>
                <a:gsLst>
                  <a:gs pos="0">
                    <a:schemeClr val="accent6">
                      <a:lumMod val="50000"/>
                    </a:schemeClr>
                  </a:gs>
                  <a:gs pos="100000">
                    <a:schemeClr val="accent6">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Teardrop 54">
                <a:extLst>
                  <a:ext uri="{FF2B5EF4-FFF2-40B4-BE49-F238E27FC236}">
                    <a16:creationId xmlns:a16="http://schemas.microsoft.com/office/drawing/2014/main" id="{0F41F5EE-566F-4342-9E18-96FE3183FF31}"/>
                  </a:ext>
                </a:extLst>
              </p:cNvPr>
              <p:cNvSpPr/>
              <p:nvPr/>
            </p:nvSpPr>
            <p:spPr>
              <a:xfrm rot="20867395" flipV="1">
                <a:off x="7175814" y="5144338"/>
                <a:ext cx="681057" cy="695360"/>
              </a:xfrm>
              <a:custGeom>
                <a:avLst/>
                <a:gdLst>
                  <a:gd name="connsiteX0" fmla="*/ 0 w 850495"/>
                  <a:gd name="connsiteY0" fmla="*/ 425248 h 850495"/>
                  <a:gd name="connsiteX1" fmla="*/ 425248 w 850495"/>
                  <a:gd name="connsiteY1" fmla="*/ 0 h 850495"/>
                  <a:gd name="connsiteX2" fmla="*/ 875653 w 850495"/>
                  <a:gd name="connsiteY2" fmla="*/ -25158 h 850495"/>
                  <a:gd name="connsiteX3" fmla="*/ 850495 w 850495"/>
                  <a:gd name="connsiteY3" fmla="*/ 425248 h 850495"/>
                  <a:gd name="connsiteX4" fmla="*/ 425247 w 850495"/>
                  <a:gd name="connsiteY4" fmla="*/ 850496 h 850495"/>
                  <a:gd name="connsiteX5" fmla="*/ -1 w 850495"/>
                  <a:gd name="connsiteY5" fmla="*/ 425248 h 850495"/>
                  <a:gd name="connsiteX6" fmla="*/ 0 w 850495"/>
                  <a:gd name="connsiteY6" fmla="*/ 425248 h 850495"/>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965506"/>
                  <a:gd name="connsiteY0" fmla="*/ 560536 h 985784"/>
                  <a:gd name="connsiteX1" fmla="*/ 425249 w 965506"/>
                  <a:gd name="connsiteY1" fmla="*/ 135288 h 985784"/>
                  <a:gd name="connsiteX2" fmla="*/ 965507 w 965506"/>
                  <a:gd name="connsiteY2" fmla="*/ 0 h 985784"/>
                  <a:gd name="connsiteX3" fmla="*/ 850496 w 965506"/>
                  <a:gd name="connsiteY3" fmla="*/ 560536 h 985784"/>
                  <a:gd name="connsiteX4" fmla="*/ 425248 w 965506"/>
                  <a:gd name="connsiteY4" fmla="*/ 985784 h 985784"/>
                  <a:gd name="connsiteX5" fmla="*/ 0 w 965506"/>
                  <a:gd name="connsiteY5" fmla="*/ 560536 h 985784"/>
                  <a:gd name="connsiteX6" fmla="*/ 1 w 965506"/>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5507" h="985784">
                    <a:moveTo>
                      <a:pt x="1" y="560536"/>
                    </a:moveTo>
                    <a:cubicBezTo>
                      <a:pt x="38201" y="289514"/>
                      <a:pt x="246839" y="188131"/>
                      <a:pt x="425249" y="135288"/>
                    </a:cubicBezTo>
                    <a:cubicBezTo>
                      <a:pt x="659446" y="65921"/>
                      <a:pt x="768581" y="74729"/>
                      <a:pt x="965507" y="0"/>
                    </a:cubicBezTo>
                    <a:cubicBezTo>
                      <a:pt x="932618" y="170848"/>
                      <a:pt x="893606" y="357771"/>
                      <a:pt x="850496" y="560536"/>
                    </a:cubicBezTo>
                    <a:cubicBezTo>
                      <a:pt x="805110" y="774004"/>
                      <a:pt x="660106" y="985784"/>
                      <a:pt x="425248" y="985784"/>
                    </a:cubicBezTo>
                    <a:cubicBezTo>
                      <a:pt x="190390" y="985784"/>
                      <a:pt x="0" y="795394"/>
                      <a:pt x="0" y="560536"/>
                    </a:cubicBezTo>
                    <a:lnTo>
                      <a:pt x="1" y="560536"/>
                    </a:lnTo>
                    <a:close/>
                  </a:path>
                </a:pathLst>
              </a:custGeom>
              <a:gradFill>
                <a:gsLst>
                  <a:gs pos="0">
                    <a:schemeClr val="accent6">
                      <a:lumMod val="50000"/>
                    </a:schemeClr>
                  </a:gs>
                  <a:gs pos="100000">
                    <a:schemeClr val="accent6">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TextBox 66">
                <a:extLst>
                  <a:ext uri="{FF2B5EF4-FFF2-40B4-BE49-F238E27FC236}">
                    <a16:creationId xmlns:a16="http://schemas.microsoft.com/office/drawing/2014/main" id="{C150A059-50E0-4135-9CB6-3833080EAEE3}"/>
                  </a:ext>
                </a:extLst>
              </p:cNvPr>
              <p:cNvSpPr txBox="1"/>
              <p:nvPr/>
            </p:nvSpPr>
            <p:spPr>
              <a:xfrm>
                <a:off x="7242593" y="5291963"/>
                <a:ext cx="547498"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rPr>
                  <a:t>04</a:t>
                </a:r>
                <a:endParaRPr lang="en-IN" sz="20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endParaRPr>
              </a:p>
            </p:txBody>
          </p:sp>
          <p:pic>
            <p:nvPicPr>
              <p:cNvPr id="70" name="Graphic 69" descr="Open book">
                <a:extLst>
                  <a:ext uri="{FF2B5EF4-FFF2-40B4-BE49-F238E27FC236}">
                    <a16:creationId xmlns:a16="http://schemas.microsoft.com/office/drawing/2014/main" id="{C36F46EB-8698-413C-B04F-F9E6F1F4543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39358" y="5107771"/>
                <a:ext cx="405362" cy="405362"/>
              </a:xfrm>
              <a:prstGeom prst="rect">
                <a:avLst/>
              </a:prstGeom>
            </p:spPr>
          </p:pic>
        </p:grpSp>
        <p:grpSp>
          <p:nvGrpSpPr>
            <p:cNvPr id="99" name="Group 98">
              <a:extLst>
                <a:ext uri="{FF2B5EF4-FFF2-40B4-BE49-F238E27FC236}">
                  <a16:creationId xmlns:a16="http://schemas.microsoft.com/office/drawing/2014/main" id="{99937081-2B7E-4256-A2CE-C921F9C74770}"/>
                </a:ext>
              </a:extLst>
            </p:cNvPr>
            <p:cNvGrpSpPr/>
            <p:nvPr/>
          </p:nvGrpSpPr>
          <p:grpSpPr>
            <a:xfrm>
              <a:off x="4557971" y="4829163"/>
              <a:ext cx="1216280" cy="1429857"/>
              <a:chOff x="4557971" y="4829163"/>
              <a:chExt cx="1216280" cy="1429857"/>
            </a:xfrm>
          </p:grpSpPr>
          <p:sp>
            <p:nvSpPr>
              <p:cNvPr id="12" name="Freeform: Shape 11">
                <a:extLst>
                  <a:ext uri="{FF2B5EF4-FFF2-40B4-BE49-F238E27FC236}">
                    <a16:creationId xmlns:a16="http://schemas.microsoft.com/office/drawing/2014/main" id="{ED92CC5A-A20E-4DC2-AD5F-58E4FBC0CCC2}"/>
                  </a:ext>
                </a:extLst>
              </p:cNvPr>
              <p:cNvSpPr/>
              <p:nvPr/>
            </p:nvSpPr>
            <p:spPr>
              <a:xfrm>
                <a:off x="4557971" y="4829163"/>
                <a:ext cx="1216280" cy="1216280"/>
              </a:xfrm>
              <a:custGeom>
                <a:avLst/>
                <a:gdLst>
                  <a:gd name="connsiteX0" fmla="*/ 0 w 1635124"/>
                  <a:gd name="connsiteY0" fmla="*/ 817562 h 1635124"/>
                  <a:gd name="connsiteX1" fmla="*/ 817562 w 1635124"/>
                  <a:gd name="connsiteY1" fmla="*/ 0 h 1635124"/>
                  <a:gd name="connsiteX2" fmla="*/ 1635124 w 1635124"/>
                  <a:gd name="connsiteY2" fmla="*/ 817562 h 1635124"/>
                  <a:gd name="connsiteX3" fmla="*/ 817562 w 1635124"/>
                  <a:gd name="connsiteY3" fmla="*/ 1635124 h 1635124"/>
                  <a:gd name="connsiteX4" fmla="*/ 0 w 1635124"/>
                  <a:gd name="connsiteY4" fmla="*/ 817562 h 1635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124" h="1635124">
                    <a:moveTo>
                      <a:pt x="0" y="817562"/>
                    </a:moveTo>
                    <a:cubicBezTo>
                      <a:pt x="0" y="366035"/>
                      <a:pt x="366035" y="0"/>
                      <a:pt x="817562" y="0"/>
                    </a:cubicBezTo>
                    <a:cubicBezTo>
                      <a:pt x="1269089" y="0"/>
                      <a:pt x="1635124" y="366035"/>
                      <a:pt x="1635124" y="817562"/>
                    </a:cubicBezTo>
                    <a:cubicBezTo>
                      <a:pt x="1635124" y="1269089"/>
                      <a:pt x="1269089" y="1635124"/>
                      <a:pt x="817562" y="1635124"/>
                    </a:cubicBezTo>
                    <a:cubicBezTo>
                      <a:pt x="366035" y="1635124"/>
                      <a:pt x="0" y="1269089"/>
                      <a:pt x="0" y="817562"/>
                    </a:cubicBezTo>
                    <a:close/>
                  </a:path>
                </a:pathLst>
              </a:custGeom>
              <a:gradFill flip="none" rotWithShape="1">
                <a:gsLst>
                  <a:gs pos="0">
                    <a:schemeClr val="bg1">
                      <a:lumMod val="85000"/>
                    </a:schemeClr>
                  </a:gs>
                  <a:gs pos="100000">
                    <a:schemeClr val="bg1">
                      <a:lumMod val="9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5178" tIns="285178" rIns="285178" bIns="285178" numCol="1" spcCol="1270" anchor="ctr" anchorCtr="0">
                <a:noAutofit/>
              </a:bodyPr>
              <a:lstStyle/>
              <a:p>
                <a:pPr marL="0" lvl="0" indent="0" algn="ctr" defTabSz="1600200">
                  <a:lnSpc>
                    <a:spcPct val="90000"/>
                  </a:lnSpc>
                  <a:spcBef>
                    <a:spcPct val="0"/>
                  </a:spcBef>
                  <a:spcAft>
                    <a:spcPct val="35000"/>
                  </a:spcAft>
                  <a:buNone/>
                </a:pPr>
                <a:endParaRPr lang="en-IN" sz="3600" kern="1200"/>
              </a:p>
            </p:txBody>
          </p:sp>
          <p:sp>
            <p:nvSpPr>
              <p:cNvPr id="48" name="Freeform: Shape 47">
                <a:extLst>
                  <a:ext uri="{FF2B5EF4-FFF2-40B4-BE49-F238E27FC236}">
                    <a16:creationId xmlns:a16="http://schemas.microsoft.com/office/drawing/2014/main" id="{3BF4E272-BB47-49C9-977F-3598DA7E9848}"/>
                  </a:ext>
                </a:extLst>
              </p:cNvPr>
              <p:cNvSpPr/>
              <p:nvPr/>
            </p:nvSpPr>
            <p:spPr>
              <a:xfrm rot="20194828">
                <a:off x="4588868" y="5032213"/>
                <a:ext cx="389914" cy="1134233"/>
              </a:xfrm>
              <a:custGeom>
                <a:avLst/>
                <a:gdLst>
                  <a:gd name="connsiteX0" fmla="*/ 524186 w 524186"/>
                  <a:gd name="connsiteY0" fmla="*/ 0 h 1524823"/>
                  <a:gd name="connsiteX1" fmla="*/ 524186 w 524186"/>
                  <a:gd name="connsiteY1" fmla="*/ 1524823 h 1524823"/>
                  <a:gd name="connsiteX2" fmla="*/ 499330 w 524186"/>
                  <a:gd name="connsiteY2" fmla="*/ 1515725 h 1524823"/>
                  <a:gd name="connsiteX3" fmla="*/ 0 w 524186"/>
                  <a:gd name="connsiteY3" fmla="*/ 762411 h 1524823"/>
                  <a:gd name="connsiteX4" fmla="*/ 499330 w 524186"/>
                  <a:gd name="connsiteY4" fmla="*/ 9097 h 1524823"/>
                  <a:gd name="connsiteX5" fmla="*/ 524186 w 524186"/>
                  <a:gd name="connsiteY5" fmla="*/ 0 h 1524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186" h="1524823">
                    <a:moveTo>
                      <a:pt x="524186" y="0"/>
                    </a:moveTo>
                    <a:lnTo>
                      <a:pt x="524186" y="1524823"/>
                    </a:lnTo>
                    <a:lnTo>
                      <a:pt x="499330" y="1515725"/>
                    </a:lnTo>
                    <a:cubicBezTo>
                      <a:pt x="205895" y="1391612"/>
                      <a:pt x="0" y="1101056"/>
                      <a:pt x="0" y="762411"/>
                    </a:cubicBezTo>
                    <a:cubicBezTo>
                      <a:pt x="0" y="423766"/>
                      <a:pt x="205895" y="133210"/>
                      <a:pt x="499330" y="9097"/>
                    </a:cubicBezTo>
                    <a:lnTo>
                      <a:pt x="524186" y="0"/>
                    </a:lnTo>
                    <a:close/>
                  </a:path>
                </a:pathLst>
              </a:custGeom>
              <a:gradFill>
                <a:gsLst>
                  <a:gs pos="0">
                    <a:schemeClr val="accent3">
                      <a:lumMod val="50000"/>
                    </a:schemeClr>
                  </a:gs>
                  <a:gs pos="100000">
                    <a:schemeClr val="accent3">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Teardrop 54">
                <a:extLst>
                  <a:ext uri="{FF2B5EF4-FFF2-40B4-BE49-F238E27FC236}">
                    <a16:creationId xmlns:a16="http://schemas.microsoft.com/office/drawing/2014/main" id="{AE5AF16C-2C57-42E3-B066-B828936DC94D}"/>
                  </a:ext>
                </a:extLst>
              </p:cNvPr>
              <p:cNvSpPr/>
              <p:nvPr/>
            </p:nvSpPr>
            <p:spPr>
              <a:xfrm rot="6055459" flipV="1">
                <a:off x="4577821" y="5570812"/>
                <a:ext cx="681057" cy="695360"/>
              </a:xfrm>
              <a:custGeom>
                <a:avLst/>
                <a:gdLst>
                  <a:gd name="connsiteX0" fmla="*/ 0 w 850495"/>
                  <a:gd name="connsiteY0" fmla="*/ 425248 h 850495"/>
                  <a:gd name="connsiteX1" fmla="*/ 425248 w 850495"/>
                  <a:gd name="connsiteY1" fmla="*/ 0 h 850495"/>
                  <a:gd name="connsiteX2" fmla="*/ 875653 w 850495"/>
                  <a:gd name="connsiteY2" fmla="*/ -25158 h 850495"/>
                  <a:gd name="connsiteX3" fmla="*/ 850495 w 850495"/>
                  <a:gd name="connsiteY3" fmla="*/ 425248 h 850495"/>
                  <a:gd name="connsiteX4" fmla="*/ 425247 w 850495"/>
                  <a:gd name="connsiteY4" fmla="*/ 850496 h 850495"/>
                  <a:gd name="connsiteX5" fmla="*/ -1 w 850495"/>
                  <a:gd name="connsiteY5" fmla="*/ 425248 h 850495"/>
                  <a:gd name="connsiteX6" fmla="*/ 0 w 850495"/>
                  <a:gd name="connsiteY6" fmla="*/ 425248 h 850495"/>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965506"/>
                  <a:gd name="connsiteY0" fmla="*/ 560536 h 985784"/>
                  <a:gd name="connsiteX1" fmla="*/ 425249 w 965506"/>
                  <a:gd name="connsiteY1" fmla="*/ 135288 h 985784"/>
                  <a:gd name="connsiteX2" fmla="*/ 965507 w 965506"/>
                  <a:gd name="connsiteY2" fmla="*/ 0 h 985784"/>
                  <a:gd name="connsiteX3" fmla="*/ 850496 w 965506"/>
                  <a:gd name="connsiteY3" fmla="*/ 560536 h 985784"/>
                  <a:gd name="connsiteX4" fmla="*/ 425248 w 965506"/>
                  <a:gd name="connsiteY4" fmla="*/ 985784 h 985784"/>
                  <a:gd name="connsiteX5" fmla="*/ 0 w 965506"/>
                  <a:gd name="connsiteY5" fmla="*/ 560536 h 985784"/>
                  <a:gd name="connsiteX6" fmla="*/ 1 w 965506"/>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5507" h="985784">
                    <a:moveTo>
                      <a:pt x="1" y="560536"/>
                    </a:moveTo>
                    <a:cubicBezTo>
                      <a:pt x="38201" y="289514"/>
                      <a:pt x="246839" y="188131"/>
                      <a:pt x="425249" y="135288"/>
                    </a:cubicBezTo>
                    <a:cubicBezTo>
                      <a:pt x="659446" y="65921"/>
                      <a:pt x="768581" y="74729"/>
                      <a:pt x="965507" y="0"/>
                    </a:cubicBezTo>
                    <a:cubicBezTo>
                      <a:pt x="932618" y="170848"/>
                      <a:pt x="893606" y="357771"/>
                      <a:pt x="850496" y="560536"/>
                    </a:cubicBezTo>
                    <a:cubicBezTo>
                      <a:pt x="805110" y="774004"/>
                      <a:pt x="660106" y="985784"/>
                      <a:pt x="425248" y="985784"/>
                    </a:cubicBezTo>
                    <a:cubicBezTo>
                      <a:pt x="190390" y="985784"/>
                      <a:pt x="0" y="795394"/>
                      <a:pt x="0" y="560536"/>
                    </a:cubicBezTo>
                    <a:lnTo>
                      <a:pt x="1" y="560536"/>
                    </a:lnTo>
                    <a:close/>
                  </a:path>
                </a:pathLst>
              </a:custGeom>
              <a:gradFill>
                <a:gsLst>
                  <a:gs pos="0">
                    <a:schemeClr val="accent3">
                      <a:lumMod val="50000"/>
                    </a:schemeClr>
                  </a:gs>
                  <a:gs pos="100000">
                    <a:schemeClr val="accent3">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68" name="TextBox 67">
                <a:extLst>
                  <a:ext uri="{FF2B5EF4-FFF2-40B4-BE49-F238E27FC236}">
                    <a16:creationId xmlns:a16="http://schemas.microsoft.com/office/drawing/2014/main" id="{EC681C2E-6B04-4BDA-9A7E-E6F2DE991F88}"/>
                  </a:ext>
                </a:extLst>
              </p:cNvPr>
              <p:cNvSpPr txBox="1"/>
              <p:nvPr/>
            </p:nvSpPr>
            <p:spPr>
              <a:xfrm>
                <a:off x="4644600" y="5718437"/>
                <a:ext cx="547498"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rPr>
                  <a:t>05</a:t>
                </a:r>
                <a:endParaRPr lang="en-IN" sz="20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endParaRPr>
              </a:p>
            </p:txBody>
          </p:sp>
          <p:pic>
            <p:nvPicPr>
              <p:cNvPr id="72" name="Graphic 71" descr="Books">
                <a:extLst>
                  <a:ext uri="{FF2B5EF4-FFF2-40B4-BE49-F238E27FC236}">
                    <a16:creationId xmlns:a16="http://schemas.microsoft.com/office/drawing/2014/main" id="{2040E95F-861D-4070-A1B0-47DF83A3F0F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078501" y="5156246"/>
                <a:ext cx="405362" cy="405362"/>
              </a:xfrm>
              <a:prstGeom prst="rect">
                <a:avLst/>
              </a:prstGeom>
            </p:spPr>
          </p:pic>
        </p:grpSp>
        <p:grpSp>
          <p:nvGrpSpPr>
            <p:cNvPr id="98" name="Group 97">
              <a:extLst>
                <a:ext uri="{FF2B5EF4-FFF2-40B4-BE49-F238E27FC236}">
                  <a16:creationId xmlns:a16="http://schemas.microsoft.com/office/drawing/2014/main" id="{28300FD4-9C11-4969-8FBC-2F209CAAD47B}"/>
                </a:ext>
              </a:extLst>
            </p:cNvPr>
            <p:cNvGrpSpPr/>
            <p:nvPr/>
          </p:nvGrpSpPr>
          <p:grpSpPr>
            <a:xfrm>
              <a:off x="3706264" y="3077948"/>
              <a:ext cx="1502989" cy="1216280"/>
              <a:chOff x="3706264" y="3090277"/>
              <a:chExt cx="1502989" cy="1216280"/>
            </a:xfrm>
          </p:grpSpPr>
          <p:sp>
            <p:nvSpPr>
              <p:cNvPr id="14" name="Freeform: Shape 13">
                <a:extLst>
                  <a:ext uri="{FF2B5EF4-FFF2-40B4-BE49-F238E27FC236}">
                    <a16:creationId xmlns:a16="http://schemas.microsoft.com/office/drawing/2014/main" id="{E3824AEC-8DF3-412D-B87A-E69E5581D876}"/>
                  </a:ext>
                </a:extLst>
              </p:cNvPr>
              <p:cNvSpPr/>
              <p:nvPr/>
            </p:nvSpPr>
            <p:spPr>
              <a:xfrm>
                <a:off x="3992973" y="3090277"/>
                <a:ext cx="1216280" cy="1216280"/>
              </a:xfrm>
              <a:custGeom>
                <a:avLst/>
                <a:gdLst>
                  <a:gd name="connsiteX0" fmla="*/ 0 w 1635124"/>
                  <a:gd name="connsiteY0" fmla="*/ 817562 h 1635124"/>
                  <a:gd name="connsiteX1" fmla="*/ 817562 w 1635124"/>
                  <a:gd name="connsiteY1" fmla="*/ 0 h 1635124"/>
                  <a:gd name="connsiteX2" fmla="*/ 1635124 w 1635124"/>
                  <a:gd name="connsiteY2" fmla="*/ 817562 h 1635124"/>
                  <a:gd name="connsiteX3" fmla="*/ 817562 w 1635124"/>
                  <a:gd name="connsiteY3" fmla="*/ 1635124 h 1635124"/>
                  <a:gd name="connsiteX4" fmla="*/ 0 w 1635124"/>
                  <a:gd name="connsiteY4" fmla="*/ 817562 h 1635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124" h="1635124">
                    <a:moveTo>
                      <a:pt x="0" y="817562"/>
                    </a:moveTo>
                    <a:cubicBezTo>
                      <a:pt x="0" y="366035"/>
                      <a:pt x="366035" y="0"/>
                      <a:pt x="817562" y="0"/>
                    </a:cubicBezTo>
                    <a:cubicBezTo>
                      <a:pt x="1269089" y="0"/>
                      <a:pt x="1635124" y="366035"/>
                      <a:pt x="1635124" y="817562"/>
                    </a:cubicBezTo>
                    <a:cubicBezTo>
                      <a:pt x="1635124" y="1269089"/>
                      <a:pt x="1269089" y="1635124"/>
                      <a:pt x="817562" y="1635124"/>
                    </a:cubicBezTo>
                    <a:cubicBezTo>
                      <a:pt x="366035" y="1635124"/>
                      <a:pt x="0" y="1269089"/>
                      <a:pt x="0" y="817562"/>
                    </a:cubicBezTo>
                    <a:close/>
                  </a:path>
                </a:pathLst>
              </a:custGeom>
              <a:gradFill flip="none" rotWithShape="1">
                <a:gsLst>
                  <a:gs pos="0">
                    <a:schemeClr val="bg1">
                      <a:lumMod val="85000"/>
                    </a:schemeClr>
                  </a:gs>
                  <a:gs pos="100000">
                    <a:schemeClr val="bg1">
                      <a:lumMod val="9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5178" tIns="285178" rIns="285178" bIns="285178" numCol="1" spcCol="1270" anchor="ctr" anchorCtr="0">
                <a:noAutofit/>
              </a:bodyPr>
              <a:lstStyle/>
              <a:p>
                <a:pPr marL="0" lvl="0" indent="0" algn="ctr" defTabSz="1600200">
                  <a:lnSpc>
                    <a:spcPct val="90000"/>
                  </a:lnSpc>
                  <a:spcBef>
                    <a:spcPct val="0"/>
                  </a:spcBef>
                  <a:spcAft>
                    <a:spcPct val="35000"/>
                  </a:spcAft>
                  <a:buNone/>
                </a:pPr>
                <a:endParaRPr lang="en-IN" sz="3600" kern="1200"/>
              </a:p>
            </p:txBody>
          </p:sp>
          <p:sp>
            <p:nvSpPr>
              <p:cNvPr id="47" name="Freeform: Shape 46">
                <a:extLst>
                  <a:ext uri="{FF2B5EF4-FFF2-40B4-BE49-F238E27FC236}">
                    <a16:creationId xmlns:a16="http://schemas.microsoft.com/office/drawing/2014/main" id="{FC27B1D1-1756-4493-95FA-EC546D1BD0DC}"/>
                  </a:ext>
                </a:extLst>
              </p:cNvPr>
              <p:cNvSpPr/>
              <p:nvPr/>
            </p:nvSpPr>
            <p:spPr>
              <a:xfrm rot="3099605">
                <a:off x="4123974" y="2775698"/>
                <a:ext cx="389914" cy="1134233"/>
              </a:xfrm>
              <a:custGeom>
                <a:avLst/>
                <a:gdLst>
                  <a:gd name="connsiteX0" fmla="*/ 524186 w 524186"/>
                  <a:gd name="connsiteY0" fmla="*/ 0 h 1524823"/>
                  <a:gd name="connsiteX1" fmla="*/ 524186 w 524186"/>
                  <a:gd name="connsiteY1" fmla="*/ 1524823 h 1524823"/>
                  <a:gd name="connsiteX2" fmla="*/ 499330 w 524186"/>
                  <a:gd name="connsiteY2" fmla="*/ 1515725 h 1524823"/>
                  <a:gd name="connsiteX3" fmla="*/ 0 w 524186"/>
                  <a:gd name="connsiteY3" fmla="*/ 762411 h 1524823"/>
                  <a:gd name="connsiteX4" fmla="*/ 499330 w 524186"/>
                  <a:gd name="connsiteY4" fmla="*/ 9097 h 1524823"/>
                  <a:gd name="connsiteX5" fmla="*/ 524186 w 524186"/>
                  <a:gd name="connsiteY5" fmla="*/ 0 h 1524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186" h="1524823">
                    <a:moveTo>
                      <a:pt x="524186" y="0"/>
                    </a:moveTo>
                    <a:lnTo>
                      <a:pt x="524186" y="1524823"/>
                    </a:lnTo>
                    <a:lnTo>
                      <a:pt x="499330" y="1515725"/>
                    </a:lnTo>
                    <a:cubicBezTo>
                      <a:pt x="205895" y="1391612"/>
                      <a:pt x="0" y="1101056"/>
                      <a:pt x="0" y="762411"/>
                    </a:cubicBezTo>
                    <a:cubicBezTo>
                      <a:pt x="0" y="423766"/>
                      <a:pt x="205895" y="133210"/>
                      <a:pt x="499330" y="9097"/>
                    </a:cubicBezTo>
                    <a:lnTo>
                      <a:pt x="524186" y="0"/>
                    </a:lnTo>
                    <a:close/>
                  </a:path>
                </a:pathLst>
              </a:custGeom>
              <a:gradFill>
                <a:gsLst>
                  <a:gs pos="0">
                    <a:schemeClr val="accent6">
                      <a:lumMod val="50000"/>
                    </a:schemeClr>
                  </a:gs>
                  <a:gs pos="100000">
                    <a:schemeClr val="accent6">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Teardrop 54">
                <a:extLst>
                  <a:ext uri="{FF2B5EF4-FFF2-40B4-BE49-F238E27FC236}">
                    <a16:creationId xmlns:a16="http://schemas.microsoft.com/office/drawing/2014/main" id="{2450635A-8565-4B54-B4C8-99BD9DD791D4}"/>
                  </a:ext>
                </a:extLst>
              </p:cNvPr>
              <p:cNvSpPr/>
              <p:nvPr/>
            </p:nvSpPr>
            <p:spPr>
              <a:xfrm rot="8946581" flipV="1">
                <a:off x="3706264" y="3225005"/>
                <a:ext cx="681057" cy="695360"/>
              </a:xfrm>
              <a:custGeom>
                <a:avLst/>
                <a:gdLst>
                  <a:gd name="connsiteX0" fmla="*/ 0 w 850495"/>
                  <a:gd name="connsiteY0" fmla="*/ 425248 h 850495"/>
                  <a:gd name="connsiteX1" fmla="*/ 425248 w 850495"/>
                  <a:gd name="connsiteY1" fmla="*/ 0 h 850495"/>
                  <a:gd name="connsiteX2" fmla="*/ 875653 w 850495"/>
                  <a:gd name="connsiteY2" fmla="*/ -25158 h 850495"/>
                  <a:gd name="connsiteX3" fmla="*/ 850495 w 850495"/>
                  <a:gd name="connsiteY3" fmla="*/ 425248 h 850495"/>
                  <a:gd name="connsiteX4" fmla="*/ 425247 w 850495"/>
                  <a:gd name="connsiteY4" fmla="*/ 850496 h 850495"/>
                  <a:gd name="connsiteX5" fmla="*/ -1 w 850495"/>
                  <a:gd name="connsiteY5" fmla="*/ 425248 h 850495"/>
                  <a:gd name="connsiteX6" fmla="*/ 0 w 850495"/>
                  <a:gd name="connsiteY6" fmla="*/ 425248 h 850495"/>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965506"/>
                  <a:gd name="connsiteY0" fmla="*/ 560536 h 985784"/>
                  <a:gd name="connsiteX1" fmla="*/ 425249 w 965506"/>
                  <a:gd name="connsiteY1" fmla="*/ 135288 h 985784"/>
                  <a:gd name="connsiteX2" fmla="*/ 965507 w 965506"/>
                  <a:gd name="connsiteY2" fmla="*/ 0 h 985784"/>
                  <a:gd name="connsiteX3" fmla="*/ 850496 w 965506"/>
                  <a:gd name="connsiteY3" fmla="*/ 560536 h 985784"/>
                  <a:gd name="connsiteX4" fmla="*/ 425248 w 965506"/>
                  <a:gd name="connsiteY4" fmla="*/ 985784 h 985784"/>
                  <a:gd name="connsiteX5" fmla="*/ 0 w 965506"/>
                  <a:gd name="connsiteY5" fmla="*/ 560536 h 985784"/>
                  <a:gd name="connsiteX6" fmla="*/ 1 w 965506"/>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5507" h="985784">
                    <a:moveTo>
                      <a:pt x="1" y="560536"/>
                    </a:moveTo>
                    <a:cubicBezTo>
                      <a:pt x="38201" y="289514"/>
                      <a:pt x="246839" y="188131"/>
                      <a:pt x="425249" y="135288"/>
                    </a:cubicBezTo>
                    <a:cubicBezTo>
                      <a:pt x="659446" y="65921"/>
                      <a:pt x="768581" y="74729"/>
                      <a:pt x="965507" y="0"/>
                    </a:cubicBezTo>
                    <a:cubicBezTo>
                      <a:pt x="932618" y="170848"/>
                      <a:pt x="893606" y="357771"/>
                      <a:pt x="850496" y="560536"/>
                    </a:cubicBezTo>
                    <a:cubicBezTo>
                      <a:pt x="805110" y="774004"/>
                      <a:pt x="660106" y="985784"/>
                      <a:pt x="425248" y="985784"/>
                    </a:cubicBezTo>
                    <a:cubicBezTo>
                      <a:pt x="190390" y="985784"/>
                      <a:pt x="0" y="795394"/>
                      <a:pt x="0" y="560536"/>
                    </a:cubicBezTo>
                    <a:lnTo>
                      <a:pt x="1" y="560536"/>
                    </a:lnTo>
                    <a:close/>
                  </a:path>
                </a:pathLst>
              </a:custGeom>
              <a:gradFill>
                <a:gsLst>
                  <a:gs pos="0">
                    <a:schemeClr val="accent6">
                      <a:lumMod val="50000"/>
                    </a:schemeClr>
                  </a:gs>
                  <a:gs pos="100000">
                    <a:schemeClr val="accent6">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64" name="TextBox 63">
                <a:extLst>
                  <a:ext uri="{FF2B5EF4-FFF2-40B4-BE49-F238E27FC236}">
                    <a16:creationId xmlns:a16="http://schemas.microsoft.com/office/drawing/2014/main" id="{09E8888C-1943-46ED-A05D-82AFF6B89C2D}"/>
                  </a:ext>
                </a:extLst>
              </p:cNvPr>
              <p:cNvSpPr txBox="1"/>
              <p:nvPr/>
            </p:nvSpPr>
            <p:spPr>
              <a:xfrm>
                <a:off x="3773043" y="3372630"/>
                <a:ext cx="547498"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rPr>
                  <a:t>01</a:t>
                </a:r>
                <a:endParaRPr lang="en-IN" sz="20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endParaRPr>
              </a:p>
            </p:txBody>
          </p:sp>
          <p:pic>
            <p:nvPicPr>
              <p:cNvPr id="74" name="Graphic 73" descr="Graduation cap">
                <a:extLst>
                  <a:ext uri="{FF2B5EF4-FFF2-40B4-BE49-F238E27FC236}">
                    <a16:creationId xmlns:a16="http://schemas.microsoft.com/office/drawing/2014/main" id="{7AA92468-58FB-43F6-AF66-1C6EF035735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94635" y="3594362"/>
                <a:ext cx="405362" cy="405362"/>
              </a:xfrm>
              <a:prstGeom prst="rect">
                <a:avLst/>
              </a:prstGeom>
            </p:spPr>
          </p:pic>
        </p:grpSp>
        <p:grpSp>
          <p:nvGrpSpPr>
            <p:cNvPr id="97" name="Group 96">
              <a:extLst>
                <a:ext uri="{FF2B5EF4-FFF2-40B4-BE49-F238E27FC236}">
                  <a16:creationId xmlns:a16="http://schemas.microsoft.com/office/drawing/2014/main" id="{DF016CEB-C35A-49E5-8BAD-F95845FB15AA}"/>
                </a:ext>
              </a:extLst>
            </p:cNvPr>
            <p:cNvGrpSpPr/>
            <p:nvPr/>
          </p:nvGrpSpPr>
          <p:grpSpPr>
            <a:xfrm>
              <a:off x="5472158" y="1724626"/>
              <a:ext cx="1379188" cy="1507240"/>
              <a:chOff x="5472158" y="1724626"/>
              <a:chExt cx="1379188" cy="1507240"/>
            </a:xfrm>
          </p:grpSpPr>
          <p:sp>
            <p:nvSpPr>
              <p:cNvPr id="4" name="Freeform: Shape 3">
                <a:extLst>
                  <a:ext uri="{FF2B5EF4-FFF2-40B4-BE49-F238E27FC236}">
                    <a16:creationId xmlns:a16="http://schemas.microsoft.com/office/drawing/2014/main" id="{981A9C2B-1AE9-4486-BE27-46FE04830A2E}"/>
                  </a:ext>
                </a:extLst>
              </p:cNvPr>
              <p:cNvSpPr/>
              <p:nvPr/>
            </p:nvSpPr>
            <p:spPr>
              <a:xfrm>
                <a:off x="5472158" y="2015586"/>
                <a:ext cx="1216280" cy="1216280"/>
              </a:xfrm>
              <a:custGeom>
                <a:avLst/>
                <a:gdLst>
                  <a:gd name="connsiteX0" fmla="*/ 0 w 1635124"/>
                  <a:gd name="connsiteY0" fmla="*/ 817562 h 1635124"/>
                  <a:gd name="connsiteX1" fmla="*/ 817562 w 1635124"/>
                  <a:gd name="connsiteY1" fmla="*/ 0 h 1635124"/>
                  <a:gd name="connsiteX2" fmla="*/ 1635124 w 1635124"/>
                  <a:gd name="connsiteY2" fmla="*/ 817562 h 1635124"/>
                  <a:gd name="connsiteX3" fmla="*/ 817562 w 1635124"/>
                  <a:gd name="connsiteY3" fmla="*/ 1635124 h 1635124"/>
                  <a:gd name="connsiteX4" fmla="*/ 0 w 1635124"/>
                  <a:gd name="connsiteY4" fmla="*/ 817562 h 1635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124" h="1635124">
                    <a:moveTo>
                      <a:pt x="0" y="817562"/>
                    </a:moveTo>
                    <a:cubicBezTo>
                      <a:pt x="0" y="366035"/>
                      <a:pt x="366035" y="0"/>
                      <a:pt x="817562" y="0"/>
                    </a:cubicBezTo>
                    <a:cubicBezTo>
                      <a:pt x="1269089" y="0"/>
                      <a:pt x="1635124" y="366035"/>
                      <a:pt x="1635124" y="817562"/>
                    </a:cubicBezTo>
                    <a:cubicBezTo>
                      <a:pt x="1635124" y="1269089"/>
                      <a:pt x="1269089" y="1635124"/>
                      <a:pt x="817562" y="1635124"/>
                    </a:cubicBezTo>
                    <a:cubicBezTo>
                      <a:pt x="366035" y="1635124"/>
                      <a:pt x="0" y="1269089"/>
                      <a:pt x="0" y="817562"/>
                    </a:cubicBezTo>
                    <a:close/>
                  </a:path>
                </a:pathLst>
              </a:custGeom>
              <a:gradFill flip="none" rotWithShape="1">
                <a:gsLst>
                  <a:gs pos="0">
                    <a:schemeClr val="bg1">
                      <a:lumMod val="85000"/>
                    </a:schemeClr>
                  </a:gs>
                  <a:gs pos="100000">
                    <a:schemeClr val="bg1">
                      <a:lumMod val="9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5178" tIns="285178" rIns="285178" bIns="285178" numCol="1" spcCol="1270" anchor="ctr" anchorCtr="0">
                <a:noAutofit/>
              </a:bodyPr>
              <a:lstStyle/>
              <a:p>
                <a:pPr marL="0" lvl="0" indent="0" algn="ctr" defTabSz="1600200">
                  <a:lnSpc>
                    <a:spcPct val="90000"/>
                  </a:lnSpc>
                  <a:spcBef>
                    <a:spcPct val="0"/>
                  </a:spcBef>
                  <a:spcAft>
                    <a:spcPct val="35000"/>
                  </a:spcAft>
                  <a:buNone/>
                </a:pPr>
                <a:endParaRPr lang="en-IN" sz="3600" kern="1200"/>
              </a:p>
            </p:txBody>
          </p:sp>
          <p:sp>
            <p:nvSpPr>
              <p:cNvPr id="51" name="Freeform: Shape 50">
                <a:extLst>
                  <a:ext uri="{FF2B5EF4-FFF2-40B4-BE49-F238E27FC236}">
                    <a16:creationId xmlns:a16="http://schemas.microsoft.com/office/drawing/2014/main" id="{DF3EFD61-B502-4B9E-B6A9-B4370729725A}"/>
                  </a:ext>
                </a:extLst>
              </p:cNvPr>
              <p:cNvSpPr/>
              <p:nvPr/>
            </p:nvSpPr>
            <p:spPr>
              <a:xfrm rot="17991551" flipH="1" flipV="1">
                <a:off x="6089273" y="1696763"/>
                <a:ext cx="389914" cy="1134233"/>
              </a:xfrm>
              <a:custGeom>
                <a:avLst/>
                <a:gdLst>
                  <a:gd name="connsiteX0" fmla="*/ 524186 w 524186"/>
                  <a:gd name="connsiteY0" fmla="*/ 0 h 1524823"/>
                  <a:gd name="connsiteX1" fmla="*/ 524186 w 524186"/>
                  <a:gd name="connsiteY1" fmla="*/ 1524823 h 1524823"/>
                  <a:gd name="connsiteX2" fmla="*/ 499330 w 524186"/>
                  <a:gd name="connsiteY2" fmla="*/ 1515725 h 1524823"/>
                  <a:gd name="connsiteX3" fmla="*/ 0 w 524186"/>
                  <a:gd name="connsiteY3" fmla="*/ 762411 h 1524823"/>
                  <a:gd name="connsiteX4" fmla="*/ 499330 w 524186"/>
                  <a:gd name="connsiteY4" fmla="*/ 9097 h 1524823"/>
                  <a:gd name="connsiteX5" fmla="*/ 524186 w 524186"/>
                  <a:gd name="connsiteY5" fmla="*/ 0 h 1524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186" h="1524823">
                    <a:moveTo>
                      <a:pt x="524186" y="0"/>
                    </a:moveTo>
                    <a:lnTo>
                      <a:pt x="524186" y="1524823"/>
                    </a:lnTo>
                    <a:lnTo>
                      <a:pt x="499330" y="1515725"/>
                    </a:lnTo>
                    <a:cubicBezTo>
                      <a:pt x="205895" y="1391612"/>
                      <a:pt x="0" y="1101056"/>
                      <a:pt x="0" y="762411"/>
                    </a:cubicBezTo>
                    <a:cubicBezTo>
                      <a:pt x="0" y="423766"/>
                      <a:pt x="205895" y="133210"/>
                      <a:pt x="499330" y="9097"/>
                    </a:cubicBezTo>
                    <a:lnTo>
                      <a:pt x="524186" y="0"/>
                    </a:lnTo>
                    <a:close/>
                  </a:path>
                </a:pathLst>
              </a:custGeom>
              <a:gradFill>
                <a:gsLst>
                  <a:gs pos="0">
                    <a:schemeClr val="accent1">
                      <a:lumMod val="75000"/>
                    </a:schemeClr>
                  </a:gs>
                  <a:gs pos="10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55" name="Teardrop 54">
                <a:extLst>
                  <a:ext uri="{FF2B5EF4-FFF2-40B4-BE49-F238E27FC236}">
                    <a16:creationId xmlns:a16="http://schemas.microsoft.com/office/drawing/2014/main" id="{267D7591-FA00-4AE4-B854-7677E51A48CD}"/>
                  </a:ext>
                </a:extLst>
              </p:cNvPr>
              <p:cNvSpPr/>
              <p:nvPr/>
            </p:nvSpPr>
            <p:spPr>
              <a:xfrm rot="20851498">
                <a:off x="5602538" y="1724626"/>
                <a:ext cx="681057" cy="695360"/>
              </a:xfrm>
              <a:custGeom>
                <a:avLst/>
                <a:gdLst>
                  <a:gd name="connsiteX0" fmla="*/ 0 w 850495"/>
                  <a:gd name="connsiteY0" fmla="*/ 425248 h 850495"/>
                  <a:gd name="connsiteX1" fmla="*/ 425248 w 850495"/>
                  <a:gd name="connsiteY1" fmla="*/ 0 h 850495"/>
                  <a:gd name="connsiteX2" fmla="*/ 875653 w 850495"/>
                  <a:gd name="connsiteY2" fmla="*/ -25158 h 850495"/>
                  <a:gd name="connsiteX3" fmla="*/ 850495 w 850495"/>
                  <a:gd name="connsiteY3" fmla="*/ 425248 h 850495"/>
                  <a:gd name="connsiteX4" fmla="*/ 425247 w 850495"/>
                  <a:gd name="connsiteY4" fmla="*/ 850496 h 850495"/>
                  <a:gd name="connsiteX5" fmla="*/ -1 w 850495"/>
                  <a:gd name="connsiteY5" fmla="*/ 425248 h 850495"/>
                  <a:gd name="connsiteX6" fmla="*/ 0 w 850495"/>
                  <a:gd name="connsiteY6" fmla="*/ 425248 h 850495"/>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965506"/>
                  <a:gd name="connsiteY0" fmla="*/ 560536 h 985784"/>
                  <a:gd name="connsiteX1" fmla="*/ 425249 w 965506"/>
                  <a:gd name="connsiteY1" fmla="*/ 135288 h 985784"/>
                  <a:gd name="connsiteX2" fmla="*/ 965507 w 965506"/>
                  <a:gd name="connsiteY2" fmla="*/ 0 h 985784"/>
                  <a:gd name="connsiteX3" fmla="*/ 850496 w 965506"/>
                  <a:gd name="connsiteY3" fmla="*/ 560536 h 985784"/>
                  <a:gd name="connsiteX4" fmla="*/ 425248 w 965506"/>
                  <a:gd name="connsiteY4" fmla="*/ 985784 h 985784"/>
                  <a:gd name="connsiteX5" fmla="*/ 0 w 965506"/>
                  <a:gd name="connsiteY5" fmla="*/ 560536 h 985784"/>
                  <a:gd name="connsiteX6" fmla="*/ 1 w 965506"/>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5507" h="985784">
                    <a:moveTo>
                      <a:pt x="1" y="560536"/>
                    </a:moveTo>
                    <a:cubicBezTo>
                      <a:pt x="38201" y="289514"/>
                      <a:pt x="246839" y="188131"/>
                      <a:pt x="425249" y="135288"/>
                    </a:cubicBezTo>
                    <a:cubicBezTo>
                      <a:pt x="659446" y="65921"/>
                      <a:pt x="768581" y="74729"/>
                      <a:pt x="965507" y="0"/>
                    </a:cubicBezTo>
                    <a:cubicBezTo>
                      <a:pt x="932618" y="170848"/>
                      <a:pt x="893606" y="357771"/>
                      <a:pt x="850496" y="560536"/>
                    </a:cubicBezTo>
                    <a:cubicBezTo>
                      <a:pt x="805110" y="774004"/>
                      <a:pt x="660106" y="985784"/>
                      <a:pt x="425248" y="985784"/>
                    </a:cubicBezTo>
                    <a:cubicBezTo>
                      <a:pt x="190390" y="985784"/>
                      <a:pt x="0" y="795394"/>
                      <a:pt x="0" y="560536"/>
                    </a:cubicBezTo>
                    <a:lnTo>
                      <a:pt x="1" y="560536"/>
                    </a:lnTo>
                    <a:close/>
                  </a:path>
                </a:pathLst>
              </a:custGeom>
              <a:gradFill>
                <a:gsLst>
                  <a:gs pos="0">
                    <a:schemeClr val="accent1">
                      <a:lumMod val="75000"/>
                    </a:schemeClr>
                  </a:gs>
                  <a:gs pos="100000">
                    <a:schemeClr val="accent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65" name="TextBox 64">
                <a:extLst>
                  <a:ext uri="{FF2B5EF4-FFF2-40B4-BE49-F238E27FC236}">
                    <a16:creationId xmlns:a16="http://schemas.microsoft.com/office/drawing/2014/main" id="{B79B5CF5-B129-428C-89FF-5299211CBB15}"/>
                  </a:ext>
                </a:extLst>
              </p:cNvPr>
              <p:cNvSpPr txBox="1"/>
              <p:nvPr/>
            </p:nvSpPr>
            <p:spPr>
              <a:xfrm>
                <a:off x="5669317" y="1872251"/>
                <a:ext cx="547498"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rPr>
                  <a:t>02</a:t>
                </a:r>
                <a:endParaRPr lang="en-IN" sz="20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endParaRPr>
              </a:p>
            </p:txBody>
          </p:sp>
          <p:pic>
            <p:nvPicPr>
              <p:cNvPr id="76" name="Graphic 75" descr="Backpack">
                <a:extLst>
                  <a:ext uri="{FF2B5EF4-FFF2-40B4-BE49-F238E27FC236}">
                    <a16:creationId xmlns:a16="http://schemas.microsoft.com/office/drawing/2014/main" id="{5F79C9E4-8876-48CD-87D1-2A1E7A8CF63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877617" y="2566653"/>
                <a:ext cx="405362" cy="405362"/>
              </a:xfrm>
              <a:prstGeom prst="rect">
                <a:avLst/>
              </a:prstGeom>
            </p:spPr>
          </p:pic>
        </p:grpSp>
        <p:grpSp>
          <p:nvGrpSpPr>
            <p:cNvPr id="101" name="Group 100">
              <a:extLst>
                <a:ext uri="{FF2B5EF4-FFF2-40B4-BE49-F238E27FC236}">
                  <a16:creationId xmlns:a16="http://schemas.microsoft.com/office/drawing/2014/main" id="{6DFF1817-0F9C-49B2-8650-80678310A334}"/>
                </a:ext>
              </a:extLst>
            </p:cNvPr>
            <p:cNvGrpSpPr/>
            <p:nvPr/>
          </p:nvGrpSpPr>
          <p:grpSpPr>
            <a:xfrm>
              <a:off x="6951343" y="3066441"/>
              <a:ext cx="1514434" cy="1297403"/>
              <a:chOff x="6951343" y="3066441"/>
              <a:chExt cx="1514434" cy="1297403"/>
            </a:xfrm>
          </p:grpSpPr>
          <p:sp>
            <p:nvSpPr>
              <p:cNvPr id="7" name="Freeform: Shape 6">
                <a:extLst>
                  <a:ext uri="{FF2B5EF4-FFF2-40B4-BE49-F238E27FC236}">
                    <a16:creationId xmlns:a16="http://schemas.microsoft.com/office/drawing/2014/main" id="{A3140A3C-14D4-4AF5-A935-9D3DCFC04FBE}"/>
                  </a:ext>
                </a:extLst>
              </p:cNvPr>
              <p:cNvSpPr/>
              <p:nvPr/>
            </p:nvSpPr>
            <p:spPr>
              <a:xfrm>
                <a:off x="6951343" y="3090277"/>
                <a:ext cx="1216280" cy="1216280"/>
              </a:xfrm>
              <a:custGeom>
                <a:avLst/>
                <a:gdLst>
                  <a:gd name="connsiteX0" fmla="*/ 0 w 1635124"/>
                  <a:gd name="connsiteY0" fmla="*/ 817562 h 1635124"/>
                  <a:gd name="connsiteX1" fmla="*/ 817562 w 1635124"/>
                  <a:gd name="connsiteY1" fmla="*/ 0 h 1635124"/>
                  <a:gd name="connsiteX2" fmla="*/ 1635124 w 1635124"/>
                  <a:gd name="connsiteY2" fmla="*/ 817562 h 1635124"/>
                  <a:gd name="connsiteX3" fmla="*/ 817562 w 1635124"/>
                  <a:gd name="connsiteY3" fmla="*/ 1635124 h 1635124"/>
                  <a:gd name="connsiteX4" fmla="*/ 0 w 1635124"/>
                  <a:gd name="connsiteY4" fmla="*/ 817562 h 16351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124" h="1635124">
                    <a:moveTo>
                      <a:pt x="0" y="817562"/>
                    </a:moveTo>
                    <a:cubicBezTo>
                      <a:pt x="0" y="366035"/>
                      <a:pt x="366035" y="0"/>
                      <a:pt x="817562" y="0"/>
                    </a:cubicBezTo>
                    <a:cubicBezTo>
                      <a:pt x="1269089" y="0"/>
                      <a:pt x="1635124" y="366035"/>
                      <a:pt x="1635124" y="817562"/>
                    </a:cubicBezTo>
                    <a:cubicBezTo>
                      <a:pt x="1635124" y="1269089"/>
                      <a:pt x="1269089" y="1635124"/>
                      <a:pt x="817562" y="1635124"/>
                    </a:cubicBezTo>
                    <a:cubicBezTo>
                      <a:pt x="366035" y="1635124"/>
                      <a:pt x="0" y="1269089"/>
                      <a:pt x="0" y="817562"/>
                    </a:cubicBezTo>
                    <a:close/>
                  </a:path>
                </a:pathLst>
              </a:custGeom>
              <a:gradFill flip="none" rotWithShape="1">
                <a:gsLst>
                  <a:gs pos="0">
                    <a:schemeClr val="bg1">
                      <a:lumMod val="85000"/>
                    </a:schemeClr>
                  </a:gs>
                  <a:gs pos="100000">
                    <a:schemeClr val="bg1">
                      <a:lumMod val="95000"/>
                    </a:schemeClr>
                  </a:gs>
                </a:gsLst>
                <a:path path="circle">
                  <a:fillToRect l="50000" t="50000" r="50000" b="50000"/>
                </a:path>
                <a:tileRect/>
              </a:gradFill>
              <a:ln>
                <a:noFill/>
              </a:ln>
              <a:effectLst>
                <a:outerShdw blurRad="63500" sx="102000" sy="102000" algn="ctr" rotWithShape="0">
                  <a:prstClr val="black">
                    <a:alpha val="40000"/>
                  </a:prstClr>
                </a:outerShdw>
              </a:effectLst>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85178" tIns="285178" rIns="285178" bIns="285178" numCol="1" spcCol="1270" anchor="ctr" anchorCtr="0">
                <a:noAutofit/>
              </a:bodyPr>
              <a:lstStyle/>
              <a:p>
                <a:pPr marL="0" lvl="0" indent="0" algn="ctr" defTabSz="1600200">
                  <a:lnSpc>
                    <a:spcPct val="90000"/>
                  </a:lnSpc>
                  <a:spcBef>
                    <a:spcPct val="0"/>
                  </a:spcBef>
                  <a:spcAft>
                    <a:spcPct val="35000"/>
                  </a:spcAft>
                  <a:buNone/>
                </a:pPr>
                <a:endParaRPr lang="en-IN" sz="3600" kern="1200"/>
              </a:p>
            </p:txBody>
          </p:sp>
          <p:sp>
            <p:nvSpPr>
              <p:cNvPr id="50" name="Freeform: Shape 49">
                <a:extLst>
                  <a:ext uri="{FF2B5EF4-FFF2-40B4-BE49-F238E27FC236}">
                    <a16:creationId xmlns:a16="http://schemas.microsoft.com/office/drawing/2014/main" id="{481E0EE3-315E-4393-9702-414E189BD433}"/>
                  </a:ext>
                </a:extLst>
              </p:cNvPr>
              <p:cNvSpPr/>
              <p:nvPr/>
            </p:nvSpPr>
            <p:spPr>
              <a:xfrm rot="811245" flipH="1">
                <a:off x="7765925" y="3229611"/>
                <a:ext cx="389914" cy="1134233"/>
              </a:xfrm>
              <a:custGeom>
                <a:avLst/>
                <a:gdLst>
                  <a:gd name="connsiteX0" fmla="*/ 524186 w 524186"/>
                  <a:gd name="connsiteY0" fmla="*/ 0 h 1524823"/>
                  <a:gd name="connsiteX1" fmla="*/ 524186 w 524186"/>
                  <a:gd name="connsiteY1" fmla="*/ 1524823 h 1524823"/>
                  <a:gd name="connsiteX2" fmla="*/ 499330 w 524186"/>
                  <a:gd name="connsiteY2" fmla="*/ 1515725 h 1524823"/>
                  <a:gd name="connsiteX3" fmla="*/ 0 w 524186"/>
                  <a:gd name="connsiteY3" fmla="*/ 762411 h 1524823"/>
                  <a:gd name="connsiteX4" fmla="*/ 499330 w 524186"/>
                  <a:gd name="connsiteY4" fmla="*/ 9097 h 1524823"/>
                  <a:gd name="connsiteX5" fmla="*/ 524186 w 524186"/>
                  <a:gd name="connsiteY5" fmla="*/ 0 h 1524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4186" h="1524823">
                    <a:moveTo>
                      <a:pt x="524186" y="0"/>
                    </a:moveTo>
                    <a:lnTo>
                      <a:pt x="524186" y="1524823"/>
                    </a:lnTo>
                    <a:lnTo>
                      <a:pt x="499330" y="1515725"/>
                    </a:lnTo>
                    <a:cubicBezTo>
                      <a:pt x="205895" y="1391612"/>
                      <a:pt x="0" y="1101056"/>
                      <a:pt x="0" y="762411"/>
                    </a:cubicBezTo>
                    <a:cubicBezTo>
                      <a:pt x="0" y="423766"/>
                      <a:pt x="205895" y="133210"/>
                      <a:pt x="499330" y="9097"/>
                    </a:cubicBezTo>
                    <a:lnTo>
                      <a:pt x="524186" y="0"/>
                    </a:lnTo>
                    <a:close/>
                  </a:path>
                </a:pathLst>
              </a:custGeom>
              <a:gradFill>
                <a:gsLst>
                  <a:gs pos="0">
                    <a:schemeClr val="accent3">
                      <a:lumMod val="50000"/>
                    </a:schemeClr>
                  </a:gs>
                  <a:gs pos="100000">
                    <a:schemeClr val="accent3">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Teardrop 54">
                <a:extLst>
                  <a:ext uri="{FF2B5EF4-FFF2-40B4-BE49-F238E27FC236}">
                    <a16:creationId xmlns:a16="http://schemas.microsoft.com/office/drawing/2014/main" id="{6DEF6DE5-367C-4446-B29E-0B1A9DA7C060}"/>
                  </a:ext>
                </a:extLst>
              </p:cNvPr>
              <p:cNvSpPr/>
              <p:nvPr/>
            </p:nvSpPr>
            <p:spPr>
              <a:xfrm rot="18950187" flipV="1">
                <a:off x="7784720" y="3066441"/>
                <a:ext cx="681057" cy="695360"/>
              </a:xfrm>
              <a:custGeom>
                <a:avLst/>
                <a:gdLst>
                  <a:gd name="connsiteX0" fmla="*/ 0 w 850495"/>
                  <a:gd name="connsiteY0" fmla="*/ 425248 h 850495"/>
                  <a:gd name="connsiteX1" fmla="*/ 425248 w 850495"/>
                  <a:gd name="connsiteY1" fmla="*/ 0 h 850495"/>
                  <a:gd name="connsiteX2" fmla="*/ 875653 w 850495"/>
                  <a:gd name="connsiteY2" fmla="*/ -25158 h 850495"/>
                  <a:gd name="connsiteX3" fmla="*/ 850495 w 850495"/>
                  <a:gd name="connsiteY3" fmla="*/ 425248 h 850495"/>
                  <a:gd name="connsiteX4" fmla="*/ 425247 w 850495"/>
                  <a:gd name="connsiteY4" fmla="*/ 850496 h 850495"/>
                  <a:gd name="connsiteX5" fmla="*/ -1 w 850495"/>
                  <a:gd name="connsiteY5" fmla="*/ 425248 h 850495"/>
                  <a:gd name="connsiteX6" fmla="*/ 0 w 850495"/>
                  <a:gd name="connsiteY6" fmla="*/ 425248 h 850495"/>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1017733"/>
                  <a:gd name="connsiteY0" fmla="*/ 604508 h 1029756"/>
                  <a:gd name="connsiteX1" fmla="*/ 425249 w 1017733"/>
                  <a:gd name="connsiteY1" fmla="*/ 179260 h 1029756"/>
                  <a:gd name="connsiteX2" fmla="*/ 1017733 w 1017733"/>
                  <a:gd name="connsiteY2" fmla="*/ 0 h 1029756"/>
                  <a:gd name="connsiteX3" fmla="*/ 850496 w 1017733"/>
                  <a:gd name="connsiteY3" fmla="*/ 604508 h 1029756"/>
                  <a:gd name="connsiteX4" fmla="*/ 425248 w 1017733"/>
                  <a:gd name="connsiteY4" fmla="*/ 1029756 h 1029756"/>
                  <a:gd name="connsiteX5" fmla="*/ 0 w 1017733"/>
                  <a:gd name="connsiteY5" fmla="*/ 604508 h 1029756"/>
                  <a:gd name="connsiteX6" fmla="*/ 1 w 1017733"/>
                  <a:gd name="connsiteY6" fmla="*/ 604508 h 1029756"/>
                  <a:gd name="connsiteX0" fmla="*/ 1 w 965506"/>
                  <a:gd name="connsiteY0" fmla="*/ 560536 h 985784"/>
                  <a:gd name="connsiteX1" fmla="*/ 425249 w 965506"/>
                  <a:gd name="connsiteY1" fmla="*/ 135288 h 985784"/>
                  <a:gd name="connsiteX2" fmla="*/ 965507 w 965506"/>
                  <a:gd name="connsiteY2" fmla="*/ 0 h 985784"/>
                  <a:gd name="connsiteX3" fmla="*/ 850496 w 965506"/>
                  <a:gd name="connsiteY3" fmla="*/ 560536 h 985784"/>
                  <a:gd name="connsiteX4" fmla="*/ 425248 w 965506"/>
                  <a:gd name="connsiteY4" fmla="*/ 985784 h 985784"/>
                  <a:gd name="connsiteX5" fmla="*/ 0 w 965506"/>
                  <a:gd name="connsiteY5" fmla="*/ 560536 h 985784"/>
                  <a:gd name="connsiteX6" fmla="*/ 1 w 965506"/>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 name="connsiteX0" fmla="*/ 1 w 965507"/>
                  <a:gd name="connsiteY0" fmla="*/ 560536 h 985784"/>
                  <a:gd name="connsiteX1" fmla="*/ 425249 w 965507"/>
                  <a:gd name="connsiteY1" fmla="*/ 135288 h 985784"/>
                  <a:gd name="connsiteX2" fmla="*/ 965507 w 965507"/>
                  <a:gd name="connsiteY2" fmla="*/ 0 h 985784"/>
                  <a:gd name="connsiteX3" fmla="*/ 850496 w 965507"/>
                  <a:gd name="connsiteY3" fmla="*/ 560536 h 985784"/>
                  <a:gd name="connsiteX4" fmla="*/ 425248 w 965507"/>
                  <a:gd name="connsiteY4" fmla="*/ 985784 h 985784"/>
                  <a:gd name="connsiteX5" fmla="*/ 0 w 965507"/>
                  <a:gd name="connsiteY5" fmla="*/ 560536 h 985784"/>
                  <a:gd name="connsiteX6" fmla="*/ 1 w 965507"/>
                  <a:gd name="connsiteY6" fmla="*/ 560536 h 985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65507" h="985784">
                    <a:moveTo>
                      <a:pt x="1" y="560536"/>
                    </a:moveTo>
                    <a:cubicBezTo>
                      <a:pt x="38201" y="289514"/>
                      <a:pt x="246839" y="188131"/>
                      <a:pt x="425249" y="135288"/>
                    </a:cubicBezTo>
                    <a:cubicBezTo>
                      <a:pt x="659446" y="65921"/>
                      <a:pt x="768581" y="74729"/>
                      <a:pt x="965507" y="0"/>
                    </a:cubicBezTo>
                    <a:cubicBezTo>
                      <a:pt x="932618" y="170848"/>
                      <a:pt x="893606" y="357771"/>
                      <a:pt x="850496" y="560536"/>
                    </a:cubicBezTo>
                    <a:cubicBezTo>
                      <a:pt x="805110" y="774004"/>
                      <a:pt x="660106" y="985784"/>
                      <a:pt x="425248" y="985784"/>
                    </a:cubicBezTo>
                    <a:cubicBezTo>
                      <a:pt x="190390" y="985784"/>
                      <a:pt x="0" y="795394"/>
                      <a:pt x="0" y="560536"/>
                    </a:cubicBezTo>
                    <a:lnTo>
                      <a:pt x="1" y="560536"/>
                    </a:lnTo>
                    <a:close/>
                  </a:path>
                </a:pathLst>
              </a:custGeom>
              <a:gradFill>
                <a:gsLst>
                  <a:gs pos="0">
                    <a:schemeClr val="accent3">
                      <a:lumMod val="50000"/>
                    </a:schemeClr>
                  </a:gs>
                  <a:gs pos="100000">
                    <a:schemeClr val="accent3">
                      <a:lumMod val="7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66" name="TextBox 65">
                <a:extLst>
                  <a:ext uri="{FF2B5EF4-FFF2-40B4-BE49-F238E27FC236}">
                    <a16:creationId xmlns:a16="http://schemas.microsoft.com/office/drawing/2014/main" id="{0E90311B-3DFD-4486-BE1C-E392436D00F4}"/>
                  </a:ext>
                </a:extLst>
              </p:cNvPr>
              <p:cNvSpPr txBox="1"/>
              <p:nvPr/>
            </p:nvSpPr>
            <p:spPr>
              <a:xfrm>
                <a:off x="7851499" y="3214066"/>
                <a:ext cx="547498" cy="400110"/>
              </a:xfrm>
              <a:prstGeom prst="rect">
                <a:avLst/>
              </a:prstGeom>
              <a:noFill/>
            </p:spPr>
            <p:txBody>
              <a:bodyPr wrap="square" rtlCol="0">
                <a:spAutoFit/>
              </a:bodyPr>
              <a:lstStyle/>
              <a:p>
                <a:pPr algn="ctr"/>
                <a:r>
                  <a:rPr lang="en-US" sz="20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rPr>
                  <a:t>03</a:t>
                </a:r>
                <a:endParaRPr lang="en-IN" sz="20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endParaRPr>
              </a:p>
            </p:txBody>
          </p:sp>
          <p:pic>
            <p:nvPicPr>
              <p:cNvPr id="78" name="Graphic 77" descr="Globe">
                <a:extLst>
                  <a:ext uri="{FF2B5EF4-FFF2-40B4-BE49-F238E27FC236}">
                    <a16:creationId xmlns:a16="http://schemas.microsoft.com/office/drawing/2014/main" id="{F780C887-C52F-4D95-9727-FD308C412A6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166203" y="3480208"/>
                <a:ext cx="405362" cy="405362"/>
              </a:xfrm>
              <a:prstGeom prst="rect">
                <a:avLst/>
              </a:prstGeom>
            </p:spPr>
          </p:pic>
        </p:grpSp>
        <p:pic>
          <p:nvPicPr>
            <p:cNvPr id="80" name="Graphic 79" descr="Classroom">
              <a:extLst>
                <a:ext uri="{FF2B5EF4-FFF2-40B4-BE49-F238E27FC236}">
                  <a16:creationId xmlns:a16="http://schemas.microsoft.com/office/drawing/2014/main" id="{8FD4E36F-EB84-4163-AFD1-58B355A9BDD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866192" y="3879818"/>
              <a:ext cx="564231" cy="564231"/>
            </a:xfrm>
            <a:prstGeom prst="rect">
              <a:avLst/>
            </a:prstGeom>
          </p:spPr>
        </p:pic>
        <p:grpSp>
          <p:nvGrpSpPr>
            <p:cNvPr id="84" name="Group 83">
              <a:extLst>
                <a:ext uri="{FF2B5EF4-FFF2-40B4-BE49-F238E27FC236}">
                  <a16:creationId xmlns:a16="http://schemas.microsoft.com/office/drawing/2014/main" id="{DEF6A4AE-7AE6-49CF-A26A-E2F2D4A89BA8}"/>
                </a:ext>
              </a:extLst>
            </p:cNvPr>
            <p:cNvGrpSpPr/>
            <p:nvPr/>
          </p:nvGrpSpPr>
          <p:grpSpPr>
            <a:xfrm>
              <a:off x="1108645" y="3229863"/>
              <a:ext cx="2393088" cy="604674"/>
              <a:chOff x="482312" y="3193434"/>
              <a:chExt cx="2669009" cy="604674"/>
            </a:xfrm>
          </p:grpSpPr>
          <p:sp>
            <p:nvSpPr>
              <p:cNvPr id="81" name="TextBox 80">
                <a:extLst>
                  <a:ext uri="{FF2B5EF4-FFF2-40B4-BE49-F238E27FC236}">
                    <a16:creationId xmlns:a16="http://schemas.microsoft.com/office/drawing/2014/main" id="{28C21F81-34EA-4703-932F-7C04901BE2AD}"/>
                  </a:ext>
                </a:extLst>
              </p:cNvPr>
              <p:cNvSpPr txBox="1"/>
              <p:nvPr/>
            </p:nvSpPr>
            <p:spPr>
              <a:xfrm>
                <a:off x="482312" y="3551887"/>
                <a:ext cx="2669009" cy="246221"/>
              </a:xfrm>
              <a:prstGeom prst="rect">
                <a:avLst/>
              </a:prstGeom>
              <a:noFill/>
            </p:spPr>
            <p:txBody>
              <a:bodyPr wrap="square" lIns="0" tIns="0" rIns="0" bIns="0" rtlCol="0">
                <a:spAutoFit/>
              </a:bodyPr>
              <a:lstStyle/>
              <a:p>
                <a:pPr lvl="0" algn="r"/>
                <a:endParaRPr lang="en-US" sz="1600" dirty="0">
                  <a:latin typeface="Cambria" panose="02040503050406030204" pitchFamily="18" charset="0"/>
                  <a:ea typeface="Cambria" panose="02040503050406030204" pitchFamily="18" charset="0"/>
                </a:endParaRPr>
              </a:p>
            </p:txBody>
          </p:sp>
          <p:sp>
            <p:nvSpPr>
              <p:cNvPr id="82" name="TextBox 81">
                <a:extLst>
                  <a:ext uri="{FF2B5EF4-FFF2-40B4-BE49-F238E27FC236}">
                    <a16:creationId xmlns:a16="http://schemas.microsoft.com/office/drawing/2014/main" id="{F02617A9-0972-4213-A896-AFBFFA203B21}"/>
                  </a:ext>
                </a:extLst>
              </p:cNvPr>
              <p:cNvSpPr txBox="1"/>
              <p:nvPr/>
            </p:nvSpPr>
            <p:spPr>
              <a:xfrm>
                <a:off x="482312" y="3193434"/>
                <a:ext cx="2669009" cy="307777"/>
              </a:xfrm>
              <a:prstGeom prst="rect">
                <a:avLst/>
              </a:prstGeom>
              <a:noFill/>
            </p:spPr>
            <p:txBody>
              <a:bodyPr wrap="square" lIns="0" tIns="0" rIns="0" bIns="0" rtlCol="0">
                <a:spAutoFit/>
              </a:bodyPr>
              <a:lstStyle/>
              <a:p>
                <a:pPr lvl="0" algn="r"/>
                <a:r>
                  <a:rPr lang="en-US" sz="2000" b="1" dirty="0">
                    <a:solidFill>
                      <a:schemeClr val="accent4">
                        <a:lumMod val="25000"/>
                      </a:schemeClr>
                    </a:solidFill>
                    <a:latin typeface="Cambria" panose="02040503050406030204" pitchFamily="18" charset="0"/>
                    <a:ea typeface="Cambria" panose="02040503050406030204" pitchFamily="18" charset="0"/>
                  </a:rPr>
                  <a:t>Limited Dataset Size</a:t>
                </a:r>
                <a:endParaRPr lang="en-IN" sz="2000" b="1" dirty="0">
                  <a:solidFill>
                    <a:schemeClr val="accent4">
                      <a:lumMod val="25000"/>
                    </a:schemeClr>
                  </a:solidFill>
                  <a:latin typeface="Cambria" panose="02040503050406030204" pitchFamily="18" charset="0"/>
                  <a:ea typeface="Cambria" panose="02040503050406030204" pitchFamily="18" charset="0"/>
                </a:endParaRPr>
              </a:p>
            </p:txBody>
          </p:sp>
        </p:grpSp>
        <p:grpSp>
          <p:nvGrpSpPr>
            <p:cNvPr id="85" name="Group 84">
              <a:extLst>
                <a:ext uri="{FF2B5EF4-FFF2-40B4-BE49-F238E27FC236}">
                  <a16:creationId xmlns:a16="http://schemas.microsoft.com/office/drawing/2014/main" id="{FB0E1883-ABE6-4A75-BB62-219CBF8AB01A}"/>
                </a:ext>
              </a:extLst>
            </p:cNvPr>
            <p:cNvGrpSpPr/>
            <p:nvPr/>
          </p:nvGrpSpPr>
          <p:grpSpPr>
            <a:xfrm>
              <a:off x="758930" y="5087866"/>
              <a:ext cx="3508678" cy="1097117"/>
              <a:chOff x="-685417" y="3193434"/>
              <a:chExt cx="3913226" cy="1097117"/>
            </a:xfrm>
          </p:grpSpPr>
          <p:sp>
            <p:nvSpPr>
              <p:cNvPr id="86" name="TextBox 85">
                <a:extLst>
                  <a:ext uri="{FF2B5EF4-FFF2-40B4-BE49-F238E27FC236}">
                    <a16:creationId xmlns:a16="http://schemas.microsoft.com/office/drawing/2014/main" id="{BDDE5971-744D-4907-9177-2F57D44DD7A6}"/>
                  </a:ext>
                </a:extLst>
              </p:cNvPr>
              <p:cNvSpPr txBox="1"/>
              <p:nvPr/>
            </p:nvSpPr>
            <p:spPr>
              <a:xfrm>
                <a:off x="-685417" y="3551887"/>
                <a:ext cx="3913226" cy="738664"/>
              </a:xfrm>
              <a:prstGeom prst="rect">
                <a:avLst/>
              </a:prstGeom>
              <a:noFill/>
            </p:spPr>
            <p:txBody>
              <a:bodyPr wrap="square" lIns="0" tIns="0" rIns="0" bIns="0" rtlCol="0">
                <a:spAutoFit/>
              </a:bodyPr>
              <a:lstStyle/>
              <a:p>
                <a:pPr lvl="0" algn="r"/>
                <a:r>
                  <a:rPr lang="en-US" sz="1600" dirty="0">
                    <a:latin typeface="Cambria" panose="02040503050406030204" pitchFamily="18" charset="0"/>
                    <a:ea typeface="Cambria" panose="02040503050406030204" pitchFamily="18" charset="0"/>
                  </a:rPr>
                  <a:t>Doctor schedules </a:t>
                </a:r>
                <a:r>
                  <a:rPr lang="en-US" sz="1600" dirty="0"/>
                  <a:t>and medicine stocks change dynamically, which the model cannot capture instantly.</a:t>
                </a:r>
                <a:r>
                  <a:rPr lang="en-US" sz="1600" dirty="0">
                    <a:latin typeface="Cambria" panose="02040503050406030204" pitchFamily="18" charset="0"/>
                    <a:ea typeface="Cambria" panose="02040503050406030204" pitchFamily="18" charset="0"/>
                  </a:rPr>
                  <a:t>  </a:t>
                </a:r>
              </a:p>
            </p:txBody>
          </p:sp>
          <p:sp>
            <p:nvSpPr>
              <p:cNvPr id="87" name="TextBox 86">
                <a:extLst>
                  <a:ext uri="{FF2B5EF4-FFF2-40B4-BE49-F238E27FC236}">
                    <a16:creationId xmlns:a16="http://schemas.microsoft.com/office/drawing/2014/main" id="{DED57850-B437-4A4E-BEBA-3CFE440D9D12}"/>
                  </a:ext>
                </a:extLst>
              </p:cNvPr>
              <p:cNvSpPr txBox="1"/>
              <p:nvPr/>
            </p:nvSpPr>
            <p:spPr>
              <a:xfrm>
                <a:off x="284589" y="3193434"/>
                <a:ext cx="2943220" cy="307777"/>
              </a:xfrm>
              <a:prstGeom prst="rect">
                <a:avLst/>
              </a:prstGeom>
              <a:noFill/>
            </p:spPr>
            <p:txBody>
              <a:bodyPr wrap="square" lIns="0" tIns="0" rIns="0" bIns="0" rtlCol="0">
                <a:spAutoFit/>
              </a:bodyPr>
              <a:lstStyle/>
              <a:p>
                <a:pPr lvl="0" algn="r"/>
                <a:r>
                  <a:rPr lang="en-US" sz="2000" b="1" dirty="0">
                    <a:solidFill>
                      <a:schemeClr val="accent4">
                        <a:lumMod val="25000"/>
                      </a:schemeClr>
                    </a:solidFill>
                    <a:latin typeface="Cambria" panose="02040503050406030204" pitchFamily="18" charset="0"/>
                    <a:ea typeface="Cambria" panose="02040503050406030204" pitchFamily="18" charset="0"/>
                  </a:rPr>
                  <a:t>No real time updates</a:t>
                </a:r>
                <a:endParaRPr lang="en-IN" sz="2000" b="1" dirty="0">
                  <a:solidFill>
                    <a:schemeClr val="accent4">
                      <a:lumMod val="25000"/>
                    </a:schemeClr>
                  </a:solidFill>
                  <a:latin typeface="Cambria" panose="02040503050406030204" pitchFamily="18" charset="0"/>
                  <a:ea typeface="Cambria" panose="02040503050406030204" pitchFamily="18" charset="0"/>
                </a:endParaRPr>
              </a:p>
            </p:txBody>
          </p:sp>
        </p:grpSp>
        <p:grpSp>
          <p:nvGrpSpPr>
            <p:cNvPr id="88" name="Group 87">
              <a:extLst>
                <a:ext uri="{FF2B5EF4-FFF2-40B4-BE49-F238E27FC236}">
                  <a16:creationId xmlns:a16="http://schemas.microsoft.com/office/drawing/2014/main" id="{C97C24D2-24E7-4B2A-A301-B1F71B327040}"/>
                </a:ext>
              </a:extLst>
            </p:cNvPr>
            <p:cNvGrpSpPr/>
            <p:nvPr/>
          </p:nvGrpSpPr>
          <p:grpSpPr>
            <a:xfrm>
              <a:off x="8075129" y="4981078"/>
              <a:ext cx="2429042" cy="1589559"/>
              <a:chOff x="558800" y="3193434"/>
              <a:chExt cx="2669009" cy="1589559"/>
            </a:xfrm>
          </p:grpSpPr>
          <p:sp>
            <p:nvSpPr>
              <p:cNvPr id="89" name="TextBox 88">
                <a:extLst>
                  <a:ext uri="{FF2B5EF4-FFF2-40B4-BE49-F238E27FC236}">
                    <a16:creationId xmlns:a16="http://schemas.microsoft.com/office/drawing/2014/main" id="{D341FE5F-5721-4B56-B085-A4797D3DDAC5}"/>
                  </a:ext>
                </a:extLst>
              </p:cNvPr>
              <p:cNvSpPr txBox="1"/>
              <p:nvPr/>
            </p:nvSpPr>
            <p:spPr>
              <a:xfrm>
                <a:off x="558800" y="3551887"/>
                <a:ext cx="2669009" cy="1231106"/>
              </a:xfrm>
              <a:prstGeom prst="rect">
                <a:avLst/>
              </a:prstGeom>
              <a:noFill/>
            </p:spPr>
            <p:txBody>
              <a:bodyPr wrap="square" lIns="0" tIns="0" rIns="0" bIns="0" rtlCol="0">
                <a:spAutoFit/>
              </a:bodyPr>
              <a:lstStyle/>
              <a:p>
                <a:pPr lvl="0"/>
                <a:r>
                  <a:rPr lang="en-US" sz="1600" dirty="0">
                    <a:latin typeface="Cambria" panose="02040503050406030204" pitchFamily="18" charset="0"/>
                    <a:ea typeface="Cambria" panose="02040503050406030204" pitchFamily="18" charset="0"/>
                  </a:rPr>
                  <a:t>The model’s performance is sensitive t the accuracy of engineered features like doctor ratio  and days to expiry</a:t>
                </a:r>
              </a:p>
            </p:txBody>
          </p:sp>
          <p:sp>
            <p:nvSpPr>
              <p:cNvPr id="90" name="TextBox 89">
                <a:extLst>
                  <a:ext uri="{FF2B5EF4-FFF2-40B4-BE49-F238E27FC236}">
                    <a16:creationId xmlns:a16="http://schemas.microsoft.com/office/drawing/2014/main" id="{2305D9D9-9D8E-44F8-A7B2-1C8EE0CA78DD}"/>
                  </a:ext>
                </a:extLst>
              </p:cNvPr>
              <p:cNvSpPr txBox="1"/>
              <p:nvPr/>
            </p:nvSpPr>
            <p:spPr>
              <a:xfrm>
                <a:off x="558800" y="3193434"/>
                <a:ext cx="2669009" cy="307777"/>
              </a:xfrm>
              <a:prstGeom prst="rect">
                <a:avLst/>
              </a:prstGeom>
              <a:noFill/>
            </p:spPr>
            <p:txBody>
              <a:bodyPr wrap="square" lIns="0" tIns="0" rIns="0" bIns="0" rtlCol="0">
                <a:spAutoFit/>
              </a:bodyPr>
              <a:lstStyle/>
              <a:p>
                <a:pPr lvl="0"/>
                <a:r>
                  <a:rPr lang="en-US" sz="2000" b="1" dirty="0">
                    <a:solidFill>
                      <a:schemeClr val="accent4">
                        <a:lumMod val="25000"/>
                      </a:schemeClr>
                    </a:solidFill>
                    <a:latin typeface="Cambria" panose="02040503050406030204" pitchFamily="18" charset="0"/>
                    <a:ea typeface="Cambria" panose="02040503050406030204" pitchFamily="18" charset="0"/>
                  </a:rPr>
                  <a:t>Fetaure Dependency</a:t>
                </a:r>
                <a:endParaRPr lang="en-IN" sz="2000" b="1" dirty="0">
                  <a:solidFill>
                    <a:schemeClr val="accent4">
                      <a:lumMod val="25000"/>
                    </a:schemeClr>
                  </a:solidFill>
                  <a:latin typeface="Cambria" panose="02040503050406030204" pitchFamily="18" charset="0"/>
                  <a:ea typeface="Cambria" panose="02040503050406030204" pitchFamily="18" charset="0"/>
                </a:endParaRPr>
              </a:p>
            </p:txBody>
          </p:sp>
        </p:grpSp>
        <p:grpSp>
          <p:nvGrpSpPr>
            <p:cNvPr id="91" name="Group 90">
              <a:extLst>
                <a:ext uri="{FF2B5EF4-FFF2-40B4-BE49-F238E27FC236}">
                  <a16:creationId xmlns:a16="http://schemas.microsoft.com/office/drawing/2014/main" id="{B0C91604-19D6-442F-BF35-581EBA9BDACC}"/>
                </a:ext>
              </a:extLst>
            </p:cNvPr>
            <p:cNvGrpSpPr/>
            <p:nvPr/>
          </p:nvGrpSpPr>
          <p:grpSpPr>
            <a:xfrm>
              <a:off x="8735876" y="3258917"/>
              <a:ext cx="2429042" cy="604674"/>
              <a:chOff x="558800" y="3193434"/>
              <a:chExt cx="2669009" cy="604674"/>
            </a:xfrm>
          </p:grpSpPr>
          <p:sp>
            <p:nvSpPr>
              <p:cNvPr id="92" name="TextBox 91">
                <a:extLst>
                  <a:ext uri="{FF2B5EF4-FFF2-40B4-BE49-F238E27FC236}">
                    <a16:creationId xmlns:a16="http://schemas.microsoft.com/office/drawing/2014/main" id="{33088CF1-3413-4254-BE2E-90A34817A576}"/>
                  </a:ext>
                </a:extLst>
              </p:cNvPr>
              <p:cNvSpPr txBox="1"/>
              <p:nvPr/>
            </p:nvSpPr>
            <p:spPr>
              <a:xfrm>
                <a:off x="558800" y="3551887"/>
                <a:ext cx="2669009" cy="246221"/>
              </a:xfrm>
              <a:prstGeom prst="rect">
                <a:avLst/>
              </a:prstGeom>
              <a:noFill/>
            </p:spPr>
            <p:txBody>
              <a:bodyPr wrap="square" lIns="0" tIns="0" rIns="0" bIns="0" rtlCol="0">
                <a:spAutoFit/>
              </a:bodyPr>
              <a:lstStyle/>
              <a:p>
                <a:pPr lvl="0"/>
                <a:endParaRPr lang="en-US" sz="1600" dirty="0">
                  <a:latin typeface="Cambria" panose="02040503050406030204" pitchFamily="18" charset="0"/>
                  <a:ea typeface="Cambria" panose="02040503050406030204" pitchFamily="18" charset="0"/>
                </a:endParaRPr>
              </a:p>
            </p:txBody>
          </p:sp>
          <p:sp>
            <p:nvSpPr>
              <p:cNvPr id="93" name="TextBox 92">
                <a:extLst>
                  <a:ext uri="{FF2B5EF4-FFF2-40B4-BE49-F238E27FC236}">
                    <a16:creationId xmlns:a16="http://schemas.microsoft.com/office/drawing/2014/main" id="{8EBB12A9-5284-4C7A-9F30-C1E223857F23}"/>
                  </a:ext>
                </a:extLst>
              </p:cNvPr>
              <p:cNvSpPr txBox="1"/>
              <p:nvPr/>
            </p:nvSpPr>
            <p:spPr>
              <a:xfrm>
                <a:off x="558800" y="3193434"/>
                <a:ext cx="2669009" cy="307777"/>
              </a:xfrm>
              <a:prstGeom prst="rect">
                <a:avLst/>
              </a:prstGeom>
              <a:noFill/>
            </p:spPr>
            <p:txBody>
              <a:bodyPr wrap="square" lIns="0" tIns="0" rIns="0" bIns="0" rtlCol="0">
                <a:spAutoFit/>
              </a:bodyPr>
              <a:lstStyle/>
              <a:p>
                <a:pPr lvl="0"/>
                <a:endParaRPr lang="en-IN" sz="2000" dirty="0">
                  <a:solidFill>
                    <a:schemeClr val="accent4">
                      <a:lumMod val="25000"/>
                    </a:schemeClr>
                  </a:solidFill>
                  <a:latin typeface="Cambria" panose="02040503050406030204" pitchFamily="18" charset="0"/>
                  <a:ea typeface="Cambria" panose="02040503050406030204" pitchFamily="18" charset="0"/>
                </a:endParaRPr>
              </a:p>
            </p:txBody>
          </p:sp>
        </p:grpSp>
        <p:grpSp>
          <p:nvGrpSpPr>
            <p:cNvPr id="94" name="Group 93">
              <a:extLst>
                <a:ext uri="{FF2B5EF4-FFF2-40B4-BE49-F238E27FC236}">
                  <a16:creationId xmlns:a16="http://schemas.microsoft.com/office/drawing/2014/main" id="{E64070B1-6ED5-4630-B46F-C394836FFF34}"/>
                </a:ext>
              </a:extLst>
            </p:cNvPr>
            <p:cNvGrpSpPr/>
            <p:nvPr/>
          </p:nvGrpSpPr>
          <p:grpSpPr>
            <a:xfrm>
              <a:off x="7064493" y="1650890"/>
              <a:ext cx="3439678" cy="604674"/>
              <a:chOff x="558800" y="3193434"/>
              <a:chExt cx="3779487" cy="604674"/>
            </a:xfrm>
          </p:grpSpPr>
          <p:sp>
            <p:nvSpPr>
              <p:cNvPr id="95" name="TextBox 94">
                <a:extLst>
                  <a:ext uri="{FF2B5EF4-FFF2-40B4-BE49-F238E27FC236}">
                    <a16:creationId xmlns:a16="http://schemas.microsoft.com/office/drawing/2014/main" id="{7C9A7AB5-4030-4D7E-88FB-3F753CDDE0D0}"/>
                  </a:ext>
                </a:extLst>
              </p:cNvPr>
              <p:cNvSpPr txBox="1"/>
              <p:nvPr/>
            </p:nvSpPr>
            <p:spPr>
              <a:xfrm>
                <a:off x="558800" y="3551887"/>
                <a:ext cx="2669009" cy="246221"/>
              </a:xfrm>
              <a:prstGeom prst="rect">
                <a:avLst/>
              </a:prstGeom>
              <a:noFill/>
            </p:spPr>
            <p:txBody>
              <a:bodyPr wrap="square" lIns="0" tIns="0" rIns="0" bIns="0" rtlCol="0">
                <a:spAutoFit/>
              </a:bodyPr>
              <a:lstStyle/>
              <a:p>
                <a:pPr lvl="0"/>
                <a:endParaRPr lang="en-US" sz="1600" dirty="0">
                  <a:latin typeface="Cambria" panose="02040503050406030204" pitchFamily="18" charset="0"/>
                  <a:ea typeface="Cambria" panose="02040503050406030204" pitchFamily="18" charset="0"/>
                </a:endParaRPr>
              </a:p>
            </p:txBody>
          </p:sp>
          <p:sp>
            <p:nvSpPr>
              <p:cNvPr id="96" name="TextBox 95">
                <a:extLst>
                  <a:ext uri="{FF2B5EF4-FFF2-40B4-BE49-F238E27FC236}">
                    <a16:creationId xmlns:a16="http://schemas.microsoft.com/office/drawing/2014/main" id="{16D24F78-9638-45E7-A9DA-6513B9834058}"/>
                  </a:ext>
                </a:extLst>
              </p:cNvPr>
              <p:cNvSpPr txBox="1"/>
              <p:nvPr/>
            </p:nvSpPr>
            <p:spPr>
              <a:xfrm>
                <a:off x="558800" y="3193434"/>
                <a:ext cx="3779487" cy="307777"/>
              </a:xfrm>
              <a:prstGeom prst="rect">
                <a:avLst/>
              </a:prstGeom>
              <a:noFill/>
            </p:spPr>
            <p:txBody>
              <a:bodyPr wrap="square" lIns="0" tIns="0" rIns="0" bIns="0" rtlCol="0">
                <a:spAutoFit/>
              </a:bodyPr>
              <a:lstStyle/>
              <a:p>
                <a:pPr lvl="0"/>
                <a:r>
                  <a:rPr lang="en-IN" sz="2000" b="1" dirty="0">
                    <a:solidFill>
                      <a:schemeClr val="accent4">
                        <a:lumMod val="25000"/>
                      </a:schemeClr>
                    </a:solidFill>
                    <a:latin typeface="Cambria" panose="02040503050406030204" pitchFamily="18" charset="0"/>
                    <a:ea typeface="Cambria" panose="02040503050406030204" pitchFamily="18" charset="0"/>
                  </a:rPr>
                  <a:t>Human Behaviour Variability</a:t>
                </a:r>
              </a:p>
            </p:txBody>
          </p:sp>
        </p:grpSp>
      </p:grpSp>
      <p:sp>
        <p:nvSpPr>
          <p:cNvPr id="6" name="TextBox 5">
            <a:extLst>
              <a:ext uri="{FF2B5EF4-FFF2-40B4-BE49-F238E27FC236}">
                <a16:creationId xmlns:a16="http://schemas.microsoft.com/office/drawing/2014/main" id="{004947D2-12DF-3A6B-67E6-22470EF07EAE}"/>
              </a:ext>
            </a:extLst>
          </p:cNvPr>
          <p:cNvSpPr txBox="1"/>
          <p:nvPr/>
        </p:nvSpPr>
        <p:spPr>
          <a:xfrm>
            <a:off x="471100" y="3088624"/>
            <a:ext cx="3191661" cy="830997"/>
          </a:xfrm>
          <a:prstGeom prst="rect">
            <a:avLst/>
          </a:prstGeom>
          <a:noFill/>
        </p:spPr>
        <p:txBody>
          <a:bodyPr wrap="square">
            <a:spAutoFit/>
          </a:bodyPr>
          <a:lstStyle/>
          <a:p>
            <a:r>
              <a:rPr lang="en-US" sz="1600" dirty="0"/>
              <a:t>Model accuracy depends on the quantity and diversity of the available data.</a:t>
            </a:r>
            <a:endParaRPr lang="en-IN" sz="1600" dirty="0"/>
          </a:p>
        </p:txBody>
      </p:sp>
      <p:sp>
        <p:nvSpPr>
          <p:cNvPr id="10" name="TextBox 9">
            <a:extLst>
              <a:ext uri="{FF2B5EF4-FFF2-40B4-BE49-F238E27FC236}">
                <a16:creationId xmlns:a16="http://schemas.microsoft.com/office/drawing/2014/main" id="{6C46CD5B-5548-28EF-9D55-2FECB65C3B30}"/>
              </a:ext>
            </a:extLst>
          </p:cNvPr>
          <p:cNvSpPr txBox="1"/>
          <p:nvPr/>
        </p:nvSpPr>
        <p:spPr>
          <a:xfrm>
            <a:off x="6919414" y="1472533"/>
            <a:ext cx="4208637" cy="584775"/>
          </a:xfrm>
          <a:prstGeom prst="rect">
            <a:avLst/>
          </a:prstGeom>
          <a:noFill/>
        </p:spPr>
        <p:txBody>
          <a:bodyPr wrap="square">
            <a:spAutoFit/>
          </a:bodyPr>
          <a:lstStyle/>
          <a:p>
            <a:r>
              <a:rPr lang="en-US" sz="1600" dirty="0"/>
              <a:t>Doctor unavailability due to emergencies or personal reasons cannot be predicted.</a:t>
            </a:r>
            <a:endParaRPr lang="en-IN" sz="1600" dirty="0"/>
          </a:p>
        </p:txBody>
      </p:sp>
      <p:sp>
        <p:nvSpPr>
          <p:cNvPr id="16" name="TextBox 15">
            <a:extLst>
              <a:ext uri="{FF2B5EF4-FFF2-40B4-BE49-F238E27FC236}">
                <a16:creationId xmlns:a16="http://schemas.microsoft.com/office/drawing/2014/main" id="{98232C0C-B25A-8FFD-46BF-996D73D8E186}"/>
              </a:ext>
            </a:extLst>
          </p:cNvPr>
          <p:cNvSpPr txBox="1"/>
          <p:nvPr/>
        </p:nvSpPr>
        <p:spPr>
          <a:xfrm>
            <a:off x="8603861" y="2852517"/>
            <a:ext cx="4042354" cy="369332"/>
          </a:xfrm>
          <a:prstGeom prst="rect">
            <a:avLst/>
          </a:prstGeom>
          <a:noFill/>
        </p:spPr>
        <p:txBody>
          <a:bodyPr wrap="square">
            <a:spAutoFit/>
          </a:bodyPr>
          <a:lstStyle/>
          <a:p>
            <a:r>
              <a:rPr lang="en-IN" b="1" dirty="0">
                <a:solidFill>
                  <a:schemeClr val="tx2"/>
                </a:solidFill>
              </a:rPr>
              <a:t>Separate Models Required</a:t>
            </a:r>
          </a:p>
        </p:txBody>
      </p:sp>
      <p:sp>
        <p:nvSpPr>
          <p:cNvPr id="18" name="TextBox 17">
            <a:extLst>
              <a:ext uri="{FF2B5EF4-FFF2-40B4-BE49-F238E27FC236}">
                <a16:creationId xmlns:a16="http://schemas.microsoft.com/office/drawing/2014/main" id="{FD1EC903-F2AE-3BA4-FB5D-04538FA8E5D4}"/>
              </a:ext>
            </a:extLst>
          </p:cNvPr>
          <p:cNvSpPr txBox="1"/>
          <p:nvPr/>
        </p:nvSpPr>
        <p:spPr>
          <a:xfrm>
            <a:off x="8553491" y="3129135"/>
            <a:ext cx="3483000" cy="861774"/>
          </a:xfrm>
          <a:prstGeom prst="rect">
            <a:avLst/>
          </a:prstGeom>
          <a:noFill/>
        </p:spPr>
        <p:txBody>
          <a:bodyPr wrap="square">
            <a:spAutoFit/>
          </a:bodyPr>
          <a:lstStyle/>
          <a:p>
            <a:pPr algn="ctr"/>
            <a:r>
              <a:rPr lang="en-US" sz="1600" dirty="0"/>
              <a:t>Doctor and medicine datasets cannot be combined due to different structures and prediction targets</a:t>
            </a:r>
            <a:r>
              <a:rPr lang="en-US" dirty="0"/>
              <a:t>.</a:t>
            </a:r>
            <a:endParaRPr lang="en-IN" dirty="0"/>
          </a:p>
        </p:txBody>
      </p:sp>
      <p:sp>
        <p:nvSpPr>
          <p:cNvPr id="17" name="TextBox 16">
            <a:extLst>
              <a:ext uri="{FF2B5EF4-FFF2-40B4-BE49-F238E27FC236}">
                <a16:creationId xmlns:a16="http://schemas.microsoft.com/office/drawing/2014/main" id="{0244321A-7A1A-E247-6FC5-3820ACD458C6}"/>
              </a:ext>
            </a:extLst>
          </p:cNvPr>
          <p:cNvSpPr txBox="1"/>
          <p:nvPr/>
        </p:nvSpPr>
        <p:spPr>
          <a:xfrm>
            <a:off x="4917233" y="531845"/>
            <a:ext cx="2949846" cy="461665"/>
          </a:xfrm>
          <a:prstGeom prst="rect">
            <a:avLst/>
          </a:prstGeom>
          <a:noFill/>
        </p:spPr>
        <p:txBody>
          <a:bodyPr wrap="none" rtlCol="0">
            <a:spAutoFit/>
          </a:bodyPr>
          <a:lstStyle/>
          <a:p>
            <a:r>
              <a:rPr lang="en-IN" sz="2400" b="1" dirty="0">
                <a:solidFill>
                  <a:schemeClr val="accent1"/>
                </a:solidFill>
              </a:rPr>
              <a:t>Caveats &amp; Limitations</a:t>
            </a:r>
          </a:p>
        </p:txBody>
      </p:sp>
    </p:spTree>
    <p:extLst>
      <p:ext uri="{BB962C8B-B14F-4D97-AF65-F5344CB8AC3E}">
        <p14:creationId xmlns:p14="http://schemas.microsoft.com/office/powerpoint/2010/main" val="224108794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6-Point Star 8">
            <a:extLst>
              <a:ext uri="{FF2B5EF4-FFF2-40B4-BE49-F238E27FC236}">
                <a16:creationId xmlns:a16="http://schemas.microsoft.com/office/drawing/2014/main" id="{3E143A61-4936-45BF-A5B4-ED54A9067186}"/>
              </a:ext>
            </a:extLst>
          </p:cNvPr>
          <p:cNvSpPr/>
          <p:nvPr/>
        </p:nvSpPr>
        <p:spPr>
          <a:xfrm>
            <a:off x="3930323" y="955221"/>
            <a:ext cx="4331354" cy="5441040"/>
          </a:xfrm>
          <a:prstGeom prst="star6">
            <a:avLst>
              <a:gd name="adj" fmla="val 0"/>
              <a:gd name="hf" fmla="val 115470"/>
            </a:avLst>
          </a:prstGeom>
          <a:ln w="2540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Arial" panose="020B0604020202020204" pitchFamily="34" charset="0"/>
              <a:cs typeface="Arial" panose="020B0604020202020204" pitchFamily="34" charset="0"/>
            </a:endParaRPr>
          </a:p>
        </p:txBody>
      </p:sp>
      <p:sp>
        <p:nvSpPr>
          <p:cNvPr id="53" name="Oval 52">
            <a:extLst>
              <a:ext uri="{FF2B5EF4-FFF2-40B4-BE49-F238E27FC236}">
                <a16:creationId xmlns:a16="http://schemas.microsoft.com/office/drawing/2014/main" id="{154C1400-E156-4F4F-B421-E6A9A2C3F1BC}"/>
              </a:ext>
            </a:extLst>
          </p:cNvPr>
          <p:cNvSpPr/>
          <p:nvPr/>
        </p:nvSpPr>
        <p:spPr>
          <a:xfrm>
            <a:off x="3911600" y="1550191"/>
            <a:ext cx="4368800" cy="4251100"/>
          </a:xfrm>
          <a:prstGeom prst="ellipse">
            <a:avLst/>
          </a:prstGeom>
          <a:gradFill>
            <a:gsLst>
              <a:gs pos="0">
                <a:schemeClr val="accent1">
                  <a:lumMod val="5000"/>
                  <a:lumOff val="95000"/>
                </a:schemeClr>
              </a:gs>
              <a:gs pos="46000">
                <a:schemeClr val="bg1">
                  <a:lumMod val="95000"/>
                </a:schemeClr>
              </a:gs>
              <a:gs pos="100000">
                <a:schemeClr val="bg1">
                  <a:lumMod val="95000"/>
                </a:schemeClr>
              </a:gs>
            </a:gsLst>
            <a:path path="circle">
              <a:fillToRect l="50000" t="50000" r="50000" b="50000"/>
            </a:path>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Arial" panose="020B0604020202020204" pitchFamily="34" charset="0"/>
              <a:cs typeface="Arial" panose="020B0604020202020204" pitchFamily="34" charset="0"/>
            </a:endParaRPr>
          </a:p>
        </p:txBody>
      </p:sp>
      <p:sp>
        <p:nvSpPr>
          <p:cNvPr id="56" name="Parallelogram 55">
            <a:extLst>
              <a:ext uri="{FF2B5EF4-FFF2-40B4-BE49-F238E27FC236}">
                <a16:creationId xmlns:a16="http://schemas.microsoft.com/office/drawing/2014/main" id="{FA7EBD29-05C8-4F8E-9B06-03D450639628}"/>
              </a:ext>
            </a:extLst>
          </p:cNvPr>
          <p:cNvSpPr/>
          <p:nvPr/>
        </p:nvSpPr>
        <p:spPr>
          <a:xfrm flipH="1" flipV="1">
            <a:off x="4485005" y="3675742"/>
            <a:ext cx="1605534" cy="1009030"/>
          </a:xfrm>
          <a:prstGeom prst="parallelogram">
            <a:avLst>
              <a:gd name="adj" fmla="val 51782"/>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a:scene3d>
            <a:camera prst="orthographicFront"/>
            <a:lightRig rig="threePt" dir="t"/>
          </a:scene3d>
          <a:sp3d>
            <a:bevelT w="146050" h="1079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Arial" panose="020B0604020202020204" pitchFamily="34" charset="0"/>
              <a:cs typeface="Arial" panose="020B0604020202020204" pitchFamily="34" charset="0"/>
            </a:endParaRPr>
          </a:p>
        </p:txBody>
      </p:sp>
      <p:sp>
        <p:nvSpPr>
          <p:cNvPr id="57" name="Parallelogram 56">
            <a:extLst>
              <a:ext uri="{FF2B5EF4-FFF2-40B4-BE49-F238E27FC236}">
                <a16:creationId xmlns:a16="http://schemas.microsoft.com/office/drawing/2014/main" id="{A2061874-50F1-4D21-9C27-AA02E0E298FA}"/>
              </a:ext>
            </a:extLst>
          </p:cNvPr>
          <p:cNvSpPr/>
          <p:nvPr/>
        </p:nvSpPr>
        <p:spPr>
          <a:xfrm flipV="1">
            <a:off x="6096000" y="3675741"/>
            <a:ext cx="1605534" cy="1009030"/>
          </a:xfrm>
          <a:prstGeom prst="parallelogram">
            <a:avLst>
              <a:gd name="adj" fmla="val 51782"/>
            </a:avLst>
          </a:prstGeom>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ln>
            <a:noFill/>
          </a:ln>
          <a:scene3d>
            <a:camera prst="orthographicFront"/>
            <a:lightRig rig="threePt" dir="t"/>
          </a:scene3d>
          <a:sp3d>
            <a:bevelT w="146050" h="1079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Arial" panose="020B0604020202020204" pitchFamily="34" charset="0"/>
              <a:cs typeface="Arial" panose="020B0604020202020204" pitchFamily="34" charset="0"/>
            </a:endParaRPr>
          </a:p>
        </p:txBody>
      </p:sp>
      <p:sp>
        <p:nvSpPr>
          <p:cNvPr id="58" name="Diamond 57">
            <a:extLst>
              <a:ext uri="{FF2B5EF4-FFF2-40B4-BE49-F238E27FC236}">
                <a16:creationId xmlns:a16="http://schemas.microsoft.com/office/drawing/2014/main" id="{C7826FDD-3421-40EE-BBDC-2EBE3F6C690C}"/>
              </a:ext>
            </a:extLst>
          </p:cNvPr>
          <p:cNvSpPr/>
          <p:nvPr/>
        </p:nvSpPr>
        <p:spPr>
          <a:xfrm>
            <a:off x="5553177" y="1670550"/>
            <a:ext cx="1081278" cy="2005192"/>
          </a:xfrm>
          <a:prstGeom prst="diamond">
            <a:avLst/>
          </a:prstGeom>
          <a:gradFill flip="none" rotWithShape="1">
            <a:gsLst>
              <a:gs pos="0">
                <a:schemeClr val="accent1"/>
              </a:gs>
              <a:gs pos="46000">
                <a:schemeClr val="accent1">
                  <a:lumMod val="75000"/>
                </a:schemeClr>
              </a:gs>
              <a:gs pos="100000">
                <a:schemeClr val="accent1">
                  <a:lumMod val="50000"/>
                </a:schemeClr>
              </a:gs>
            </a:gsLst>
            <a:path path="circle">
              <a:fillToRect l="50000" t="50000" r="50000" b="50000"/>
            </a:path>
            <a:tileRect/>
          </a:gradFill>
          <a:ln>
            <a:noFill/>
          </a:ln>
          <a:scene3d>
            <a:camera prst="orthographicFront"/>
            <a:lightRig rig="threePt" dir="t"/>
          </a:scene3d>
          <a:sp3d>
            <a:bevelT w="146050" h="1079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Arial" panose="020B0604020202020204" pitchFamily="34" charset="0"/>
              <a:cs typeface="Arial" panose="020B0604020202020204" pitchFamily="34" charset="0"/>
            </a:endParaRPr>
          </a:p>
        </p:txBody>
      </p:sp>
      <p:sp>
        <p:nvSpPr>
          <p:cNvPr id="59" name="Parallelogram 58">
            <a:extLst>
              <a:ext uri="{FF2B5EF4-FFF2-40B4-BE49-F238E27FC236}">
                <a16:creationId xmlns:a16="http://schemas.microsoft.com/office/drawing/2014/main" id="{EF611233-ECF8-4D5A-B4B6-0E6EF6814E5C}"/>
              </a:ext>
            </a:extLst>
          </p:cNvPr>
          <p:cNvSpPr/>
          <p:nvPr/>
        </p:nvSpPr>
        <p:spPr>
          <a:xfrm>
            <a:off x="6096000" y="2666712"/>
            <a:ext cx="1605534" cy="1009030"/>
          </a:xfrm>
          <a:prstGeom prst="parallelogram">
            <a:avLst>
              <a:gd name="adj" fmla="val 51782"/>
            </a:avLst>
          </a:prstGeom>
          <a:gradFill flip="none" rotWithShape="1">
            <a:gsLst>
              <a:gs pos="0">
                <a:schemeClr val="accent3">
                  <a:lumMod val="40000"/>
                  <a:lumOff val="60000"/>
                </a:schemeClr>
              </a:gs>
              <a:gs pos="46000">
                <a:schemeClr val="accent3">
                  <a:lumMod val="95000"/>
                  <a:lumOff val="5000"/>
                </a:schemeClr>
              </a:gs>
              <a:gs pos="100000">
                <a:schemeClr val="accent3">
                  <a:lumMod val="60000"/>
                </a:schemeClr>
              </a:gs>
            </a:gsLst>
            <a:path path="circle">
              <a:fillToRect l="50000" t="130000" r="50000" b="-30000"/>
            </a:path>
            <a:tileRect/>
          </a:gradFill>
          <a:ln>
            <a:noFill/>
          </a:ln>
          <a:scene3d>
            <a:camera prst="orthographicFront"/>
            <a:lightRig rig="threePt" dir="t"/>
          </a:scene3d>
          <a:sp3d>
            <a:bevelT w="146050" h="1079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Arial" panose="020B0604020202020204" pitchFamily="34" charset="0"/>
              <a:cs typeface="Arial" panose="020B0604020202020204" pitchFamily="34" charset="0"/>
            </a:endParaRPr>
          </a:p>
        </p:txBody>
      </p:sp>
      <p:sp>
        <p:nvSpPr>
          <p:cNvPr id="60" name="Parallelogram 59">
            <a:extLst>
              <a:ext uri="{FF2B5EF4-FFF2-40B4-BE49-F238E27FC236}">
                <a16:creationId xmlns:a16="http://schemas.microsoft.com/office/drawing/2014/main" id="{3ED16431-2735-471B-BBF9-BEFAD3E7A2F9}"/>
              </a:ext>
            </a:extLst>
          </p:cNvPr>
          <p:cNvSpPr/>
          <p:nvPr/>
        </p:nvSpPr>
        <p:spPr>
          <a:xfrm flipH="1">
            <a:off x="4485005" y="2666712"/>
            <a:ext cx="1605534" cy="1009030"/>
          </a:xfrm>
          <a:prstGeom prst="parallelogram">
            <a:avLst>
              <a:gd name="adj" fmla="val 51782"/>
            </a:avLst>
          </a:prstGeom>
          <a:gradFill flip="none" rotWithShape="1">
            <a:gsLst>
              <a:gs pos="0">
                <a:schemeClr val="accent2">
                  <a:lumMod val="40000"/>
                  <a:lumOff val="60000"/>
                </a:schemeClr>
              </a:gs>
              <a:gs pos="46000">
                <a:schemeClr val="accent2">
                  <a:lumMod val="95000"/>
                  <a:lumOff val="5000"/>
                </a:schemeClr>
              </a:gs>
              <a:gs pos="100000">
                <a:schemeClr val="accent2">
                  <a:lumMod val="60000"/>
                </a:schemeClr>
              </a:gs>
            </a:gsLst>
            <a:path path="circle">
              <a:fillToRect l="50000" t="130000" r="50000" b="-30000"/>
            </a:path>
            <a:tileRect/>
          </a:gradFill>
          <a:ln>
            <a:noFill/>
          </a:ln>
          <a:scene3d>
            <a:camera prst="orthographicFront"/>
            <a:lightRig rig="threePt" dir="t"/>
          </a:scene3d>
          <a:sp3d>
            <a:bevelT w="146050" h="1079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Arial" panose="020B0604020202020204" pitchFamily="34" charset="0"/>
              <a:cs typeface="Arial" panose="020B0604020202020204" pitchFamily="34" charset="0"/>
            </a:endParaRPr>
          </a:p>
        </p:txBody>
      </p:sp>
      <p:sp>
        <p:nvSpPr>
          <p:cNvPr id="61" name="Diamond 60">
            <a:extLst>
              <a:ext uri="{FF2B5EF4-FFF2-40B4-BE49-F238E27FC236}">
                <a16:creationId xmlns:a16="http://schemas.microsoft.com/office/drawing/2014/main" id="{F121AEB7-FFCD-432A-AEB6-901C7BD0A8B3}"/>
              </a:ext>
            </a:extLst>
          </p:cNvPr>
          <p:cNvSpPr/>
          <p:nvPr/>
        </p:nvSpPr>
        <p:spPr>
          <a:xfrm>
            <a:off x="5553177" y="3669307"/>
            <a:ext cx="1081278" cy="2005192"/>
          </a:xfrm>
          <a:prstGeom prst="diamond">
            <a:avLst/>
          </a:prstGeom>
          <a:gradFill flip="none" rotWithShape="1">
            <a:gsLst>
              <a:gs pos="0">
                <a:schemeClr val="accent1"/>
              </a:gs>
              <a:gs pos="46000">
                <a:schemeClr val="accent1">
                  <a:lumMod val="75000"/>
                </a:schemeClr>
              </a:gs>
              <a:gs pos="100000">
                <a:schemeClr val="accent1">
                  <a:lumMod val="50000"/>
                </a:schemeClr>
              </a:gs>
            </a:gsLst>
            <a:path path="circle">
              <a:fillToRect l="50000" t="50000" r="50000" b="50000"/>
            </a:path>
            <a:tileRect/>
          </a:gradFill>
          <a:ln>
            <a:noFill/>
          </a:ln>
          <a:scene3d>
            <a:camera prst="orthographicFront"/>
            <a:lightRig rig="threePt" dir="t"/>
          </a:scene3d>
          <a:sp3d>
            <a:bevelT w="146050" h="1079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Arial" panose="020B0604020202020204" pitchFamily="34" charset="0"/>
              <a:cs typeface="Arial" panose="020B0604020202020204" pitchFamily="34" charset="0"/>
            </a:endParaRPr>
          </a:p>
        </p:txBody>
      </p:sp>
      <p:sp>
        <p:nvSpPr>
          <p:cNvPr id="6" name="Oval 5">
            <a:extLst>
              <a:ext uri="{FF2B5EF4-FFF2-40B4-BE49-F238E27FC236}">
                <a16:creationId xmlns:a16="http://schemas.microsoft.com/office/drawing/2014/main" id="{270B8A6E-C714-4A21-8F0C-3F3F9291E87C}"/>
              </a:ext>
            </a:extLst>
          </p:cNvPr>
          <p:cNvSpPr/>
          <p:nvPr/>
        </p:nvSpPr>
        <p:spPr>
          <a:xfrm>
            <a:off x="4542973" y="1502031"/>
            <a:ext cx="731520" cy="731520"/>
          </a:xfrm>
          <a:prstGeom prst="ellipse">
            <a:avLst/>
          </a:prstGeom>
          <a:gradFill>
            <a:gsLst>
              <a:gs pos="0">
                <a:schemeClr val="bg1">
                  <a:lumMod val="95000"/>
                </a:schemeClr>
              </a:gs>
              <a:gs pos="46000">
                <a:schemeClr val="bg1">
                  <a:lumMod val="85000"/>
                </a:schemeClr>
              </a:gs>
              <a:gs pos="100000">
                <a:schemeClr val="bg1">
                  <a:lumMod val="75000"/>
                </a:schemeClr>
              </a:gs>
            </a:gsLst>
            <a:path path="circle">
              <a:fillToRect l="50000" t="130000" r="50000" b="-30000"/>
            </a:path>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75000"/>
                    <a:lumOff val="25000"/>
                  </a:schemeClr>
                </a:solidFill>
                <a:latin typeface="Georgia Pro Cond Semibold" panose="02040706050405020303" pitchFamily="18" charset="0"/>
                <a:cs typeface="Arial" panose="020B0604020202020204" pitchFamily="34" charset="0"/>
              </a:rPr>
              <a:t>01</a:t>
            </a:r>
          </a:p>
        </p:txBody>
      </p:sp>
      <p:sp>
        <p:nvSpPr>
          <p:cNvPr id="7" name="Oval 6">
            <a:extLst>
              <a:ext uri="{FF2B5EF4-FFF2-40B4-BE49-F238E27FC236}">
                <a16:creationId xmlns:a16="http://schemas.microsoft.com/office/drawing/2014/main" id="{F892565F-ED5E-4FDC-BA5A-F7878B41E165}"/>
              </a:ext>
            </a:extLst>
          </p:cNvPr>
          <p:cNvSpPr/>
          <p:nvPr/>
        </p:nvSpPr>
        <p:spPr>
          <a:xfrm>
            <a:off x="6888467" y="1502031"/>
            <a:ext cx="731520" cy="731520"/>
          </a:xfrm>
          <a:prstGeom prst="ellipse">
            <a:avLst/>
          </a:prstGeom>
          <a:gradFill>
            <a:gsLst>
              <a:gs pos="0">
                <a:schemeClr val="bg1">
                  <a:lumMod val="95000"/>
                </a:schemeClr>
              </a:gs>
              <a:gs pos="46000">
                <a:schemeClr val="bg1">
                  <a:lumMod val="85000"/>
                </a:schemeClr>
              </a:gs>
              <a:gs pos="100000">
                <a:schemeClr val="bg1">
                  <a:lumMod val="75000"/>
                </a:schemeClr>
              </a:gs>
            </a:gsLst>
            <a:path path="circle">
              <a:fillToRect l="50000" t="130000" r="50000" b="-30000"/>
            </a:path>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75000"/>
                    <a:lumOff val="25000"/>
                  </a:schemeClr>
                </a:solidFill>
                <a:latin typeface="Georgia Pro Cond Semibold" panose="02040706050405020303" pitchFamily="18" charset="0"/>
                <a:cs typeface="Arial" panose="020B0604020202020204" pitchFamily="34" charset="0"/>
              </a:rPr>
              <a:t>02</a:t>
            </a:r>
          </a:p>
        </p:txBody>
      </p:sp>
      <p:sp>
        <p:nvSpPr>
          <p:cNvPr id="8" name="Oval 7">
            <a:extLst>
              <a:ext uri="{FF2B5EF4-FFF2-40B4-BE49-F238E27FC236}">
                <a16:creationId xmlns:a16="http://schemas.microsoft.com/office/drawing/2014/main" id="{1BB95A38-BEBD-4116-B67C-F278BA8DA057}"/>
              </a:ext>
            </a:extLst>
          </p:cNvPr>
          <p:cNvSpPr/>
          <p:nvPr/>
        </p:nvSpPr>
        <p:spPr>
          <a:xfrm>
            <a:off x="3543795" y="3301685"/>
            <a:ext cx="731520" cy="731520"/>
          </a:xfrm>
          <a:prstGeom prst="ellipse">
            <a:avLst/>
          </a:prstGeom>
          <a:gradFill>
            <a:gsLst>
              <a:gs pos="0">
                <a:schemeClr val="bg1">
                  <a:lumMod val="95000"/>
                </a:schemeClr>
              </a:gs>
              <a:gs pos="46000">
                <a:schemeClr val="bg1">
                  <a:lumMod val="85000"/>
                </a:schemeClr>
              </a:gs>
              <a:gs pos="100000">
                <a:schemeClr val="bg1">
                  <a:lumMod val="75000"/>
                </a:schemeClr>
              </a:gs>
            </a:gsLst>
            <a:path path="circle">
              <a:fillToRect l="50000" t="130000" r="50000" b="-30000"/>
            </a:path>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75000"/>
                    <a:lumOff val="25000"/>
                  </a:schemeClr>
                </a:solidFill>
                <a:latin typeface="Georgia Pro Cond Semibold" panose="02040706050405020303" pitchFamily="18" charset="0"/>
                <a:cs typeface="Arial" panose="020B0604020202020204" pitchFamily="34" charset="0"/>
              </a:rPr>
              <a:t>06</a:t>
            </a:r>
          </a:p>
        </p:txBody>
      </p:sp>
      <p:sp>
        <p:nvSpPr>
          <p:cNvPr id="9" name="Oval 8">
            <a:extLst>
              <a:ext uri="{FF2B5EF4-FFF2-40B4-BE49-F238E27FC236}">
                <a16:creationId xmlns:a16="http://schemas.microsoft.com/office/drawing/2014/main" id="{1DF1D7E0-3F32-4E89-9ED9-1A9950182931}"/>
              </a:ext>
            </a:extLst>
          </p:cNvPr>
          <p:cNvSpPr/>
          <p:nvPr/>
        </p:nvSpPr>
        <p:spPr>
          <a:xfrm>
            <a:off x="7906513" y="3301685"/>
            <a:ext cx="731520" cy="731520"/>
          </a:xfrm>
          <a:prstGeom prst="ellipse">
            <a:avLst/>
          </a:prstGeom>
          <a:gradFill>
            <a:gsLst>
              <a:gs pos="0">
                <a:schemeClr val="bg1">
                  <a:lumMod val="95000"/>
                </a:schemeClr>
              </a:gs>
              <a:gs pos="46000">
                <a:schemeClr val="bg1">
                  <a:lumMod val="85000"/>
                </a:schemeClr>
              </a:gs>
              <a:gs pos="100000">
                <a:schemeClr val="bg1">
                  <a:lumMod val="75000"/>
                </a:schemeClr>
              </a:gs>
            </a:gsLst>
            <a:path path="circle">
              <a:fillToRect l="50000" t="130000" r="50000" b="-30000"/>
            </a:path>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75000"/>
                    <a:lumOff val="25000"/>
                  </a:schemeClr>
                </a:solidFill>
                <a:latin typeface="Georgia Pro Cond Semibold" panose="02040706050405020303" pitchFamily="18" charset="0"/>
                <a:cs typeface="Arial" panose="020B0604020202020204" pitchFamily="34" charset="0"/>
              </a:rPr>
              <a:t>03</a:t>
            </a:r>
          </a:p>
        </p:txBody>
      </p:sp>
      <p:sp>
        <p:nvSpPr>
          <p:cNvPr id="10" name="Oval 9">
            <a:extLst>
              <a:ext uri="{FF2B5EF4-FFF2-40B4-BE49-F238E27FC236}">
                <a16:creationId xmlns:a16="http://schemas.microsoft.com/office/drawing/2014/main" id="{504143F8-5C34-4C3B-9E31-24184CA1E1DF}"/>
              </a:ext>
            </a:extLst>
          </p:cNvPr>
          <p:cNvSpPr/>
          <p:nvPr/>
        </p:nvSpPr>
        <p:spPr>
          <a:xfrm>
            <a:off x="4486309" y="5109628"/>
            <a:ext cx="731520" cy="731520"/>
          </a:xfrm>
          <a:prstGeom prst="ellipse">
            <a:avLst/>
          </a:prstGeom>
          <a:gradFill>
            <a:gsLst>
              <a:gs pos="0">
                <a:schemeClr val="bg1">
                  <a:lumMod val="95000"/>
                </a:schemeClr>
              </a:gs>
              <a:gs pos="46000">
                <a:schemeClr val="bg1">
                  <a:lumMod val="85000"/>
                </a:schemeClr>
              </a:gs>
              <a:gs pos="100000">
                <a:schemeClr val="bg1">
                  <a:lumMod val="75000"/>
                </a:schemeClr>
              </a:gs>
            </a:gsLst>
            <a:path path="circle">
              <a:fillToRect l="50000" t="130000" r="50000" b="-30000"/>
            </a:path>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75000"/>
                    <a:lumOff val="25000"/>
                  </a:schemeClr>
                </a:solidFill>
                <a:latin typeface="Georgia Pro Cond Semibold" panose="02040706050405020303" pitchFamily="18" charset="0"/>
                <a:cs typeface="Arial" panose="020B0604020202020204" pitchFamily="34" charset="0"/>
              </a:rPr>
              <a:t>05</a:t>
            </a:r>
          </a:p>
        </p:txBody>
      </p:sp>
      <p:sp>
        <p:nvSpPr>
          <p:cNvPr id="11" name="Oval 10">
            <a:extLst>
              <a:ext uri="{FF2B5EF4-FFF2-40B4-BE49-F238E27FC236}">
                <a16:creationId xmlns:a16="http://schemas.microsoft.com/office/drawing/2014/main" id="{37CFC4E8-976C-4647-86A0-140BFE8D416E}"/>
              </a:ext>
            </a:extLst>
          </p:cNvPr>
          <p:cNvSpPr/>
          <p:nvPr/>
        </p:nvSpPr>
        <p:spPr>
          <a:xfrm>
            <a:off x="6831803" y="5109628"/>
            <a:ext cx="731520" cy="731520"/>
          </a:xfrm>
          <a:prstGeom prst="ellipse">
            <a:avLst/>
          </a:prstGeom>
          <a:gradFill>
            <a:gsLst>
              <a:gs pos="0">
                <a:schemeClr val="bg1">
                  <a:lumMod val="95000"/>
                </a:schemeClr>
              </a:gs>
              <a:gs pos="46000">
                <a:schemeClr val="bg1">
                  <a:lumMod val="85000"/>
                </a:schemeClr>
              </a:gs>
              <a:gs pos="100000">
                <a:schemeClr val="bg1">
                  <a:lumMod val="75000"/>
                </a:schemeClr>
              </a:gs>
            </a:gsLst>
            <a:path path="circle">
              <a:fillToRect l="50000" t="130000" r="50000" b="-30000"/>
            </a:path>
          </a:gra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lumMod val="75000"/>
                    <a:lumOff val="25000"/>
                  </a:schemeClr>
                </a:solidFill>
                <a:latin typeface="Georgia Pro Cond Semibold" panose="02040706050405020303" pitchFamily="18" charset="0"/>
                <a:cs typeface="Arial" panose="020B0604020202020204" pitchFamily="34" charset="0"/>
              </a:rPr>
              <a:t>04</a:t>
            </a:r>
          </a:p>
        </p:txBody>
      </p:sp>
      <p:grpSp>
        <p:nvGrpSpPr>
          <p:cNvPr id="65" name="Group 64">
            <a:extLst>
              <a:ext uri="{FF2B5EF4-FFF2-40B4-BE49-F238E27FC236}">
                <a16:creationId xmlns:a16="http://schemas.microsoft.com/office/drawing/2014/main" id="{EBF7D5AA-3C6C-4020-9A53-F58CE0E6428B}"/>
              </a:ext>
            </a:extLst>
          </p:cNvPr>
          <p:cNvGrpSpPr/>
          <p:nvPr/>
        </p:nvGrpSpPr>
        <p:grpSpPr>
          <a:xfrm>
            <a:off x="930216" y="1296408"/>
            <a:ext cx="2713114" cy="1055108"/>
            <a:chOff x="930216" y="1049667"/>
            <a:chExt cx="2713114" cy="1055108"/>
          </a:xfrm>
        </p:grpSpPr>
        <p:sp>
          <p:nvSpPr>
            <p:cNvPr id="51" name="TextBox 50">
              <a:extLst>
                <a:ext uri="{FF2B5EF4-FFF2-40B4-BE49-F238E27FC236}">
                  <a16:creationId xmlns:a16="http://schemas.microsoft.com/office/drawing/2014/main" id="{0EE0FE8F-AB42-4A57-B942-A8B57095E241}"/>
                </a:ext>
              </a:extLst>
            </p:cNvPr>
            <p:cNvSpPr txBox="1"/>
            <p:nvPr/>
          </p:nvSpPr>
          <p:spPr>
            <a:xfrm>
              <a:off x="1101836" y="1049667"/>
              <a:ext cx="2541494" cy="400110"/>
            </a:xfrm>
            <a:prstGeom prst="rect">
              <a:avLst/>
            </a:prstGeom>
            <a:noFill/>
          </p:spPr>
          <p:txBody>
            <a:bodyPr wrap="square" rtlCol="0">
              <a:spAutoFit/>
            </a:bodyPr>
            <a:lstStyle/>
            <a:p>
              <a:pPr algn="r"/>
              <a:r>
                <a:rPr lang="en-US" sz="2000" spc="-150" dirty="0">
                  <a:latin typeface="Georgia Pro Cond Semibold" panose="02040706050405020303" pitchFamily="18" charset="0"/>
                  <a:cs typeface="Arial" panose="020B0604020202020204" pitchFamily="34" charset="0"/>
                </a:rPr>
                <a:t>Limited Dataset Size</a:t>
              </a:r>
            </a:p>
          </p:txBody>
        </p:sp>
        <p:sp>
          <p:nvSpPr>
            <p:cNvPr id="52" name="TextBox 51">
              <a:extLst>
                <a:ext uri="{FF2B5EF4-FFF2-40B4-BE49-F238E27FC236}">
                  <a16:creationId xmlns:a16="http://schemas.microsoft.com/office/drawing/2014/main" id="{1C54529A-E304-4692-A4AD-C361100C2573}"/>
                </a:ext>
              </a:extLst>
            </p:cNvPr>
            <p:cNvSpPr txBox="1"/>
            <p:nvPr/>
          </p:nvSpPr>
          <p:spPr>
            <a:xfrm>
              <a:off x="930216" y="1366111"/>
              <a:ext cx="2713114" cy="738664"/>
            </a:xfrm>
            <a:prstGeom prst="rect">
              <a:avLst/>
            </a:prstGeom>
            <a:noFill/>
          </p:spPr>
          <p:txBody>
            <a:bodyPr wrap="square" rtlCol="0">
              <a:spAutoFit/>
            </a:bodyPr>
            <a:lstStyle/>
            <a:p>
              <a:pPr lvl="0" algn="r"/>
              <a:r>
                <a:rPr lang="en-US" sz="1400" dirty="0"/>
                <a:t>Small data samples reduce generalization across different hospitals/pharmacies.</a:t>
              </a:r>
              <a:endParaRPr lang="en-US" sz="1400" dirty="0">
                <a:solidFill>
                  <a:schemeClr val="tx1">
                    <a:lumMod val="75000"/>
                    <a:lumOff val="25000"/>
                  </a:schemeClr>
                </a:solidFill>
                <a:latin typeface="Georgia Pro Cond Light" panose="02040306050405020303" pitchFamily="18" charset="0"/>
                <a:cs typeface="Arial" panose="020B0604020202020204" pitchFamily="34" charset="0"/>
              </a:endParaRPr>
            </a:p>
          </p:txBody>
        </p:sp>
      </p:grpSp>
      <p:grpSp>
        <p:nvGrpSpPr>
          <p:cNvPr id="67" name="Group 66">
            <a:extLst>
              <a:ext uri="{FF2B5EF4-FFF2-40B4-BE49-F238E27FC236}">
                <a16:creationId xmlns:a16="http://schemas.microsoft.com/office/drawing/2014/main" id="{95195ABE-3EF9-4BF8-A473-F3DFB75F550D}"/>
              </a:ext>
            </a:extLst>
          </p:cNvPr>
          <p:cNvGrpSpPr/>
          <p:nvPr/>
        </p:nvGrpSpPr>
        <p:grpSpPr>
          <a:xfrm>
            <a:off x="930216" y="5401737"/>
            <a:ext cx="2713114" cy="839664"/>
            <a:chOff x="930216" y="5154996"/>
            <a:chExt cx="2713114" cy="839664"/>
          </a:xfrm>
        </p:grpSpPr>
        <p:sp>
          <p:nvSpPr>
            <p:cNvPr id="49" name="TextBox 48">
              <a:extLst>
                <a:ext uri="{FF2B5EF4-FFF2-40B4-BE49-F238E27FC236}">
                  <a16:creationId xmlns:a16="http://schemas.microsoft.com/office/drawing/2014/main" id="{9C3FE123-F901-46BA-9D6F-D143E98F0B66}"/>
                </a:ext>
              </a:extLst>
            </p:cNvPr>
            <p:cNvSpPr txBox="1"/>
            <p:nvPr/>
          </p:nvSpPr>
          <p:spPr>
            <a:xfrm>
              <a:off x="930216" y="5154996"/>
              <a:ext cx="2713114" cy="400110"/>
            </a:xfrm>
            <a:prstGeom prst="rect">
              <a:avLst/>
            </a:prstGeom>
            <a:noFill/>
          </p:spPr>
          <p:txBody>
            <a:bodyPr wrap="square" rtlCol="0">
              <a:spAutoFit/>
            </a:bodyPr>
            <a:lstStyle/>
            <a:p>
              <a:r>
                <a:rPr lang="en-US" sz="2000" spc="-150" dirty="0">
                  <a:latin typeface="Georgia Pro Cond Semibold" panose="02040706050405020303" pitchFamily="18" charset="0"/>
                  <a:cs typeface="Arial" panose="020B0604020202020204" pitchFamily="34" charset="0"/>
                </a:rPr>
                <a:t>No Front-End Integration</a:t>
              </a:r>
            </a:p>
          </p:txBody>
        </p:sp>
        <p:sp>
          <p:nvSpPr>
            <p:cNvPr id="50" name="TextBox 49">
              <a:extLst>
                <a:ext uri="{FF2B5EF4-FFF2-40B4-BE49-F238E27FC236}">
                  <a16:creationId xmlns:a16="http://schemas.microsoft.com/office/drawing/2014/main" id="{1184C20B-7B06-4505-AE98-A6323CB1D03F}"/>
                </a:ext>
              </a:extLst>
            </p:cNvPr>
            <p:cNvSpPr txBox="1"/>
            <p:nvPr/>
          </p:nvSpPr>
          <p:spPr>
            <a:xfrm>
              <a:off x="930216" y="5471440"/>
              <a:ext cx="2713114" cy="523220"/>
            </a:xfrm>
            <a:prstGeom prst="rect">
              <a:avLst/>
            </a:prstGeom>
            <a:noFill/>
          </p:spPr>
          <p:txBody>
            <a:bodyPr wrap="square" rtlCol="0">
              <a:spAutoFit/>
            </a:bodyPr>
            <a:lstStyle/>
            <a:p>
              <a:pPr lvl="0" algn="r"/>
              <a:r>
                <a:rPr lang="en-US" sz="1400" dirty="0"/>
                <a:t>Models are not deployed in a UI/dashboard for real-time usage.</a:t>
              </a:r>
              <a:endParaRPr lang="en-US" sz="1400" dirty="0">
                <a:solidFill>
                  <a:schemeClr val="tx1">
                    <a:lumMod val="75000"/>
                    <a:lumOff val="25000"/>
                  </a:schemeClr>
                </a:solidFill>
                <a:latin typeface="Georgia Pro Cond Light" panose="02040306050405020303" pitchFamily="18" charset="0"/>
                <a:cs typeface="Arial" panose="020B0604020202020204" pitchFamily="34" charset="0"/>
              </a:endParaRPr>
            </a:p>
          </p:txBody>
        </p:sp>
      </p:grpSp>
      <p:grpSp>
        <p:nvGrpSpPr>
          <p:cNvPr id="66" name="Group 65">
            <a:extLst>
              <a:ext uri="{FF2B5EF4-FFF2-40B4-BE49-F238E27FC236}">
                <a16:creationId xmlns:a16="http://schemas.microsoft.com/office/drawing/2014/main" id="{9C8DE8F4-4BF5-465A-ACCE-1EFFA0F7B5A3}"/>
              </a:ext>
            </a:extLst>
          </p:cNvPr>
          <p:cNvGrpSpPr/>
          <p:nvPr/>
        </p:nvGrpSpPr>
        <p:grpSpPr>
          <a:xfrm>
            <a:off x="248253" y="3349073"/>
            <a:ext cx="2713114" cy="1055108"/>
            <a:chOff x="248253" y="3102332"/>
            <a:chExt cx="2713114" cy="1055108"/>
          </a:xfrm>
        </p:grpSpPr>
        <p:sp>
          <p:nvSpPr>
            <p:cNvPr id="47" name="TextBox 46">
              <a:extLst>
                <a:ext uri="{FF2B5EF4-FFF2-40B4-BE49-F238E27FC236}">
                  <a16:creationId xmlns:a16="http://schemas.microsoft.com/office/drawing/2014/main" id="{3D9882B6-F0AE-4673-BCC2-E8D82E376AFA}"/>
                </a:ext>
              </a:extLst>
            </p:cNvPr>
            <p:cNvSpPr txBox="1"/>
            <p:nvPr/>
          </p:nvSpPr>
          <p:spPr>
            <a:xfrm>
              <a:off x="419873" y="3102332"/>
              <a:ext cx="2541494" cy="400110"/>
            </a:xfrm>
            <a:prstGeom prst="rect">
              <a:avLst/>
            </a:prstGeom>
            <a:noFill/>
          </p:spPr>
          <p:txBody>
            <a:bodyPr wrap="square" rtlCol="0">
              <a:spAutoFit/>
            </a:bodyPr>
            <a:lstStyle/>
            <a:p>
              <a:pPr algn="r"/>
              <a:r>
                <a:rPr lang="en-US" sz="2000" spc="-150" dirty="0">
                  <a:latin typeface="Georgia Pro Cond Semibold" panose="02040706050405020303" pitchFamily="18" charset="0"/>
                  <a:cs typeface="Arial" panose="020B0604020202020204" pitchFamily="34" charset="0"/>
                </a:rPr>
                <a:t>Limited Data Diversity</a:t>
              </a:r>
            </a:p>
          </p:txBody>
        </p:sp>
        <p:sp>
          <p:nvSpPr>
            <p:cNvPr id="48" name="TextBox 47">
              <a:extLst>
                <a:ext uri="{FF2B5EF4-FFF2-40B4-BE49-F238E27FC236}">
                  <a16:creationId xmlns:a16="http://schemas.microsoft.com/office/drawing/2014/main" id="{EFBD34D2-D40F-4EB8-865F-84D4A0C211B1}"/>
                </a:ext>
              </a:extLst>
            </p:cNvPr>
            <p:cNvSpPr txBox="1"/>
            <p:nvPr/>
          </p:nvSpPr>
          <p:spPr>
            <a:xfrm>
              <a:off x="248253" y="3418776"/>
              <a:ext cx="2713114" cy="738664"/>
            </a:xfrm>
            <a:prstGeom prst="rect">
              <a:avLst/>
            </a:prstGeom>
            <a:noFill/>
          </p:spPr>
          <p:txBody>
            <a:bodyPr wrap="square" rtlCol="0">
              <a:spAutoFit/>
            </a:bodyPr>
            <a:lstStyle/>
            <a:p>
              <a:pPr algn="r"/>
              <a:r>
                <a:rPr lang="en-US" sz="1400" dirty="0"/>
                <a:t>Data collected from few sources may not represent all institutions.</a:t>
              </a:r>
            </a:p>
            <a:p>
              <a:pPr lvl="0" algn="r"/>
              <a:endParaRPr lang="en-US" sz="1400" dirty="0">
                <a:solidFill>
                  <a:schemeClr val="tx1">
                    <a:lumMod val="75000"/>
                    <a:lumOff val="25000"/>
                  </a:schemeClr>
                </a:solidFill>
                <a:latin typeface="Georgia Pro Cond Light" panose="02040306050405020303" pitchFamily="18" charset="0"/>
                <a:cs typeface="Arial" panose="020B0604020202020204" pitchFamily="34" charset="0"/>
              </a:endParaRPr>
            </a:p>
          </p:txBody>
        </p:sp>
      </p:grpSp>
      <p:grpSp>
        <p:nvGrpSpPr>
          <p:cNvPr id="68" name="Group 67">
            <a:extLst>
              <a:ext uri="{FF2B5EF4-FFF2-40B4-BE49-F238E27FC236}">
                <a16:creationId xmlns:a16="http://schemas.microsoft.com/office/drawing/2014/main" id="{D02B157B-AF12-491E-82DD-C5A2B01AB126}"/>
              </a:ext>
            </a:extLst>
          </p:cNvPr>
          <p:cNvGrpSpPr/>
          <p:nvPr/>
        </p:nvGrpSpPr>
        <p:grpSpPr>
          <a:xfrm>
            <a:off x="8577282" y="1296408"/>
            <a:ext cx="2713114" cy="1055108"/>
            <a:chOff x="8577282" y="1049667"/>
            <a:chExt cx="2713114" cy="1055108"/>
          </a:xfrm>
        </p:grpSpPr>
        <p:sp>
          <p:nvSpPr>
            <p:cNvPr id="45" name="TextBox 44">
              <a:extLst>
                <a:ext uri="{FF2B5EF4-FFF2-40B4-BE49-F238E27FC236}">
                  <a16:creationId xmlns:a16="http://schemas.microsoft.com/office/drawing/2014/main" id="{02164651-D9B4-4861-96CE-43A93350EC4D}"/>
                </a:ext>
              </a:extLst>
            </p:cNvPr>
            <p:cNvSpPr txBox="1"/>
            <p:nvPr/>
          </p:nvSpPr>
          <p:spPr>
            <a:xfrm>
              <a:off x="8577282" y="1049667"/>
              <a:ext cx="2541494" cy="400110"/>
            </a:xfrm>
            <a:prstGeom prst="rect">
              <a:avLst/>
            </a:prstGeom>
            <a:noFill/>
          </p:spPr>
          <p:txBody>
            <a:bodyPr wrap="square" rtlCol="0">
              <a:spAutoFit/>
            </a:bodyPr>
            <a:lstStyle/>
            <a:p>
              <a:r>
                <a:rPr lang="en-US" sz="2000" spc="-150" dirty="0">
                  <a:latin typeface="Georgia Pro Cond Semibold" panose="02040706050405020303" pitchFamily="18" charset="0"/>
                  <a:cs typeface="Arial" panose="020B0604020202020204" pitchFamily="34" charset="0"/>
                </a:rPr>
                <a:t>No Real-Time Updates</a:t>
              </a:r>
            </a:p>
          </p:txBody>
        </p:sp>
        <p:sp>
          <p:nvSpPr>
            <p:cNvPr id="46" name="TextBox 45">
              <a:extLst>
                <a:ext uri="{FF2B5EF4-FFF2-40B4-BE49-F238E27FC236}">
                  <a16:creationId xmlns:a16="http://schemas.microsoft.com/office/drawing/2014/main" id="{BC4E21DE-BE61-496B-8EDC-C30031B5A59D}"/>
                </a:ext>
              </a:extLst>
            </p:cNvPr>
            <p:cNvSpPr txBox="1"/>
            <p:nvPr/>
          </p:nvSpPr>
          <p:spPr>
            <a:xfrm>
              <a:off x="8577282" y="1366111"/>
              <a:ext cx="2713114" cy="738664"/>
            </a:xfrm>
            <a:prstGeom prst="rect">
              <a:avLst/>
            </a:prstGeom>
            <a:noFill/>
          </p:spPr>
          <p:txBody>
            <a:bodyPr wrap="square" rtlCol="0">
              <a:spAutoFit/>
            </a:bodyPr>
            <a:lstStyle/>
            <a:p>
              <a:pPr lvl="0"/>
              <a:r>
                <a:rPr lang="en-US" sz="1400" dirty="0"/>
                <a:t>Predictions rely on static datasets; live stock/availability changes aren’t captured.</a:t>
              </a:r>
              <a:endParaRPr lang="en-US" sz="1400" dirty="0">
                <a:solidFill>
                  <a:schemeClr val="tx1">
                    <a:lumMod val="75000"/>
                    <a:lumOff val="25000"/>
                  </a:schemeClr>
                </a:solidFill>
                <a:latin typeface="Georgia Pro Cond Light" panose="02040306050405020303" pitchFamily="18" charset="0"/>
                <a:cs typeface="Arial" panose="020B0604020202020204" pitchFamily="34" charset="0"/>
              </a:endParaRPr>
            </a:p>
          </p:txBody>
        </p:sp>
      </p:grpSp>
      <p:grpSp>
        <p:nvGrpSpPr>
          <p:cNvPr id="70" name="Group 69">
            <a:extLst>
              <a:ext uri="{FF2B5EF4-FFF2-40B4-BE49-F238E27FC236}">
                <a16:creationId xmlns:a16="http://schemas.microsoft.com/office/drawing/2014/main" id="{D51D5320-B984-4B23-9115-5635B40094B8}"/>
              </a:ext>
            </a:extLst>
          </p:cNvPr>
          <p:cNvGrpSpPr/>
          <p:nvPr/>
        </p:nvGrpSpPr>
        <p:grpSpPr>
          <a:xfrm>
            <a:off x="8577282" y="5401737"/>
            <a:ext cx="2713114" cy="1055108"/>
            <a:chOff x="8577282" y="5154996"/>
            <a:chExt cx="2713114" cy="1055108"/>
          </a:xfrm>
        </p:grpSpPr>
        <p:sp>
          <p:nvSpPr>
            <p:cNvPr id="43" name="TextBox 42">
              <a:extLst>
                <a:ext uri="{FF2B5EF4-FFF2-40B4-BE49-F238E27FC236}">
                  <a16:creationId xmlns:a16="http://schemas.microsoft.com/office/drawing/2014/main" id="{F8BD6B9A-B341-4DE4-9BF7-CCEABF192D8C}"/>
                </a:ext>
              </a:extLst>
            </p:cNvPr>
            <p:cNvSpPr txBox="1"/>
            <p:nvPr/>
          </p:nvSpPr>
          <p:spPr>
            <a:xfrm>
              <a:off x="8577282" y="5154996"/>
              <a:ext cx="2713114" cy="400110"/>
            </a:xfrm>
            <a:prstGeom prst="rect">
              <a:avLst/>
            </a:prstGeom>
            <a:noFill/>
          </p:spPr>
          <p:txBody>
            <a:bodyPr wrap="square" rtlCol="0">
              <a:spAutoFit/>
            </a:bodyPr>
            <a:lstStyle/>
            <a:p>
              <a:r>
                <a:rPr lang="en-US" sz="2000" spc="-150" dirty="0">
                  <a:latin typeface="Georgia Pro Cond Semibold" panose="02040706050405020303" pitchFamily="18" charset="0"/>
                  <a:cs typeface="Arial" panose="020B0604020202020204" pitchFamily="34" charset="0"/>
                </a:rPr>
                <a:t>Missing Operational Factor</a:t>
              </a:r>
            </a:p>
          </p:txBody>
        </p:sp>
        <p:sp>
          <p:nvSpPr>
            <p:cNvPr id="44" name="TextBox 43">
              <a:extLst>
                <a:ext uri="{FF2B5EF4-FFF2-40B4-BE49-F238E27FC236}">
                  <a16:creationId xmlns:a16="http://schemas.microsoft.com/office/drawing/2014/main" id="{C35ACD87-82FC-42E9-8CD7-3A25D116DB40}"/>
                </a:ext>
              </a:extLst>
            </p:cNvPr>
            <p:cNvSpPr txBox="1"/>
            <p:nvPr/>
          </p:nvSpPr>
          <p:spPr>
            <a:xfrm>
              <a:off x="8577282" y="5471440"/>
              <a:ext cx="2713114" cy="738664"/>
            </a:xfrm>
            <a:prstGeom prst="rect">
              <a:avLst/>
            </a:prstGeom>
            <a:noFill/>
          </p:spPr>
          <p:txBody>
            <a:bodyPr wrap="square" rtlCol="0">
              <a:spAutoFit/>
            </a:bodyPr>
            <a:lstStyle/>
            <a:p>
              <a:pPr lvl="0"/>
              <a:r>
                <a:rPr lang="en-US" sz="1400" dirty="0"/>
                <a:t>Shift changes, emergency demand, and supply delays were not included as features.</a:t>
              </a:r>
              <a:endParaRPr lang="en-US" sz="1400" dirty="0">
                <a:solidFill>
                  <a:schemeClr val="tx1">
                    <a:lumMod val="75000"/>
                    <a:lumOff val="25000"/>
                  </a:schemeClr>
                </a:solidFill>
                <a:latin typeface="Georgia Pro Cond Light" panose="02040306050405020303" pitchFamily="18" charset="0"/>
                <a:cs typeface="Arial" panose="020B0604020202020204" pitchFamily="34" charset="0"/>
              </a:endParaRPr>
            </a:p>
          </p:txBody>
        </p:sp>
      </p:grpSp>
      <p:grpSp>
        <p:nvGrpSpPr>
          <p:cNvPr id="69" name="Group 68">
            <a:extLst>
              <a:ext uri="{FF2B5EF4-FFF2-40B4-BE49-F238E27FC236}">
                <a16:creationId xmlns:a16="http://schemas.microsoft.com/office/drawing/2014/main" id="{A9C6029F-7F80-4A1F-A08C-49632F3F57BF}"/>
              </a:ext>
            </a:extLst>
          </p:cNvPr>
          <p:cNvGrpSpPr/>
          <p:nvPr/>
        </p:nvGrpSpPr>
        <p:grpSpPr>
          <a:xfrm>
            <a:off x="8843012" y="3339206"/>
            <a:ext cx="2728244" cy="1064975"/>
            <a:chOff x="9215504" y="3092465"/>
            <a:chExt cx="2728244" cy="1064975"/>
          </a:xfrm>
        </p:grpSpPr>
        <p:sp>
          <p:nvSpPr>
            <p:cNvPr id="41" name="TextBox 40">
              <a:extLst>
                <a:ext uri="{FF2B5EF4-FFF2-40B4-BE49-F238E27FC236}">
                  <a16:creationId xmlns:a16="http://schemas.microsoft.com/office/drawing/2014/main" id="{12F13109-5B02-4860-A3C3-ACC4A6DAEA7E}"/>
                </a:ext>
              </a:extLst>
            </p:cNvPr>
            <p:cNvSpPr txBox="1"/>
            <p:nvPr/>
          </p:nvSpPr>
          <p:spPr>
            <a:xfrm>
              <a:off x="9215504" y="3092465"/>
              <a:ext cx="2713113" cy="400110"/>
            </a:xfrm>
            <a:prstGeom prst="rect">
              <a:avLst/>
            </a:prstGeom>
            <a:noFill/>
          </p:spPr>
          <p:txBody>
            <a:bodyPr wrap="square" rtlCol="0">
              <a:spAutoFit/>
            </a:bodyPr>
            <a:lstStyle/>
            <a:p>
              <a:r>
                <a:rPr lang="en-US" sz="2000" b="1" spc="-150" dirty="0">
                  <a:latin typeface="Georgia Pro Cond Semibold" panose="02040706050405020303" pitchFamily="18" charset="0"/>
                  <a:cs typeface="Arial" panose="020B0604020202020204" pitchFamily="34" charset="0"/>
                </a:rPr>
                <a:t>Model Assumptions</a:t>
              </a:r>
            </a:p>
          </p:txBody>
        </p:sp>
        <p:sp>
          <p:nvSpPr>
            <p:cNvPr id="42" name="TextBox 41">
              <a:extLst>
                <a:ext uri="{FF2B5EF4-FFF2-40B4-BE49-F238E27FC236}">
                  <a16:creationId xmlns:a16="http://schemas.microsoft.com/office/drawing/2014/main" id="{E3A2A859-BCD6-49D6-8249-612E7085B645}"/>
                </a:ext>
              </a:extLst>
            </p:cNvPr>
            <p:cNvSpPr txBox="1"/>
            <p:nvPr/>
          </p:nvSpPr>
          <p:spPr>
            <a:xfrm>
              <a:off x="9230634" y="3418776"/>
              <a:ext cx="2713114" cy="738664"/>
            </a:xfrm>
            <a:prstGeom prst="rect">
              <a:avLst/>
            </a:prstGeom>
            <a:noFill/>
          </p:spPr>
          <p:txBody>
            <a:bodyPr wrap="square" rtlCol="0">
              <a:spAutoFit/>
            </a:bodyPr>
            <a:lstStyle/>
            <a:p>
              <a:pPr lvl="0"/>
              <a:r>
                <a:rPr lang="en-US" sz="1400" dirty="0"/>
                <a:t>Binary classification ignores partial availability or time-based doctor schedules</a:t>
              </a:r>
              <a:endParaRPr lang="en-US" sz="1400" dirty="0">
                <a:solidFill>
                  <a:schemeClr val="tx1">
                    <a:lumMod val="75000"/>
                    <a:lumOff val="25000"/>
                  </a:schemeClr>
                </a:solidFill>
                <a:latin typeface="Georgia Pro Cond Light" panose="02040306050405020303" pitchFamily="18" charset="0"/>
                <a:cs typeface="Arial" panose="020B0604020202020204" pitchFamily="34" charset="0"/>
              </a:endParaRPr>
            </a:p>
          </p:txBody>
        </p:sp>
      </p:grpSp>
      <p:pic>
        <p:nvPicPr>
          <p:cNvPr id="1026" name="Picture 2" descr="Business Card icon">
            <a:extLst>
              <a:ext uri="{FF2B5EF4-FFF2-40B4-BE49-F238E27FC236}">
                <a16:creationId xmlns:a16="http://schemas.microsoft.com/office/drawing/2014/main" id="{0F6B4430-2803-4A21-8A47-FD422D01642C}"/>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6673741" y="2946201"/>
            <a:ext cx="450053" cy="4500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usiness Hierarchy icon">
            <a:extLst>
              <a:ext uri="{FF2B5EF4-FFF2-40B4-BE49-F238E27FC236}">
                <a16:creationId xmlns:a16="http://schemas.microsoft.com/office/drawing/2014/main" id="{B4E2B0C2-F42B-4390-886D-393DEE335E75}"/>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6673741" y="3955230"/>
            <a:ext cx="450053" cy="45005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greement icon">
            <a:extLst>
              <a:ext uri="{FF2B5EF4-FFF2-40B4-BE49-F238E27FC236}">
                <a16:creationId xmlns:a16="http://schemas.microsoft.com/office/drawing/2014/main" id="{420E167E-7726-4473-87A6-34EEC7D9D961}"/>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868790" y="4446877"/>
            <a:ext cx="450053" cy="45005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lanner icon">
            <a:extLst>
              <a:ext uri="{FF2B5EF4-FFF2-40B4-BE49-F238E27FC236}">
                <a16:creationId xmlns:a16="http://schemas.microsoft.com/office/drawing/2014/main" id="{7801D935-3B97-4093-B15A-27253CA06CEE}"/>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062746" y="3955231"/>
            <a:ext cx="450053" cy="45005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Resume icon">
            <a:extLst>
              <a:ext uri="{FF2B5EF4-FFF2-40B4-BE49-F238E27FC236}">
                <a16:creationId xmlns:a16="http://schemas.microsoft.com/office/drawing/2014/main" id="{BDCE5909-F7E5-426E-97AC-4F1EB95943E9}"/>
              </a:ext>
            </a:extLst>
          </p:cNvPr>
          <p:cNvPicPr>
            <a:picLocks noChangeAspect="1" noChangeArrowheads="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062746" y="2946201"/>
            <a:ext cx="450053" cy="45005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Artificial Intelligence icon">
            <a:extLst>
              <a:ext uri="{FF2B5EF4-FFF2-40B4-BE49-F238E27FC236}">
                <a16:creationId xmlns:a16="http://schemas.microsoft.com/office/drawing/2014/main" id="{BF552CCB-97A5-4A16-BA05-6B9E0BA31C63}"/>
              </a:ext>
            </a:extLst>
          </p:cNvPr>
          <p:cNvPicPr>
            <a:picLocks noChangeAspect="1" noChangeArrowheads="1"/>
          </p:cNvPicPr>
          <p:nvPr/>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868790" y="2448120"/>
            <a:ext cx="450053" cy="450053"/>
          </a:xfrm>
          <a:prstGeom prst="rect">
            <a:avLst/>
          </a:prstGeom>
          <a:noFill/>
          <a:extLst>
            <a:ext uri="{909E8E84-426E-40DD-AFC4-6F175D3DCCD1}">
              <a14:hiddenFill xmlns:a14="http://schemas.microsoft.com/office/drawing/2010/main">
                <a:solidFill>
                  <a:srgbClr val="FFFFFF"/>
                </a:solidFill>
              </a14:hiddenFill>
            </a:ext>
          </a:extLst>
        </p:spPr>
      </p:pic>
      <p:sp>
        <p:nvSpPr>
          <p:cNvPr id="71" name="TextBox 70">
            <a:extLst>
              <a:ext uri="{FF2B5EF4-FFF2-40B4-BE49-F238E27FC236}">
                <a16:creationId xmlns:a16="http://schemas.microsoft.com/office/drawing/2014/main" id="{2986AC7E-D454-46D5-8C1C-4998C1942748}"/>
              </a:ext>
            </a:extLst>
          </p:cNvPr>
          <p:cNvSpPr txBox="1"/>
          <p:nvPr/>
        </p:nvSpPr>
        <p:spPr>
          <a:xfrm>
            <a:off x="0" y="0"/>
            <a:ext cx="12192000" cy="646331"/>
          </a:xfrm>
          <a:prstGeom prst="rect">
            <a:avLst/>
          </a:prstGeom>
          <a:noFill/>
        </p:spPr>
        <p:txBody>
          <a:bodyPr wrap="square" rtlCol="0">
            <a:spAutoFit/>
          </a:bodyPr>
          <a:lstStyle/>
          <a:p>
            <a:pPr algn="ctr"/>
            <a:r>
              <a:rPr lang="en-IN" sz="3600" dirty="0">
                <a:latin typeface="Georgia Pro Cond Semibold" panose="02040706050405020303" pitchFamily="18" charset="0"/>
              </a:rPr>
              <a:t>Limitations</a:t>
            </a:r>
          </a:p>
        </p:txBody>
      </p:sp>
      <p:cxnSp>
        <p:nvCxnSpPr>
          <p:cNvPr id="73" name="Straight Connector 72">
            <a:extLst>
              <a:ext uri="{FF2B5EF4-FFF2-40B4-BE49-F238E27FC236}">
                <a16:creationId xmlns:a16="http://schemas.microsoft.com/office/drawing/2014/main" id="{F1036CC7-D6AE-470C-B2A3-A12E4F70418F}"/>
              </a:ext>
            </a:extLst>
          </p:cNvPr>
          <p:cNvCxnSpPr/>
          <p:nvPr/>
        </p:nvCxnSpPr>
        <p:spPr>
          <a:xfrm>
            <a:off x="0" y="633631"/>
            <a:ext cx="12192000" cy="0"/>
          </a:xfrm>
          <a:prstGeom prst="line">
            <a:avLst/>
          </a:prstGeom>
          <a:ln>
            <a:solidFill>
              <a:schemeClr val="tx1"/>
            </a:solidFill>
            <a:headEnd type="ova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379564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 name="Group 78">
            <a:extLst>
              <a:ext uri="{FF2B5EF4-FFF2-40B4-BE49-F238E27FC236}">
                <a16:creationId xmlns:a16="http://schemas.microsoft.com/office/drawing/2014/main" id="{9BA82721-0B59-407B-9FCF-54F6BBFC4139}"/>
              </a:ext>
            </a:extLst>
          </p:cNvPr>
          <p:cNvGrpSpPr/>
          <p:nvPr/>
        </p:nvGrpSpPr>
        <p:grpSpPr>
          <a:xfrm>
            <a:off x="636907" y="1007284"/>
            <a:ext cx="10918186" cy="5484556"/>
            <a:chOff x="1319622" y="1251705"/>
            <a:chExt cx="9925624" cy="4985960"/>
          </a:xfrm>
        </p:grpSpPr>
        <p:grpSp>
          <p:nvGrpSpPr>
            <p:cNvPr id="77" name="Group 76">
              <a:extLst>
                <a:ext uri="{FF2B5EF4-FFF2-40B4-BE49-F238E27FC236}">
                  <a16:creationId xmlns:a16="http://schemas.microsoft.com/office/drawing/2014/main" id="{44D95F32-75CC-4451-B9B9-D1F85A5DDB85}"/>
                </a:ext>
              </a:extLst>
            </p:cNvPr>
            <p:cNvGrpSpPr/>
            <p:nvPr/>
          </p:nvGrpSpPr>
          <p:grpSpPr>
            <a:xfrm>
              <a:off x="1319622" y="1251705"/>
              <a:ext cx="4561180" cy="4985960"/>
              <a:chOff x="1319622" y="1251705"/>
              <a:chExt cx="4561180" cy="4985960"/>
            </a:xfrm>
          </p:grpSpPr>
          <p:sp>
            <p:nvSpPr>
              <p:cNvPr id="11" name="Isosceles Triangle 10">
                <a:extLst>
                  <a:ext uri="{FF2B5EF4-FFF2-40B4-BE49-F238E27FC236}">
                    <a16:creationId xmlns:a16="http://schemas.microsoft.com/office/drawing/2014/main" id="{C9507E8F-0D71-4F61-89F5-A271FA3AEE00}"/>
                  </a:ext>
                </a:extLst>
              </p:cNvPr>
              <p:cNvSpPr/>
              <p:nvPr/>
            </p:nvSpPr>
            <p:spPr>
              <a:xfrm rot="5400000">
                <a:off x="5021146" y="1663906"/>
                <a:ext cx="1032309" cy="687003"/>
              </a:xfrm>
              <a:prstGeom prst="triangle">
                <a:avLst/>
              </a:prstGeom>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5D8F217-093A-4862-8886-19F3B73223F3}"/>
                  </a:ext>
                </a:extLst>
              </p:cNvPr>
              <p:cNvSpPr/>
              <p:nvPr/>
            </p:nvSpPr>
            <p:spPr>
              <a:xfrm>
                <a:off x="1319622" y="1251705"/>
                <a:ext cx="1511405" cy="1511405"/>
              </a:xfrm>
              <a:prstGeom prst="ellipse">
                <a:avLst/>
              </a:prstGeom>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E42E39F-649B-418C-AE47-52526DF16369}"/>
                  </a:ext>
                </a:extLst>
              </p:cNvPr>
              <p:cNvSpPr/>
              <p:nvPr/>
            </p:nvSpPr>
            <p:spPr>
              <a:xfrm>
                <a:off x="1450777" y="1382860"/>
                <a:ext cx="1249095" cy="1249095"/>
              </a:xfrm>
              <a:prstGeom prst="ellipse">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Pentagon 9">
                <a:extLst>
                  <a:ext uri="{FF2B5EF4-FFF2-40B4-BE49-F238E27FC236}">
                    <a16:creationId xmlns:a16="http://schemas.microsoft.com/office/drawing/2014/main" id="{BA1BE15E-BC7E-4F8D-9BDB-61EEB0CD73E0}"/>
                  </a:ext>
                </a:extLst>
              </p:cNvPr>
              <p:cNvSpPr/>
              <p:nvPr/>
            </p:nvSpPr>
            <p:spPr>
              <a:xfrm>
                <a:off x="2336903" y="1595927"/>
                <a:ext cx="3200400" cy="822960"/>
              </a:xfrm>
              <a:prstGeom prst="homePlate">
                <a:avLst>
                  <a:gd name="adj" fmla="val 71351"/>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990216D-370F-40DF-A082-0A706D808D78}"/>
                  </a:ext>
                </a:extLst>
              </p:cNvPr>
              <p:cNvSpPr/>
              <p:nvPr/>
            </p:nvSpPr>
            <p:spPr>
              <a:xfrm>
                <a:off x="1559170" y="1491252"/>
                <a:ext cx="1032310" cy="1032310"/>
              </a:xfrm>
              <a:prstGeom prst="ellipse">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CAAA264-5D41-43C0-9DAB-8FA27714BBB7}"/>
                  </a:ext>
                </a:extLst>
              </p:cNvPr>
              <p:cNvSpPr/>
              <p:nvPr/>
            </p:nvSpPr>
            <p:spPr>
              <a:xfrm>
                <a:off x="1559170" y="1858006"/>
                <a:ext cx="148417" cy="298803"/>
              </a:xfrm>
              <a:custGeom>
                <a:avLst/>
                <a:gdLst>
                  <a:gd name="connsiteX0" fmla="*/ 619975 w 619975"/>
                  <a:gd name="connsiteY0" fmla="*/ 0 h 1248174"/>
                  <a:gd name="connsiteX1" fmla="*/ 619975 w 619975"/>
                  <a:gd name="connsiteY1" fmla="*/ 1248174 h 1248174"/>
                  <a:gd name="connsiteX2" fmla="*/ 498680 w 619975"/>
                  <a:gd name="connsiteY2" fmla="*/ 1235946 h 1248174"/>
                  <a:gd name="connsiteX3" fmla="*/ 0 w 619975"/>
                  <a:gd name="connsiteY3" fmla="*/ 624087 h 1248174"/>
                  <a:gd name="connsiteX4" fmla="*/ 498680 w 619975"/>
                  <a:gd name="connsiteY4" fmla="*/ 12228 h 1248174"/>
                  <a:gd name="connsiteX5" fmla="*/ 619975 w 619975"/>
                  <a:gd name="connsiteY5" fmla="*/ 0 h 1248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975" h="1248174">
                    <a:moveTo>
                      <a:pt x="619975" y="0"/>
                    </a:moveTo>
                    <a:lnTo>
                      <a:pt x="619975" y="1248174"/>
                    </a:lnTo>
                    <a:lnTo>
                      <a:pt x="498680" y="1235946"/>
                    </a:lnTo>
                    <a:cubicBezTo>
                      <a:pt x="214084" y="1177710"/>
                      <a:pt x="0" y="925899"/>
                      <a:pt x="0" y="624087"/>
                    </a:cubicBezTo>
                    <a:cubicBezTo>
                      <a:pt x="0" y="322275"/>
                      <a:pt x="214084" y="70465"/>
                      <a:pt x="498680" y="12228"/>
                    </a:cubicBezTo>
                    <a:lnTo>
                      <a:pt x="61997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Isosceles Triangle 21">
                <a:extLst>
                  <a:ext uri="{FF2B5EF4-FFF2-40B4-BE49-F238E27FC236}">
                    <a16:creationId xmlns:a16="http://schemas.microsoft.com/office/drawing/2014/main" id="{6C3E341B-DCA4-4E99-BD5A-139278C6749F}"/>
                  </a:ext>
                </a:extLst>
              </p:cNvPr>
              <p:cNvSpPr/>
              <p:nvPr/>
            </p:nvSpPr>
            <p:spPr>
              <a:xfrm rot="5400000">
                <a:off x="5021146" y="3401183"/>
                <a:ext cx="1032309" cy="687003"/>
              </a:xfrm>
              <a:prstGeom prst="triangle">
                <a:avLst/>
              </a:prstGeom>
              <a:solidFill>
                <a:schemeClr val="accent2"/>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22CD1D5-FB96-44D6-A9A7-D4C7B6ABE278}"/>
                  </a:ext>
                </a:extLst>
              </p:cNvPr>
              <p:cNvSpPr/>
              <p:nvPr/>
            </p:nvSpPr>
            <p:spPr>
              <a:xfrm>
                <a:off x="1319622" y="2988982"/>
                <a:ext cx="1511405" cy="1511405"/>
              </a:xfrm>
              <a:prstGeom prst="ellipse">
                <a:avLst/>
              </a:prstGeom>
              <a:solidFill>
                <a:schemeClr val="accent2"/>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DC41F7C4-CF8F-4449-9EDE-229CC02F290E}"/>
                  </a:ext>
                </a:extLst>
              </p:cNvPr>
              <p:cNvSpPr/>
              <p:nvPr/>
            </p:nvSpPr>
            <p:spPr>
              <a:xfrm>
                <a:off x="1450777" y="3120137"/>
                <a:ext cx="1249095" cy="1249095"/>
              </a:xfrm>
              <a:prstGeom prst="ellipse">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Pentagon 24">
                <a:extLst>
                  <a:ext uri="{FF2B5EF4-FFF2-40B4-BE49-F238E27FC236}">
                    <a16:creationId xmlns:a16="http://schemas.microsoft.com/office/drawing/2014/main" id="{5DF20792-D2C4-44A1-BEB6-23F60DCA8D5C}"/>
                  </a:ext>
                </a:extLst>
              </p:cNvPr>
              <p:cNvSpPr/>
              <p:nvPr/>
            </p:nvSpPr>
            <p:spPr>
              <a:xfrm>
                <a:off x="2336903" y="3333204"/>
                <a:ext cx="3200400" cy="822960"/>
              </a:xfrm>
              <a:prstGeom prst="homePlate">
                <a:avLst>
                  <a:gd name="adj" fmla="val 71351"/>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4BF3C5D0-B212-4BA4-AA43-FBC32E7C08BA}"/>
                  </a:ext>
                </a:extLst>
              </p:cNvPr>
              <p:cNvSpPr/>
              <p:nvPr/>
            </p:nvSpPr>
            <p:spPr>
              <a:xfrm>
                <a:off x="1559170" y="3228529"/>
                <a:ext cx="1032310" cy="1032310"/>
              </a:xfrm>
              <a:prstGeom prst="ellipse">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46EB840A-AAC4-462E-BA89-2A061E671EE6}"/>
                  </a:ext>
                </a:extLst>
              </p:cNvPr>
              <p:cNvSpPr/>
              <p:nvPr/>
            </p:nvSpPr>
            <p:spPr>
              <a:xfrm>
                <a:off x="1559170" y="3595283"/>
                <a:ext cx="148417" cy="298803"/>
              </a:xfrm>
              <a:custGeom>
                <a:avLst/>
                <a:gdLst>
                  <a:gd name="connsiteX0" fmla="*/ 619975 w 619975"/>
                  <a:gd name="connsiteY0" fmla="*/ 0 h 1248174"/>
                  <a:gd name="connsiteX1" fmla="*/ 619975 w 619975"/>
                  <a:gd name="connsiteY1" fmla="*/ 1248174 h 1248174"/>
                  <a:gd name="connsiteX2" fmla="*/ 498680 w 619975"/>
                  <a:gd name="connsiteY2" fmla="*/ 1235946 h 1248174"/>
                  <a:gd name="connsiteX3" fmla="*/ 0 w 619975"/>
                  <a:gd name="connsiteY3" fmla="*/ 624087 h 1248174"/>
                  <a:gd name="connsiteX4" fmla="*/ 498680 w 619975"/>
                  <a:gd name="connsiteY4" fmla="*/ 12228 h 1248174"/>
                  <a:gd name="connsiteX5" fmla="*/ 619975 w 619975"/>
                  <a:gd name="connsiteY5" fmla="*/ 0 h 1248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975" h="1248174">
                    <a:moveTo>
                      <a:pt x="619975" y="0"/>
                    </a:moveTo>
                    <a:lnTo>
                      <a:pt x="619975" y="1248174"/>
                    </a:lnTo>
                    <a:lnTo>
                      <a:pt x="498680" y="1235946"/>
                    </a:lnTo>
                    <a:cubicBezTo>
                      <a:pt x="214084" y="1177710"/>
                      <a:pt x="0" y="925899"/>
                      <a:pt x="0" y="624087"/>
                    </a:cubicBezTo>
                    <a:cubicBezTo>
                      <a:pt x="0" y="322275"/>
                      <a:pt x="214084" y="70465"/>
                      <a:pt x="498680" y="12228"/>
                    </a:cubicBezTo>
                    <a:lnTo>
                      <a:pt x="61997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Isosceles Triangle 28">
                <a:extLst>
                  <a:ext uri="{FF2B5EF4-FFF2-40B4-BE49-F238E27FC236}">
                    <a16:creationId xmlns:a16="http://schemas.microsoft.com/office/drawing/2014/main" id="{3036CEBE-5B3C-4072-8D93-E2098CEBB83E}"/>
                  </a:ext>
                </a:extLst>
              </p:cNvPr>
              <p:cNvSpPr/>
              <p:nvPr/>
            </p:nvSpPr>
            <p:spPr>
              <a:xfrm rot="5400000">
                <a:off x="5021146" y="5138461"/>
                <a:ext cx="1032309" cy="687003"/>
              </a:xfrm>
              <a:prstGeom prst="triangle">
                <a:avLst/>
              </a:prstGeom>
              <a:solidFill>
                <a:schemeClr val="accent3"/>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6667F440-AC78-4A29-8124-B910085C303D}"/>
                  </a:ext>
                </a:extLst>
              </p:cNvPr>
              <p:cNvSpPr/>
              <p:nvPr/>
            </p:nvSpPr>
            <p:spPr>
              <a:xfrm>
                <a:off x="1319622" y="4726260"/>
                <a:ext cx="1511405" cy="1511405"/>
              </a:xfrm>
              <a:prstGeom prst="ellipse">
                <a:avLst/>
              </a:prstGeom>
              <a:solidFill>
                <a:schemeClr val="accent3"/>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F24B9026-49AC-4BBE-A0E0-31A2CC5458B4}"/>
                  </a:ext>
                </a:extLst>
              </p:cNvPr>
              <p:cNvSpPr/>
              <p:nvPr/>
            </p:nvSpPr>
            <p:spPr>
              <a:xfrm>
                <a:off x="1450777" y="4857415"/>
                <a:ext cx="1249095" cy="1249095"/>
              </a:xfrm>
              <a:prstGeom prst="ellipse">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Pentagon 31">
                <a:extLst>
                  <a:ext uri="{FF2B5EF4-FFF2-40B4-BE49-F238E27FC236}">
                    <a16:creationId xmlns:a16="http://schemas.microsoft.com/office/drawing/2014/main" id="{C9990567-9A21-46FD-A679-F8517316C4EE}"/>
                  </a:ext>
                </a:extLst>
              </p:cNvPr>
              <p:cNvSpPr/>
              <p:nvPr/>
            </p:nvSpPr>
            <p:spPr>
              <a:xfrm>
                <a:off x="2336903" y="5070482"/>
                <a:ext cx="3200400" cy="822960"/>
              </a:xfrm>
              <a:prstGeom prst="homePlate">
                <a:avLst>
                  <a:gd name="adj" fmla="val 71351"/>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Seaborn</a:t>
                </a:r>
              </a:p>
            </p:txBody>
          </p:sp>
          <p:sp>
            <p:nvSpPr>
              <p:cNvPr id="33" name="Oval 32">
                <a:extLst>
                  <a:ext uri="{FF2B5EF4-FFF2-40B4-BE49-F238E27FC236}">
                    <a16:creationId xmlns:a16="http://schemas.microsoft.com/office/drawing/2014/main" id="{4450F4AD-B1FE-4936-87D0-84763B9B2763}"/>
                  </a:ext>
                </a:extLst>
              </p:cNvPr>
              <p:cNvSpPr/>
              <p:nvPr/>
            </p:nvSpPr>
            <p:spPr>
              <a:xfrm>
                <a:off x="1559170" y="4965807"/>
                <a:ext cx="1032310" cy="1032310"/>
              </a:xfrm>
              <a:prstGeom prst="ellipse">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72340782-5BC5-4625-B5F6-F52D09257B47}"/>
                  </a:ext>
                </a:extLst>
              </p:cNvPr>
              <p:cNvSpPr/>
              <p:nvPr/>
            </p:nvSpPr>
            <p:spPr>
              <a:xfrm>
                <a:off x="1559170" y="5332561"/>
                <a:ext cx="148417" cy="298803"/>
              </a:xfrm>
              <a:custGeom>
                <a:avLst/>
                <a:gdLst>
                  <a:gd name="connsiteX0" fmla="*/ 619975 w 619975"/>
                  <a:gd name="connsiteY0" fmla="*/ 0 h 1248174"/>
                  <a:gd name="connsiteX1" fmla="*/ 619975 w 619975"/>
                  <a:gd name="connsiteY1" fmla="*/ 1248174 h 1248174"/>
                  <a:gd name="connsiteX2" fmla="*/ 498680 w 619975"/>
                  <a:gd name="connsiteY2" fmla="*/ 1235946 h 1248174"/>
                  <a:gd name="connsiteX3" fmla="*/ 0 w 619975"/>
                  <a:gd name="connsiteY3" fmla="*/ 624087 h 1248174"/>
                  <a:gd name="connsiteX4" fmla="*/ 498680 w 619975"/>
                  <a:gd name="connsiteY4" fmla="*/ 12228 h 1248174"/>
                  <a:gd name="connsiteX5" fmla="*/ 619975 w 619975"/>
                  <a:gd name="connsiteY5" fmla="*/ 0 h 1248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975" h="1248174">
                    <a:moveTo>
                      <a:pt x="619975" y="0"/>
                    </a:moveTo>
                    <a:lnTo>
                      <a:pt x="619975" y="1248174"/>
                    </a:lnTo>
                    <a:lnTo>
                      <a:pt x="498680" y="1235946"/>
                    </a:lnTo>
                    <a:cubicBezTo>
                      <a:pt x="214084" y="1177710"/>
                      <a:pt x="0" y="925899"/>
                      <a:pt x="0" y="624087"/>
                    </a:cubicBezTo>
                    <a:cubicBezTo>
                      <a:pt x="0" y="322275"/>
                      <a:pt x="214084" y="70465"/>
                      <a:pt x="498680" y="12228"/>
                    </a:cubicBezTo>
                    <a:lnTo>
                      <a:pt x="61997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 name="Rectangle 60">
                <a:extLst>
                  <a:ext uri="{FF2B5EF4-FFF2-40B4-BE49-F238E27FC236}">
                    <a16:creationId xmlns:a16="http://schemas.microsoft.com/office/drawing/2014/main" id="{BAF92467-2E93-4A80-B2F2-3192799EEA4B}"/>
                  </a:ext>
                </a:extLst>
              </p:cNvPr>
              <p:cNvSpPr/>
              <p:nvPr/>
            </p:nvSpPr>
            <p:spPr>
              <a:xfrm>
                <a:off x="2702357" y="1645770"/>
                <a:ext cx="2298267" cy="307776"/>
              </a:xfrm>
              <a:prstGeom prst="rect">
                <a:avLst/>
              </a:prstGeom>
            </p:spPr>
            <p:txBody>
              <a:bodyPr wrap="square">
                <a:spAutoFit/>
              </a:bodyPr>
              <a:lstStyle/>
              <a:p>
                <a:pPr>
                  <a:spcBef>
                    <a:spcPts val="600"/>
                  </a:spcBef>
                </a:pPr>
                <a:r>
                  <a:rPr lang="en-US" sz="1600" b="1" i="0" dirty="0">
                    <a:solidFill>
                      <a:srgbClr val="000000"/>
                    </a:solidFill>
                    <a:effectLst/>
                    <a:latin typeface="Roboto" panose="02000000000000000000" pitchFamily="2" charset="0"/>
                    <a:ea typeface="Roboto" panose="02000000000000000000" pitchFamily="2" charset="0"/>
                  </a:rPr>
                  <a:t>Scikit-Learn (ML Models)</a:t>
                </a:r>
              </a:p>
            </p:txBody>
          </p:sp>
          <p:sp>
            <p:nvSpPr>
              <p:cNvPr id="62" name="TextBox 61">
                <a:extLst>
                  <a:ext uri="{FF2B5EF4-FFF2-40B4-BE49-F238E27FC236}">
                    <a16:creationId xmlns:a16="http://schemas.microsoft.com/office/drawing/2014/main" id="{0441FFBF-0EAF-4C44-ABF0-1E97F9A0618C}"/>
                  </a:ext>
                </a:extLst>
              </p:cNvPr>
              <p:cNvSpPr txBox="1"/>
              <p:nvPr/>
            </p:nvSpPr>
            <p:spPr>
              <a:xfrm>
                <a:off x="1756765" y="1720615"/>
                <a:ext cx="637121" cy="573584"/>
              </a:xfrm>
              <a:prstGeom prst="rect">
                <a:avLst/>
              </a:prstGeom>
              <a:noFill/>
            </p:spPr>
            <p:txBody>
              <a:bodyPr wrap="none" rtlCol="0">
                <a:spAutoFit/>
              </a:bodyPr>
              <a:lstStyle/>
              <a:p>
                <a:r>
                  <a:rPr lang="en-US" sz="3500" b="1" dirty="0">
                    <a:latin typeface="Roboto" panose="02000000000000000000" pitchFamily="2" charset="0"/>
                    <a:ea typeface="Roboto" panose="02000000000000000000" pitchFamily="2" charset="0"/>
                  </a:rPr>
                  <a:t>01</a:t>
                </a:r>
                <a:endParaRPr lang="en-IN" sz="3500" b="1" dirty="0">
                  <a:latin typeface="Roboto" panose="02000000000000000000" pitchFamily="2" charset="0"/>
                  <a:ea typeface="Roboto" panose="02000000000000000000" pitchFamily="2" charset="0"/>
                </a:endParaRPr>
              </a:p>
            </p:txBody>
          </p:sp>
          <p:sp>
            <p:nvSpPr>
              <p:cNvPr id="63" name="TextBox 62">
                <a:extLst>
                  <a:ext uri="{FF2B5EF4-FFF2-40B4-BE49-F238E27FC236}">
                    <a16:creationId xmlns:a16="http://schemas.microsoft.com/office/drawing/2014/main" id="{D5888B86-3F51-4FDA-99B7-9E5B03F687A0}"/>
                  </a:ext>
                </a:extLst>
              </p:cNvPr>
              <p:cNvSpPr txBox="1"/>
              <p:nvPr/>
            </p:nvSpPr>
            <p:spPr>
              <a:xfrm>
                <a:off x="1756765" y="3457892"/>
                <a:ext cx="637121" cy="573584"/>
              </a:xfrm>
              <a:prstGeom prst="rect">
                <a:avLst/>
              </a:prstGeom>
              <a:noFill/>
            </p:spPr>
            <p:txBody>
              <a:bodyPr wrap="none" rtlCol="0">
                <a:spAutoFit/>
              </a:bodyPr>
              <a:lstStyle/>
              <a:p>
                <a:r>
                  <a:rPr lang="en-US" sz="3500" b="1" dirty="0">
                    <a:latin typeface="Roboto" panose="02000000000000000000" pitchFamily="2" charset="0"/>
                    <a:ea typeface="Roboto" panose="02000000000000000000" pitchFamily="2" charset="0"/>
                  </a:rPr>
                  <a:t>02</a:t>
                </a:r>
                <a:endParaRPr lang="en-IN" sz="3500" b="1" dirty="0">
                  <a:latin typeface="Roboto" panose="02000000000000000000" pitchFamily="2" charset="0"/>
                  <a:ea typeface="Roboto" panose="02000000000000000000" pitchFamily="2" charset="0"/>
                </a:endParaRPr>
              </a:p>
            </p:txBody>
          </p:sp>
          <p:sp>
            <p:nvSpPr>
              <p:cNvPr id="64" name="TextBox 63">
                <a:extLst>
                  <a:ext uri="{FF2B5EF4-FFF2-40B4-BE49-F238E27FC236}">
                    <a16:creationId xmlns:a16="http://schemas.microsoft.com/office/drawing/2014/main" id="{EEC19AA1-12D2-4C50-9729-CE43C2CE5FF9}"/>
                  </a:ext>
                </a:extLst>
              </p:cNvPr>
              <p:cNvSpPr txBox="1"/>
              <p:nvPr/>
            </p:nvSpPr>
            <p:spPr>
              <a:xfrm>
                <a:off x="1756765" y="5195170"/>
                <a:ext cx="637121" cy="573584"/>
              </a:xfrm>
              <a:prstGeom prst="rect">
                <a:avLst/>
              </a:prstGeom>
              <a:noFill/>
            </p:spPr>
            <p:txBody>
              <a:bodyPr wrap="none" rtlCol="0">
                <a:spAutoFit/>
              </a:bodyPr>
              <a:lstStyle/>
              <a:p>
                <a:r>
                  <a:rPr lang="en-US" sz="3500" b="1" dirty="0">
                    <a:latin typeface="Roboto" panose="02000000000000000000" pitchFamily="2" charset="0"/>
                    <a:ea typeface="Roboto" panose="02000000000000000000" pitchFamily="2" charset="0"/>
                  </a:rPr>
                  <a:t>03</a:t>
                </a:r>
                <a:endParaRPr lang="en-IN" sz="3500" b="1" dirty="0">
                  <a:latin typeface="Roboto" panose="02000000000000000000" pitchFamily="2" charset="0"/>
                  <a:ea typeface="Roboto" panose="02000000000000000000" pitchFamily="2" charset="0"/>
                </a:endParaRPr>
              </a:p>
            </p:txBody>
          </p:sp>
          <p:sp>
            <p:nvSpPr>
              <p:cNvPr id="68" name="Rectangle 67">
                <a:extLst>
                  <a:ext uri="{FF2B5EF4-FFF2-40B4-BE49-F238E27FC236}">
                    <a16:creationId xmlns:a16="http://schemas.microsoft.com/office/drawing/2014/main" id="{0E0DC0C0-EA69-4A79-9BEB-B6836D66F4B0}"/>
                  </a:ext>
                </a:extLst>
              </p:cNvPr>
              <p:cNvSpPr/>
              <p:nvPr/>
            </p:nvSpPr>
            <p:spPr>
              <a:xfrm>
                <a:off x="2702357" y="3383047"/>
                <a:ext cx="2298267" cy="531614"/>
              </a:xfrm>
              <a:prstGeom prst="rect">
                <a:avLst/>
              </a:prstGeom>
            </p:spPr>
            <p:txBody>
              <a:bodyPr wrap="square">
                <a:spAutoFit/>
              </a:bodyPr>
              <a:lstStyle/>
              <a:p>
                <a:pPr>
                  <a:spcBef>
                    <a:spcPts val="600"/>
                  </a:spcBef>
                </a:pPr>
                <a:r>
                  <a:rPr lang="en-US" sz="1600" b="1" dirty="0">
                    <a:solidFill>
                      <a:srgbClr val="000000"/>
                    </a:solidFill>
                    <a:latin typeface="Roboto Light" panose="02000000000000000000" pitchFamily="2" charset="0"/>
                    <a:ea typeface="Roboto Light" panose="02000000000000000000" pitchFamily="2" charset="0"/>
                  </a:rPr>
                  <a:t>Pandas / NumPy (Data Preprocessing).</a:t>
                </a:r>
              </a:p>
            </p:txBody>
          </p:sp>
          <p:sp>
            <p:nvSpPr>
              <p:cNvPr id="69" name="Rectangle 68">
                <a:extLst>
                  <a:ext uri="{FF2B5EF4-FFF2-40B4-BE49-F238E27FC236}">
                    <a16:creationId xmlns:a16="http://schemas.microsoft.com/office/drawing/2014/main" id="{E6A929A7-E707-44EC-8EEC-3ACF29EF1237}"/>
                  </a:ext>
                </a:extLst>
              </p:cNvPr>
              <p:cNvSpPr/>
              <p:nvPr/>
            </p:nvSpPr>
            <p:spPr>
              <a:xfrm>
                <a:off x="2702357" y="5120325"/>
                <a:ext cx="2298267" cy="307776"/>
              </a:xfrm>
              <a:prstGeom prst="rect">
                <a:avLst/>
              </a:prstGeom>
            </p:spPr>
            <p:txBody>
              <a:bodyPr wrap="square">
                <a:spAutoFit/>
              </a:bodyPr>
              <a:lstStyle/>
              <a:p>
                <a:pPr>
                  <a:spcBef>
                    <a:spcPts val="600"/>
                  </a:spcBef>
                </a:pPr>
                <a:r>
                  <a:rPr lang="en-US" sz="1600" b="1" dirty="0">
                    <a:solidFill>
                      <a:srgbClr val="000000"/>
                    </a:solidFill>
                    <a:latin typeface="Roboto Light" panose="02000000000000000000" pitchFamily="2" charset="0"/>
                    <a:ea typeface="Roboto Light" panose="02000000000000000000" pitchFamily="2" charset="0"/>
                  </a:rPr>
                  <a:t>Matplotlib (Visualizations)</a:t>
                </a:r>
              </a:p>
            </p:txBody>
          </p:sp>
        </p:grpSp>
        <p:grpSp>
          <p:nvGrpSpPr>
            <p:cNvPr id="78" name="Group 77">
              <a:extLst>
                <a:ext uri="{FF2B5EF4-FFF2-40B4-BE49-F238E27FC236}">
                  <a16:creationId xmlns:a16="http://schemas.microsoft.com/office/drawing/2014/main" id="{63FFA6A4-93B8-4A99-BC28-465A895C66B0}"/>
                </a:ext>
              </a:extLst>
            </p:cNvPr>
            <p:cNvGrpSpPr/>
            <p:nvPr/>
          </p:nvGrpSpPr>
          <p:grpSpPr>
            <a:xfrm>
              <a:off x="6684065" y="1251705"/>
              <a:ext cx="4561181" cy="4985960"/>
              <a:chOff x="6684065" y="1251705"/>
              <a:chExt cx="4561181" cy="4985960"/>
            </a:xfrm>
          </p:grpSpPr>
          <p:sp>
            <p:nvSpPr>
              <p:cNvPr id="53" name="Isosceles Triangle 52">
                <a:extLst>
                  <a:ext uri="{FF2B5EF4-FFF2-40B4-BE49-F238E27FC236}">
                    <a16:creationId xmlns:a16="http://schemas.microsoft.com/office/drawing/2014/main" id="{0AFAD50C-6216-48D9-90C8-04E0C70CA728}"/>
                  </a:ext>
                </a:extLst>
              </p:cNvPr>
              <p:cNvSpPr/>
              <p:nvPr/>
            </p:nvSpPr>
            <p:spPr>
              <a:xfrm rot="5400000">
                <a:off x="10385590" y="1663906"/>
                <a:ext cx="1032309" cy="687003"/>
              </a:xfrm>
              <a:prstGeom prst="triangle">
                <a:avLst/>
              </a:prstGeom>
              <a:solidFill>
                <a:schemeClr val="accent4"/>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D5B00D68-1387-4F76-9768-7631DC807919}"/>
                  </a:ext>
                </a:extLst>
              </p:cNvPr>
              <p:cNvSpPr/>
              <p:nvPr/>
            </p:nvSpPr>
            <p:spPr>
              <a:xfrm>
                <a:off x="6684065" y="1251705"/>
                <a:ext cx="1511405" cy="1511405"/>
              </a:xfrm>
              <a:prstGeom prst="ellipse">
                <a:avLst/>
              </a:prstGeom>
              <a:solidFill>
                <a:schemeClr val="accent4"/>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7ADC298D-36DB-4C27-B13D-E9FD5AC4080F}"/>
                  </a:ext>
                </a:extLst>
              </p:cNvPr>
              <p:cNvSpPr/>
              <p:nvPr/>
            </p:nvSpPr>
            <p:spPr>
              <a:xfrm>
                <a:off x="6815220" y="1382860"/>
                <a:ext cx="1249095" cy="1249095"/>
              </a:xfrm>
              <a:prstGeom prst="ellipse">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Pentagon 55">
                <a:extLst>
                  <a:ext uri="{FF2B5EF4-FFF2-40B4-BE49-F238E27FC236}">
                    <a16:creationId xmlns:a16="http://schemas.microsoft.com/office/drawing/2014/main" id="{500B4DA8-F750-4BFA-917A-1729830ACE38}"/>
                  </a:ext>
                </a:extLst>
              </p:cNvPr>
              <p:cNvSpPr/>
              <p:nvPr/>
            </p:nvSpPr>
            <p:spPr>
              <a:xfrm>
                <a:off x="7701345" y="1595927"/>
                <a:ext cx="3200400" cy="822960"/>
              </a:xfrm>
              <a:prstGeom prst="homePlate">
                <a:avLst>
                  <a:gd name="adj" fmla="val 71351"/>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C4E0C203-4306-47EB-8013-2E9F2CF486DC}"/>
                  </a:ext>
                </a:extLst>
              </p:cNvPr>
              <p:cNvSpPr/>
              <p:nvPr/>
            </p:nvSpPr>
            <p:spPr>
              <a:xfrm>
                <a:off x="6923613" y="1491252"/>
                <a:ext cx="1032310" cy="1032310"/>
              </a:xfrm>
              <a:prstGeom prst="ellipse">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Shape 57">
                <a:extLst>
                  <a:ext uri="{FF2B5EF4-FFF2-40B4-BE49-F238E27FC236}">
                    <a16:creationId xmlns:a16="http://schemas.microsoft.com/office/drawing/2014/main" id="{E56B658A-20FF-4660-9E63-3AB8BC24323B}"/>
                  </a:ext>
                </a:extLst>
              </p:cNvPr>
              <p:cNvSpPr/>
              <p:nvPr/>
            </p:nvSpPr>
            <p:spPr>
              <a:xfrm>
                <a:off x="6923613" y="1858006"/>
                <a:ext cx="148417" cy="298803"/>
              </a:xfrm>
              <a:custGeom>
                <a:avLst/>
                <a:gdLst>
                  <a:gd name="connsiteX0" fmla="*/ 619975 w 619975"/>
                  <a:gd name="connsiteY0" fmla="*/ 0 h 1248174"/>
                  <a:gd name="connsiteX1" fmla="*/ 619975 w 619975"/>
                  <a:gd name="connsiteY1" fmla="*/ 1248174 h 1248174"/>
                  <a:gd name="connsiteX2" fmla="*/ 498680 w 619975"/>
                  <a:gd name="connsiteY2" fmla="*/ 1235946 h 1248174"/>
                  <a:gd name="connsiteX3" fmla="*/ 0 w 619975"/>
                  <a:gd name="connsiteY3" fmla="*/ 624087 h 1248174"/>
                  <a:gd name="connsiteX4" fmla="*/ 498680 w 619975"/>
                  <a:gd name="connsiteY4" fmla="*/ 12228 h 1248174"/>
                  <a:gd name="connsiteX5" fmla="*/ 619975 w 619975"/>
                  <a:gd name="connsiteY5" fmla="*/ 0 h 1248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975" h="1248174">
                    <a:moveTo>
                      <a:pt x="619975" y="0"/>
                    </a:moveTo>
                    <a:lnTo>
                      <a:pt x="619975" y="1248174"/>
                    </a:lnTo>
                    <a:lnTo>
                      <a:pt x="498680" y="1235946"/>
                    </a:lnTo>
                    <a:cubicBezTo>
                      <a:pt x="214084" y="1177710"/>
                      <a:pt x="0" y="925899"/>
                      <a:pt x="0" y="624087"/>
                    </a:cubicBezTo>
                    <a:cubicBezTo>
                      <a:pt x="0" y="322275"/>
                      <a:pt x="214084" y="70465"/>
                      <a:pt x="498680" y="12228"/>
                    </a:cubicBezTo>
                    <a:lnTo>
                      <a:pt x="61997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Isosceles Triangle 46">
                <a:extLst>
                  <a:ext uri="{FF2B5EF4-FFF2-40B4-BE49-F238E27FC236}">
                    <a16:creationId xmlns:a16="http://schemas.microsoft.com/office/drawing/2014/main" id="{EE54BEC2-2344-43E7-9A30-2F55C75D218E}"/>
                  </a:ext>
                </a:extLst>
              </p:cNvPr>
              <p:cNvSpPr/>
              <p:nvPr/>
            </p:nvSpPr>
            <p:spPr>
              <a:xfrm rot="5400000">
                <a:off x="10385590" y="3401183"/>
                <a:ext cx="1032309" cy="687003"/>
              </a:xfrm>
              <a:prstGeom prst="triangle">
                <a:avLst/>
              </a:prstGeom>
              <a:solidFill>
                <a:schemeClr val="accent5"/>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72D90215-80AF-4B01-A6F1-0DCD332E4232}"/>
                  </a:ext>
                </a:extLst>
              </p:cNvPr>
              <p:cNvSpPr/>
              <p:nvPr/>
            </p:nvSpPr>
            <p:spPr>
              <a:xfrm>
                <a:off x="6684065" y="2988982"/>
                <a:ext cx="1511405" cy="1511405"/>
              </a:xfrm>
              <a:prstGeom prst="ellipse">
                <a:avLst/>
              </a:prstGeom>
              <a:solidFill>
                <a:schemeClr val="accent5"/>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B45E282B-02C8-473D-AAC7-9A1CCAA2404E}"/>
                  </a:ext>
                </a:extLst>
              </p:cNvPr>
              <p:cNvSpPr/>
              <p:nvPr/>
            </p:nvSpPr>
            <p:spPr>
              <a:xfrm>
                <a:off x="6815220" y="3120137"/>
                <a:ext cx="1249095" cy="1249095"/>
              </a:xfrm>
              <a:prstGeom prst="ellipse">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Arrow: Pentagon 49">
                <a:extLst>
                  <a:ext uri="{FF2B5EF4-FFF2-40B4-BE49-F238E27FC236}">
                    <a16:creationId xmlns:a16="http://schemas.microsoft.com/office/drawing/2014/main" id="{25EC46D8-E71A-444F-BC9B-A70740900D2F}"/>
                  </a:ext>
                </a:extLst>
              </p:cNvPr>
              <p:cNvSpPr/>
              <p:nvPr/>
            </p:nvSpPr>
            <p:spPr>
              <a:xfrm>
                <a:off x="7701345" y="3333204"/>
                <a:ext cx="3200400" cy="822960"/>
              </a:xfrm>
              <a:prstGeom prst="homePlate">
                <a:avLst>
                  <a:gd name="adj" fmla="val 71351"/>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EDDB5989-EA87-4ECA-9C5F-18755413A256}"/>
                  </a:ext>
                </a:extLst>
              </p:cNvPr>
              <p:cNvSpPr/>
              <p:nvPr/>
            </p:nvSpPr>
            <p:spPr>
              <a:xfrm>
                <a:off x="6923613" y="3228529"/>
                <a:ext cx="1032310" cy="1032310"/>
              </a:xfrm>
              <a:prstGeom prst="ellipse">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31DA71A8-FE7B-4C00-9541-5BB8DE01CA6A}"/>
                  </a:ext>
                </a:extLst>
              </p:cNvPr>
              <p:cNvSpPr/>
              <p:nvPr/>
            </p:nvSpPr>
            <p:spPr>
              <a:xfrm>
                <a:off x="6923613" y="3595283"/>
                <a:ext cx="148417" cy="298803"/>
              </a:xfrm>
              <a:custGeom>
                <a:avLst/>
                <a:gdLst>
                  <a:gd name="connsiteX0" fmla="*/ 619975 w 619975"/>
                  <a:gd name="connsiteY0" fmla="*/ 0 h 1248174"/>
                  <a:gd name="connsiteX1" fmla="*/ 619975 w 619975"/>
                  <a:gd name="connsiteY1" fmla="*/ 1248174 h 1248174"/>
                  <a:gd name="connsiteX2" fmla="*/ 498680 w 619975"/>
                  <a:gd name="connsiteY2" fmla="*/ 1235946 h 1248174"/>
                  <a:gd name="connsiteX3" fmla="*/ 0 w 619975"/>
                  <a:gd name="connsiteY3" fmla="*/ 624087 h 1248174"/>
                  <a:gd name="connsiteX4" fmla="*/ 498680 w 619975"/>
                  <a:gd name="connsiteY4" fmla="*/ 12228 h 1248174"/>
                  <a:gd name="connsiteX5" fmla="*/ 619975 w 619975"/>
                  <a:gd name="connsiteY5" fmla="*/ 0 h 1248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975" h="1248174">
                    <a:moveTo>
                      <a:pt x="619975" y="0"/>
                    </a:moveTo>
                    <a:lnTo>
                      <a:pt x="619975" y="1248174"/>
                    </a:lnTo>
                    <a:lnTo>
                      <a:pt x="498680" y="1235946"/>
                    </a:lnTo>
                    <a:cubicBezTo>
                      <a:pt x="214084" y="1177710"/>
                      <a:pt x="0" y="925899"/>
                      <a:pt x="0" y="624087"/>
                    </a:cubicBezTo>
                    <a:cubicBezTo>
                      <a:pt x="0" y="322275"/>
                      <a:pt x="214084" y="70465"/>
                      <a:pt x="498680" y="12228"/>
                    </a:cubicBezTo>
                    <a:lnTo>
                      <a:pt x="619975"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Isosceles Triangle 40">
                <a:extLst>
                  <a:ext uri="{FF2B5EF4-FFF2-40B4-BE49-F238E27FC236}">
                    <a16:creationId xmlns:a16="http://schemas.microsoft.com/office/drawing/2014/main" id="{35D19825-F408-41C1-ACBD-FF7CCB8830BF}"/>
                  </a:ext>
                </a:extLst>
              </p:cNvPr>
              <p:cNvSpPr/>
              <p:nvPr/>
            </p:nvSpPr>
            <p:spPr>
              <a:xfrm rot="5400000">
                <a:off x="10385590" y="5138461"/>
                <a:ext cx="1032309" cy="687003"/>
              </a:xfrm>
              <a:prstGeom prst="triangle">
                <a:avLst/>
              </a:prstGeom>
              <a:solidFill>
                <a:schemeClr val="accent6"/>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BACE5C3B-2984-47B5-9256-0A0B5031E381}"/>
                  </a:ext>
                </a:extLst>
              </p:cNvPr>
              <p:cNvSpPr/>
              <p:nvPr/>
            </p:nvSpPr>
            <p:spPr>
              <a:xfrm>
                <a:off x="6684065" y="4726260"/>
                <a:ext cx="1511405" cy="1511405"/>
              </a:xfrm>
              <a:prstGeom prst="ellipse">
                <a:avLst/>
              </a:prstGeom>
              <a:solidFill>
                <a:schemeClr val="accent6"/>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0A89C627-D9BA-43C8-8045-7B5E5EAD1328}"/>
                  </a:ext>
                </a:extLst>
              </p:cNvPr>
              <p:cNvSpPr/>
              <p:nvPr/>
            </p:nvSpPr>
            <p:spPr>
              <a:xfrm>
                <a:off x="6815220" y="4857415"/>
                <a:ext cx="1249095" cy="1249095"/>
              </a:xfrm>
              <a:prstGeom prst="ellipse">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Arrow: Pentagon 43">
                <a:extLst>
                  <a:ext uri="{FF2B5EF4-FFF2-40B4-BE49-F238E27FC236}">
                    <a16:creationId xmlns:a16="http://schemas.microsoft.com/office/drawing/2014/main" id="{902B7B55-9E89-48FC-9CD3-DF23E98B523C}"/>
                  </a:ext>
                </a:extLst>
              </p:cNvPr>
              <p:cNvSpPr/>
              <p:nvPr/>
            </p:nvSpPr>
            <p:spPr>
              <a:xfrm>
                <a:off x="7701345" y="5070482"/>
                <a:ext cx="3200400" cy="822960"/>
              </a:xfrm>
              <a:prstGeom prst="homePlate">
                <a:avLst>
                  <a:gd name="adj" fmla="val 71351"/>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33264EF3-FE56-412A-AB43-C3FE6B39CA3A}"/>
                  </a:ext>
                </a:extLst>
              </p:cNvPr>
              <p:cNvSpPr/>
              <p:nvPr/>
            </p:nvSpPr>
            <p:spPr>
              <a:xfrm>
                <a:off x="6923613" y="4965807"/>
                <a:ext cx="1032310" cy="1032310"/>
              </a:xfrm>
              <a:prstGeom prst="ellipse">
                <a:avLst/>
              </a:prstGeom>
              <a:solidFill>
                <a:schemeClr val="bg1"/>
              </a:solidFill>
              <a:ln>
                <a:noFill/>
              </a:ln>
              <a:effectLst>
                <a:outerShdw blurRad="127000" dist="635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43A8732A-6BBC-4996-B862-CD2F755CAA68}"/>
                  </a:ext>
                </a:extLst>
              </p:cNvPr>
              <p:cNvSpPr/>
              <p:nvPr/>
            </p:nvSpPr>
            <p:spPr>
              <a:xfrm>
                <a:off x="6923613" y="5332561"/>
                <a:ext cx="148417" cy="298803"/>
              </a:xfrm>
              <a:custGeom>
                <a:avLst/>
                <a:gdLst>
                  <a:gd name="connsiteX0" fmla="*/ 619975 w 619975"/>
                  <a:gd name="connsiteY0" fmla="*/ 0 h 1248174"/>
                  <a:gd name="connsiteX1" fmla="*/ 619975 w 619975"/>
                  <a:gd name="connsiteY1" fmla="*/ 1248174 h 1248174"/>
                  <a:gd name="connsiteX2" fmla="*/ 498680 w 619975"/>
                  <a:gd name="connsiteY2" fmla="*/ 1235946 h 1248174"/>
                  <a:gd name="connsiteX3" fmla="*/ 0 w 619975"/>
                  <a:gd name="connsiteY3" fmla="*/ 624087 h 1248174"/>
                  <a:gd name="connsiteX4" fmla="*/ 498680 w 619975"/>
                  <a:gd name="connsiteY4" fmla="*/ 12228 h 1248174"/>
                  <a:gd name="connsiteX5" fmla="*/ 619975 w 619975"/>
                  <a:gd name="connsiteY5" fmla="*/ 0 h 1248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975" h="1248174">
                    <a:moveTo>
                      <a:pt x="619975" y="0"/>
                    </a:moveTo>
                    <a:lnTo>
                      <a:pt x="619975" y="1248174"/>
                    </a:lnTo>
                    <a:lnTo>
                      <a:pt x="498680" y="1235946"/>
                    </a:lnTo>
                    <a:cubicBezTo>
                      <a:pt x="214084" y="1177710"/>
                      <a:pt x="0" y="925899"/>
                      <a:pt x="0" y="624087"/>
                    </a:cubicBezTo>
                    <a:cubicBezTo>
                      <a:pt x="0" y="322275"/>
                      <a:pt x="214084" y="70465"/>
                      <a:pt x="498680" y="12228"/>
                    </a:cubicBezTo>
                    <a:lnTo>
                      <a:pt x="619975"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5" name="TextBox 64">
                <a:extLst>
                  <a:ext uri="{FF2B5EF4-FFF2-40B4-BE49-F238E27FC236}">
                    <a16:creationId xmlns:a16="http://schemas.microsoft.com/office/drawing/2014/main" id="{F27DA888-2B10-4E0F-AC74-2729844DDA20}"/>
                  </a:ext>
                </a:extLst>
              </p:cNvPr>
              <p:cNvSpPr txBox="1"/>
              <p:nvPr/>
            </p:nvSpPr>
            <p:spPr>
              <a:xfrm>
                <a:off x="7121208" y="1720615"/>
                <a:ext cx="637121" cy="573584"/>
              </a:xfrm>
              <a:prstGeom prst="rect">
                <a:avLst/>
              </a:prstGeom>
              <a:noFill/>
            </p:spPr>
            <p:txBody>
              <a:bodyPr wrap="none" rtlCol="0">
                <a:spAutoFit/>
              </a:bodyPr>
              <a:lstStyle/>
              <a:p>
                <a:r>
                  <a:rPr lang="en-US" sz="3500" b="1" dirty="0">
                    <a:latin typeface="Roboto" panose="02000000000000000000" pitchFamily="2" charset="0"/>
                    <a:ea typeface="Roboto" panose="02000000000000000000" pitchFamily="2" charset="0"/>
                  </a:rPr>
                  <a:t>04</a:t>
                </a:r>
                <a:endParaRPr lang="en-IN" sz="3500" b="1" dirty="0">
                  <a:latin typeface="Roboto" panose="02000000000000000000" pitchFamily="2" charset="0"/>
                  <a:ea typeface="Roboto" panose="02000000000000000000" pitchFamily="2" charset="0"/>
                </a:endParaRPr>
              </a:p>
            </p:txBody>
          </p:sp>
          <p:sp>
            <p:nvSpPr>
              <p:cNvPr id="66" name="TextBox 65">
                <a:extLst>
                  <a:ext uri="{FF2B5EF4-FFF2-40B4-BE49-F238E27FC236}">
                    <a16:creationId xmlns:a16="http://schemas.microsoft.com/office/drawing/2014/main" id="{68785AA4-151B-4AC5-A166-62972E851E72}"/>
                  </a:ext>
                </a:extLst>
              </p:cNvPr>
              <p:cNvSpPr txBox="1"/>
              <p:nvPr/>
            </p:nvSpPr>
            <p:spPr>
              <a:xfrm>
                <a:off x="7121208" y="3457892"/>
                <a:ext cx="637121" cy="573584"/>
              </a:xfrm>
              <a:prstGeom prst="rect">
                <a:avLst/>
              </a:prstGeom>
              <a:noFill/>
            </p:spPr>
            <p:txBody>
              <a:bodyPr wrap="none" rtlCol="0">
                <a:spAutoFit/>
              </a:bodyPr>
              <a:lstStyle/>
              <a:p>
                <a:r>
                  <a:rPr lang="en-US" sz="3500" b="1" dirty="0">
                    <a:latin typeface="Roboto" panose="02000000000000000000" pitchFamily="2" charset="0"/>
                    <a:ea typeface="Roboto" panose="02000000000000000000" pitchFamily="2" charset="0"/>
                  </a:rPr>
                  <a:t>05</a:t>
                </a:r>
                <a:endParaRPr lang="en-IN" sz="3500" b="1" dirty="0">
                  <a:latin typeface="Roboto" panose="02000000000000000000" pitchFamily="2" charset="0"/>
                  <a:ea typeface="Roboto" panose="02000000000000000000" pitchFamily="2" charset="0"/>
                </a:endParaRPr>
              </a:p>
            </p:txBody>
          </p:sp>
          <p:sp>
            <p:nvSpPr>
              <p:cNvPr id="67" name="TextBox 66">
                <a:extLst>
                  <a:ext uri="{FF2B5EF4-FFF2-40B4-BE49-F238E27FC236}">
                    <a16:creationId xmlns:a16="http://schemas.microsoft.com/office/drawing/2014/main" id="{F42D8DDB-6C95-4105-92FE-B1FCB453D2DB}"/>
                  </a:ext>
                </a:extLst>
              </p:cNvPr>
              <p:cNvSpPr txBox="1"/>
              <p:nvPr/>
            </p:nvSpPr>
            <p:spPr>
              <a:xfrm>
                <a:off x="7121208" y="5195170"/>
                <a:ext cx="637121" cy="573584"/>
              </a:xfrm>
              <a:prstGeom prst="rect">
                <a:avLst/>
              </a:prstGeom>
              <a:noFill/>
            </p:spPr>
            <p:txBody>
              <a:bodyPr wrap="none" rtlCol="0">
                <a:spAutoFit/>
              </a:bodyPr>
              <a:lstStyle/>
              <a:p>
                <a:r>
                  <a:rPr lang="en-US" sz="3500" b="1" dirty="0">
                    <a:latin typeface="Roboto" panose="02000000000000000000" pitchFamily="2" charset="0"/>
                    <a:ea typeface="Roboto" panose="02000000000000000000" pitchFamily="2" charset="0"/>
                  </a:rPr>
                  <a:t>06</a:t>
                </a:r>
                <a:endParaRPr lang="en-IN" sz="3500" b="1" dirty="0">
                  <a:latin typeface="Roboto" panose="02000000000000000000" pitchFamily="2" charset="0"/>
                  <a:ea typeface="Roboto" panose="02000000000000000000" pitchFamily="2" charset="0"/>
                </a:endParaRPr>
              </a:p>
            </p:txBody>
          </p:sp>
          <p:sp>
            <p:nvSpPr>
              <p:cNvPr id="70" name="Rectangle 69">
                <a:extLst>
                  <a:ext uri="{FF2B5EF4-FFF2-40B4-BE49-F238E27FC236}">
                    <a16:creationId xmlns:a16="http://schemas.microsoft.com/office/drawing/2014/main" id="{FC94C35F-FDCC-48FD-A138-01B87AC487A9}"/>
                  </a:ext>
                </a:extLst>
              </p:cNvPr>
              <p:cNvSpPr/>
              <p:nvPr/>
            </p:nvSpPr>
            <p:spPr>
              <a:xfrm>
                <a:off x="8066800" y="1645770"/>
                <a:ext cx="2298267" cy="531614"/>
              </a:xfrm>
              <a:prstGeom prst="rect">
                <a:avLst/>
              </a:prstGeom>
            </p:spPr>
            <p:txBody>
              <a:bodyPr wrap="square">
                <a:spAutoFit/>
              </a:bodyPr>
              <a:lstStyle/>
              <a:p>
                <a:pPr>
                  <a:spcBef>
                    <a:spcPts val="600"/>
                  </a:spcBef>
                </a:pPr>
                <a:r>
                  <a:rPr lang="en-IN" sz="1600" b="1" dirty="0"/>
                  <a:t>Healthcare ML Research Papers</a:t>
                </a:r>
                <a:endParaRPr lang="en-US" sz="1600" b="1" dirty="0">
                  <a:solidFill>
                    <a:srgbClr val="000000"/>
                  </a:solidFill>
                  <a:latin typeface="Roboto Light" panose="02000000000000000000" pitchFamily="2" charset="0"/>
                  <a:ea typeface="Roboto Light" panose="02000000000000000000" pitchFamily="2" charset="0"/>
                </a:endParaRPr>
              </a:p>
            </p:txBody>
          </p:sp>
          <p:sp>
            <p:nvSpPr>
              <p:cNvPr id="71" name="Rectangle 70">
                <a:extLst>
                  <a:ext uri="{FF2B5EF4-FFF2-40B4-BE49-F238E27FC236}">
                    <a16:creationId xmlns:a16="http://schemas.microsoft.com/office/drawing/2014/main" id="{1FC3CCA1-3D18-4D14-B3DD-C33B581A90E4}"/>
                  </a:ext>
                </a:extLst>
              </p:cNvPr>
              <p:cNvSpPr/>
              <p:nvPr/>
            </p:nvSpPr>
            <p:spPr>
              <a:xfrm>
                <a:off x="8066800" y="3383047"/>
                <a:ext cx="2298267" cy="531614"/>
              </a:xfrm>
              <a:prstGeom prst="rect">
                <a:avLst/>
              </a:prstGeom>
            </p:spPr>
            <p:txBody>
              <a:bodyPr wrap="square">
                <a:spAutoFit/>
              </a:bodyPr>
              <a:lstStyle/>
              <a:p>
                <a:pPr>
                  <a:spcBef>
                    <a:spcPts val="600"/>
                  </a:spcBef>
                </a:pPr>
                <a:r>
                  <a:rPr lang="en-IN" sz="1600" b="1" dirty="0"/>
                  <a:t>Doctor &amp; Medicine Datasets</a:t>
                </a:r>
                <a:endParaRPr lang="en-US" sz="1600" b="1" dirty="0">
                  <a:solidFill>
                    <a:srgbClr val="000000"/>
                  </a:solidFill>
                  <a:latin typeface="Roboto Light" panose="02000000000000000000" pitchFamily="2" charset="0"/>
                  <a:ea typeface="Roboto Light" panose="02000000000000000000" pitchFamily="2" charset="0"/>
                </a:endParaRPr>
              </a:p>
            </p:txBody>
          </p:sp>
          <p:sp>
            <p:nvSpPr>
              <p:cNvPr id="72" name="Rectangle 71">
                <a:extLst>
                  <a:ext uri="{FF2B5EF4-FFF2-40B4-BE49-F238E27FC236}">
                    <a16:creationId xmlns:a16="http://schemas.microsoft.com/office/drawing/2014/main" id="{CD073F66-BCE9-49C7-9022-0A912801B2BD}"/>
                  </a:ext>
                </a:extLst>
              </p:cNvPr>
              <p:cNvSpPr/>
              <p:nvPr/>
            </p:nvSpPr>
            <p:spPr>
              <a:xfrm>
                <a:off x="8066800" y="5120325"/>
                <a:ext cx="2298267" cy="531614"/>
              </a:xfrm>
              <a:prstGeom prst="rect">
                <a:avLst/>
              </a:prstGeom>
            </p:spPr>
            <p:txBody>
              <a:bodyPr wrap="square">
                <a:spAutoFit/>
              </a:bodyPr>
              <a:lstStyle/>
              <a:p>
                <a:pPr>
                  <a:spcBef>
                    <a:spcPts val="600"/>
                  </a:spcBef>
                </a:pPr>
                <a:r>
                  <a:rPr lang="en-IN" sz="1600" b="1" dirty="0" err="1"/>
                  <a:t>Jupyter</a:t>
                </a:r>
                <a:r>
                  <a:rPr lang="en-IN" sz="1600" b="1" dirty="0"/>
                  <a:t> Notebook Implementation</a:t>
                </a:r>
                <a:endParaRPr lang="en-US" sz="1600" b="1" dirty="0">
                  <a:solidFill>
                    <a:srgbClr val="000000"/>
                  </a:solidFill>
                  <a:latin typeface="Roboto Light" panose="02000000000000000000" pitchFamily="2" charset="0"/>
                  <a:ea typeface="Roboto Light" panose="02000000000000000000" pitchFamily="2" charset="0"/>
                </a:endParaRPr>
              </a:p>
            </p:txBody>
          </p:sp>
        </p:grpSp>
      </p:grpSp>
      <p:sp>
        <p:nvSpPr>
          <p:cNvPr id="73" name="TextBox 72">
            <a:extLst>
              <a:ext uri="{FF2B5EF4-FFF2-40B4-BE49-F238E27FC236}">
                <a16:creationId xmlns:a16="http://schemas.microsoft.com/office/drawing/2014/main" id="{574F14F0-2F4A-48B8-A1BB-591F3DB9FED7}"/>
              </a:ext>
            </a:extLst>
          </p:cNvPr>
          <p:cNvSpPr txBox="1"/>
          <p:nvPr/>
        </p:nvSpPr>
        <p:spPr>
          <a:xfrm>
            <a:off x="3952288" y="165723"/>
            <a:ext cx="4287425" cy="646331"/>
          </a:xfrm>
          <a:prstGeom prst="rect">
            <a:avLst/>
          </a:prstGeom>
          <a:noFill/>
        </p:spPr>
        <p:txBody>
          <a:bodyPr wrap="square">
            <a:spAutoFit/>
          </a:bodyPr>
          <a:lstStyle/>
          <a:p>
            <a:pPr algn="ctr"/>
            <a:r>
              <a:rPr lang="en-US" sz="3600" dirty="0">
                <a:latin typeface="Roboto" panose="02000000000000000000" pitchFamily="2" charset="0"/>
                <a:ea typeface="Roboto" panose="02000000000000000000" pitchFamily="2" charset="0"/>
              </a:rPr>
              <a:t>References</a:t>
            </a:r>
          </a:p>
        </p:txBody>
      </p:sp>
    </p:spTree>
    <p:extLst>
      <p:ext uri="{BB962C8B-B14F-4D97-AF65-F5344CB8AC3E}">
        <p14:creationId xmlns:p14="http://schemas.microsoft.com/office/powerpoint/2010/main" val="4056510560"/>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C65206F-FD9D-4138-877B-68E0FB34B750}"/>
              </a:ext>
            </a:extLst>
          </p:cNvPr>
          <p:cNvGrpSpPr/>
          <p:nvPr/>
        </p:nvGrpSpPr>
        <p:grpSpPr>
          <a:xfrm>
            <a:off x="0" y="587826"/>
            <a:ext cx="11932534" cy="5985373"/>
            <a:chOff x="0" y="587826"/>
            <a:chExt cx="11932534" cy="5985373"/>
          </a:xfrm>
        </p:grpSpPr>
        <p:grpSp>
          <p:nvGrpSpPr>
            <p:cNvPr id="3" name="Group 2">
              <a:extLst>
                <a:ext uri="{FF2B5EF4-FFF2-40B4-BE49-F238E27FC236}">
                  <a16:creationId xmlns:a16="http://schemas.microsoft.com/office/drawing/2014/main" id="{72E233C2-566B-41A3-8802-4A0CAA7E8762}"/>
                </a:ext>
              </a:extLst>
            </p:cNvPr>
            <p:cNvGrpSpPr/>
            <p:nvPr/>
          </p:nvGrpSpPr>
          <p:grpSpPr>
            <a:xfrm>
              <a:off x="3006147" y="3049004"/>
              <a:ext cx="2951152" cy="2055974"/>
              <a:chOff x="3006147" y="2416660"/>
              <a:chExt cx="2951152" cy="2055974"/>
            </a:xfrm>
          </p:grpSpPr>
          <p:sp>
            <p:nvSpPr>
              <p:cNvPr id="60" name="Rectangle: Rounded Corners 59">
                <a:extLst>
                  <a:ext uri="{FF2B5EF4-FFF2-40B4-BE49-F238E27FC236}">
                    <a16:creationId xmlns:a16="http://schemas.microsoft.com/office/drawing/2014/main" id="{5CD24F8E-DDFA-42BE-A599-6F4F1200193F}"/>
                  </a:ext>
                </a:extLst>
              </p:cNvPr>
              <p:cNvSpPr/>
              <p:nvPr/>
            </p:nvSpPr>
            <p:spPr>
              <a:xfrm flipH="1">
                <a:off x="4841446" y="2821182"/>
                <a:ext cx="1115853" cy="1491053"/>
              </a:xfrm>
              <a:prstGeom prst="roundRect">
                <a:avLst>
                  <a:gd name="adj" fmla="val 5524"/>
                </a:avLst>
              </a:prstGeom>
              <a:gradFill>
                <a:gsLst>
                  <a:gs pos="100000">
                    <a:schemeClr val="accent5">
                      <a:lumMod val="50000"/>
                    </a:schemeClr>
                  </a:gs>
                  <a:gs pos="94000">
                    <a:schemeClr val="accent5">
                      <a:lumMod val="40000"/>
                      <a:lumOff val="60000"/>
                    </a:schemeClr>
                  </a:gs>
                  <a:gs pos="84000">
                    <a:schemeClr val="accent5"/>
                  </a:gs>
                  <a:gs pos="22000">
                    <a:schemeClr val="accent5"/>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5523E9FE-4E91-495C-9DC3-28328D9FFBAD}"/>
                  </a:ext>
                </a:extLst>
              </p:cNvPr>
              <p:cNvSpPr/>
              <p:nvPr/>
            </p:nvSpPr>
            <p:spPr>
              <a:xfrm flipH="1">
                <a:off x="4775195" y="3852828"/>
                <a:ext cx="643926" cy="382730"/>
              </a:xfrm>
              <a:prstGeom prst="ellipse">
                <a:avLst/>
              </a:prstGeom>
              <a:solidFill>
                <a:schemeClr val="tx1"/>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CD48AAC0-79D1-447E-9F29-D324AE39E802}"/>
                  </a:ext>
                </a:extLst>
              </p:cNvPr>
              <p:cNvSpPr/>
              <p:nvPr/>
            </p:nvSpPr>
            <p:spPr>
              <a:xfrm rot="16200000" flipH="1">
                <a:off x="4808638" y="3921588"/>
                <a:ext cx="349384" cy="197637"/>
              </a:xfrm>
              <a:prstGeom prst="ellipse">
                <a:avLst/>
              </a:prstGeom>
              <a:solidFill>
                <a:schemeClr val="tx1"/>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EC61A1D8-1E6F-4707-8CC5-4B37A658898D}"/>
                  </a:ext>
                </a:extLst>
              </p:cNvPr>
              <p:cNvSpPr/>
              <p:nvPr/>
            </p:nvSpPr>
            <p:spPr>
              <a:xfrm rot="16200000" flipH="1">
                <a:off x="4441961" y="3814912"/>
                <a:ext cx="932714" cy="382730"/>
              </a:xfrm>
              <a:prstGeom prst="ellipse">
                <a:avLst/>
              </a:prstGeom>
              <a:solidFill>
                <a:schemeClr val="tx1">
                  <a:alpha val="56000"/>
                </a:schemeClr>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Freeform: Shape 64">
                <a:extLst>
                  <a:ext uri="{FF2B5EF4-FFF2-40B4-BE49-F238E27FC236}">
                    <a16:creationId xmlns:a16="http://schemas.microsoft.com/office/drawing/2014/main" id="{E51DEA95-B4F7-4025-B7E7-1A3D6AE0811F}"/>
                  </a:ext>
                </a:extLst>
              </p:cNvPr>
              <p:cNvSpPr/>
              <p:nvPr/>
            </p:nvSpPr>
            <p:spPr>
              <a:xfrm flipH="1">
                <a:off x="4826716" y="3783087"/>
                <a:ext cx="609089" cy="524315"/>
              </a:xfrm>
              <a:custGeom>
                <a:avLst/>
                <a:gdLst>
                  <a:gd name="connsiteX0" fmla="*/ 240507 w 766762"/>
                  <a:gd name="connsiteY0" fmla="*/ 0 h 481014"/>
                  <a:gd name="connsiteX1" fmla="*/ 766762 w 766762"/>
                  <a:gd name="connsiteY1" fmla="*/ 0 h 481014"/>
                  <a:gd name="connsiteX2" fmla="*/ 766762 w 766762"/>
                  <a:gd name="connsiteY2" fmla="*/ 481014 h 481014"/>
                  <a:gd name="connsiteX3" fmla="*/ 240507 w 766762"/>
                  <a:gd name="connsiteY3" fmla="*/ 481013 h 481014"/>
                  <a:gd name="connsiteX4" fmla="*/ 4886 w 766762"/>
                  <a:gd name="connsiteY4" fmla="*/ 288976 h 481014"/>
                  <a:gd name="connsiteX5" fmla="*/ 0 w 766762"/>
                  <a:gd name="connsiteY5" fmla="*/ 240507 h 481014"/>
                  <a:gd name="connsiteX6" fmla="*/ 4886 w 766762"/>
                  <a:gd name="connsiteY6" fmla="*/ 192037 h 481014"/>
                  <a:gd name="connsiteX7" fmla="*/ 240507 w 766762"/>
                  <a:gd name="connsiteY7" fmla="*/ 0 h 481014"/>
                  <a:gd name="connsiteX0" fmla="*/ 240507 w 766762"/>
                  <a:gd name="connsiteY0" fmla="*/ 0 h 481014"/>
                  <a:gd name="connsiteX1" fmla="*/ 766762 w 766762"/>
                  <a:gd name="connsiteY1" fmla="*/ 0 h 481014"/>
                  <a:gd name="connsiteX2" fmla="*/ 766762 w 766762"/>
                  <a:gd name="connsiteY2" fmla="*/ 481014 h 481014"/>
                  <a:gd name="connsiteX3" fmla="*/ 240507 w 766762"/>
                  <a:gd name="connsiteY3" fmla="*/ 481013 h 481014"/>
                  <a:gd name="connsiteX4" fmla="*/ 4886 w 766762"/>
                  <a:gd name="connsiteY4" fmla="*/ 288976 h 481014"/>
                  <a:gd name="connsiteX5" fmla="*/ 0 w 766762"/>
                  <a:gd name="connsiteY5" fmla="*/ 240507 h 481014"/>
                  <a:gd name="connsiteX6" fmla="*/ 4886 w 766762"/>
                  <a:gd name="connsiteY6" fmla="*/ 192037 h 481014"/>
                  <a:gd name="connsiteX7" fmla="*/ 240507 w 766762"/>
                  <a:gd name="connsiteY7" fmla="*/ 0 h 481014"/>
                  <a:gd name="connsiteX0" fmla="*/ 240507 w 766762"/>
                  <a:gd name="connsiteY0" fmla="*/ 0 h 481014"/>
                  <a:gd name="connsiteX1" fmla="*/ 766762 w 766762"/>
                  <a:gd name="connsiteY1" fmla="*/ 0 h 481014"/>
                  <a:gd name="connsiteX2" fmla="*/ 766762 w 766762"/>
                  <a:gd name="connsiteY2" fmla="*/ 481014 h 481014"/>
                  <a:gd name="connsiteX3" fmla="*/ 240507 w 766762"/>
                  <a:gd name="connsiteY3" fmla="*/ 481013 h 481014"/>
                  <a:gd name="connsiteX4" fmla="*/ 4886 w 766762"/>
                  <a:gd name="connsiteY4" fmla="*/ 288976 h 481014"/>
                  <a:gd name="connsiteX5" fmla="*/ 0 w 766762"/>
                  <a:gd name="connsiteY5" fmla="*/ 240507 h 481014"/>
                  <a:gd name="connsiteX6" fmla="*/ 4886 w 766762"/>
                  <a:gd name="connsiteY6" fmla="*/ 192037 h 481014"/>
                  <a:gd name="connsiteX7" fmla="*/ 240507 w 766762"/>
                  <a:gd name="connsiteY7" fmla="*/ 0 h 481014"/>
                  <a:gd name="connsiteX0" fmla="*/ 240507 w 823474"/>
                  <a:gd name="connsiteY0" fmla="*/ 0 h 498849"/>
                  <a:gd name="connsiteX1" fmla="*/ 766762 w 823474"/>
                  <a:gd name="connsiteY1" fmla="*/ 0 h 498849"/>
                  <a:gd name="connsiteX2" fmla="*/ 823474 w 823474"/>
                  <a:gd name="connsiteY2" fmla="*/ 498849 h 498849"/>
                  <a:gd name="connsiteX3" fmla="*/ 240507 w 823474"/>
                  <a:gd name="connsiteY3" fmla="*/ 481013 h 498849"/>
                  <a:gd name="connsiteX4" fmla="*/ 4886 w 823474"/>
                  <a:gd name="connsiteY4" fmla="*/ 288976 h 498849"/>
                  <a:gd name="connsiteX5" fmla="*/ 0 w 823474"/>
                  <a:gd name="connsiteY5" fmla="*/ 240507 h 498849"/>
                  <a:gd name="connsiteX6" fmla="*/ 4886 w 823474"/>
                  <a:gd name="connsiteY6" fmla="*/ 192037 h 498849"/>
                  <a:gd name="connsiteX7" fmla="*/ 240507 w 823474"/>
                  <a:gd name="connsiteY7" fmla="*/ 0 h 498849"/>
                  <a:gd name="connsiteX0" fmla="*/ 240507 w 823474"/>
                  <a:gd name="connsiteY0" fmla="*/ 0 h 498849"/>
                  <a:gd name="connsiteX1" fmla="*/ 766762 w 823474"/>
                  <a:gd name="connsiteY1" fmla="*/ 0 h 498849"/>
                  <a:gd name="connsiteX2" fmla="*/ 823474 w 823474"/>
                  <a:gd name="connsiteY2" fmla="*/ 498849 h 498849"/>
                  <a:gd name="connsiteX3" fmla="*/ 240507 w 823474"/>
                  <a:gd name="connsiteY3" fmla="*/ 481013 h 498849"/>
                  <a:gd name="connsiteX4" fmla="*/ 4886 w 823474"/>
                  <a:gd name="connsiteY4" fmla="*/ 288976 h 498849"/>
                  <a:gd name="connsiteX5" fmla="*/ 0 w 823474"/>
                  <a:gd name="connsiteY5" fmla="*/ 240507 h 498849"/>
                  <a:gd name="connsiteX6" fmla="*/ 4886 w 823474"/>
                  <a:gd name="connsiteY6" fmla="*/ 192037 h 498849"/>
                  <a:gd name="connsiteX7" fmla="*/ 240507 w 823474"/>
                  <a:gd name="connsiteY7" fmla="*/ 0 h 498849"/>
                  <a:gd name="connsiteX0" fmla="*/ 240507 w 823474"/>
                  <a:gd name="connsiteY0" fmla="*/ 0 h 498849"/>
                  <a:gd name="connsiteX1" fmla="*/ 766762 w 823474"/>
                  <a:gd name="connsiteY1" fmla="*/ 0 h 498849"/>
                  <a:gd name="connsiteX2" fmla="*/ 823474 w 823474"/>
                  <a:gd name="connsiteY2" fmla="*/ 498849 h 498849"/>
                  <a:gd name="connsiteX3" fmla="*/ 240507 w 823474"/>
                  <a:gd name="connsiteY3" fmla="*/ 481013 h 498849"/>
                  <a:gd name="connsiteX4" fmla="*/ 4886 w 823474"/>
                  <a:gd name="connsiteY4" fmla="*/ 288976 h 498849"/>
                  <a:gd name="connsiteX5" fmla="*/ 0 w 823474"/>
                  <a:gd name="connsiteY5" fmla="*/ 240507 h 498849"/>
                  <a:gd name="connsiteX6" fmla="*/ 4886 w 823474"/>
                  <a:gd name="connsiteY6" fmla="*/ 192037 h 498849"/>
                  <a:gd name="connsiteX7" fmla="*/ 240507 w 823474"/>
                  <a:gd name="connsiteY7" fmla="*/ 0 h 498849"/>
                  <a:gd name="connsiteX0" fmla="*/ 240507 w 823474"/>
                  <a:gd name="connsiteY0" fmla="*/ 0 h 498849"/>
                  <a:gd name="connsiteX1" fmla="*/ 766762 w 823474"/>
                  <a:gd name="connsiteY1" fmla="*/ 0 h 498849"/>
                  <a:gd name="connsiteX2" fmla="*/ 823474 w 823474"/>
                  <a:gd name="connsiteY2" fmla="*/ 498849 h 498849"/>
                  <a:gd name="connsiteX3" fmla="*/ 240507 w 823474"/>
                  <a:gd name="connsiteY3" fmla="*/ 481013 h 498849"/>
                  <a:gd name="connsiteX4" fmla="*/ 4886 w 823474"/>
                  <a:gd name="connsiteY4" fmla="*/ 288976 h 498849"/>
                  <a:gd name="connsiteX5" fmla="*/ 0 w 823474"/>
                  <a:gd name="connsiteY5" fmla="*/ 240507 h 498849"/>
                  <a:gd name="connsiteX6" fmla="*/ 4886 w 823474"/>
                  <a:gd name="connsiteY6" fmla="*/ 192037 h 498849"/>
                  <a:gd name="connsiteX7" fmla="*/ 240507 w 823474"/>
                  <a:gd name="connsiteY7" fmla="*/ 0 h 498849"/>
                  <a:gd name="connsiteX0" fmla="*/ 240507 w 831577"/>
                  <a:gd name="connsiteY0" fmla="*/ 0 h 521143"/>
                  <a:gd name="connsiteX1" fmla="*/ 766762 w 831577"/>
                  <a:gd name="connsiteY1" fmla="*/ 0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31577"/>
                  <a:gd name="connsiteY0" fmla="*/ 0 h 521143"/>
                  <a:gd name="connsiteX1" fmla="*/ 766762 w 831577"/>
                  <a:gd name="connsiteY1" fmla="*/ 0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31577"/>
                  <a:gd name="connsiteY0" fmla="*/ 0 h 521143"/>
                  <a:gd name="connsiteX1" fmla="*/ 823476 w 831577"/>
                  <a:gd name="connsiteY1" fmla="*/ 17835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31577"/>
                  <a:gd name="connsiteY0" fmla="*/ 0 h 521143"/>
                  <a:gd name="connsiteX1" fmla="*/ 827526 w 831577"/>
                  <a:gd name="connsiteY1" fmla="*/ 17835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31577"/>
                  <a:gd name="connsiteY0" fmla="*/ 0 h 521143"/>
                  <a:gd name="connsiteX1" fmla="*/ 827526 w 831577"/>
                  <a:gd name="connsiteY1" fmla="*/ 17835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27914"/>
                  <a:gd name="connsiteY0" fmla="*/ 0 h 574649"/>
                  <a:gd name="connsiteX1" fmla="*/ 827526 w 827914"/>
                  <a:gd name="connsiteY1" fmla="*/ 17835 h 574649"/>
                  <a:gd name="connsiteX2" fmla="*/ 827525 w 827914"/>
                  <a:gd name="connsiteY2" fmla="*/ 574649 h 574649"/>
                  <a:gd name="connsiteX3" fmla="*/ 240507 w 827914"/>
                  <a:gd name="connsiteY3" fmla="*/ 481013 h 574649"/>
                  <a:gd name="connsiteX4" fmla="*/ 4886 w 827914"/>
                  <a:gd name="connsiteY4" fmla="*/ 288976 h 574649"/>
                  <a:gd name="connsiteX5" fmla="*/ 0 w 827914"/>
                  <a:gd name="connsiteY5" fmla="*/ 240507 h 574649"/>
                  <a:gd name="connsiteX6" fmla="*/ 4886 w 827914"/>
                  <a:gd name="connsiteY6" fmla="*/ 192037 h 574649"/>
                  <a:gd name="connsiteX7" fmla="*/ 240507 w 827914"/>
                  <a:gd name="connsiteY7" fmla="*/ 0 h 574649"/>
                  <a:gd name="connsiteX0" fmla="*/ 240507 w 827916"/>
                  <a:gd name="connsiteY0" fmla="*/ 0 h 574649"/>
                  <a:gd name="connsiteX1" fmla="*/ 827526 w 827916"/>
                  <a:gd name="connsiteY1" fmla="*/ 17835 h 574649"/>
                  <a:gd name="connsiteX2" fmla="*/ 827525 w 827916"/>
                  <a:gd name="connsiteY2" fmla="*/ 574649 h 574649"/>
                  <a:gd name="connsiteX3" fmla="*/ 240507 w 827916"/>
                  <a:gd name="connsiteY3" fmla="*/ 481013 h 574649"/>
                  <a:gd name="connsiteX4" fmla="*/ 4886 w 827916"/>
                  <a:gd name="connsiteY4" fmla="*/ 288976 h 574649"/>
                  <a:gd name="connsiteX5" fmla="*/ 0 w 827916"/>
                  <a:gd name="connsiteY5" fmla="*/ 240507 h 574649"/>
                  <a:gd name="connsiteX6" fmla="*/ 4886 w 827916"/>
                  <a:gd name="connsiteY6" fmla="*/ 192037 h 574649"/>
                  <a:gd name="connsiteX7" fmla="*/ 240507 w 827916"/>
                  <a:gd name="connsiteY7" fmla="*/ 0 h 574649"/>
                  <a:gd name="connsiteX0" fmla="*/ 240507 w 827914"/>
                  <a:gd name="connsiteY0" fmla="*/ 0 h 753002"/>
                  <a:gd name="connsiteX1" fmla="*/ 827526 w 827914"/>
                  <a:gd name="connsiteY1" fmla="*/ 17835 h 753002"/>
                  <a:gd name="connsiteX2" fmla="*/ 827525 w 827914"/>
                  <a:gd name="connsiteY2" fmla="*/ 753002 h 753002"/>
                  <a:gd name="connsiteX3" fmla="*/ 240507 w 827914"/>
                  <a:gd name="connsiteY3" fmla="*/ 481013 h 753002"/>
                  <a:gd name="connsiteX4" fmla="*/ 4886 w 827914"/>
                  <a:gd name="connsiteY4" fmla="*/ 288976 h 753002"/>
                  <a:gd name="connsiteX5" fmla="*/ 0 w 827914"/>
                  <a:gd name="connsiteY5" fmla="*/ 240507 h 753002"/>
                  <a:gd name="connsiteX6" fmla="*/ 4886 w 827914"/>
                  <a:gd name="connsiteY6" fmla="*/ 192037 h 753002"/>
                  <a:gd name="connsiteX7" fmla="*/ 240507 w 827914"/>
                  <a:gd name="connsiteY7" fmla="*/ 0 h 753002"/>
                  <a:gd name="connsiteX0" fmla="*/ 240507 w 827916"/>
                  <a:gd name="connsiteY0" fmla="*/ 0 h 753002"/>
                  <a:gd name="connsiteX1" fmla="*/ 827526 w 827916"/>
                  <a:gd name="connsiteY1" fmla="*/ 17835 h 753002"/>
                  <a:gd name="connsiteX2" fmla="*/ 827525 w 827916"/>
                  <a:gd name="connsiteY2" fmla="*/ 753002 h 753002"/>
                  <a:gd name="connsiteX3" fmla="*/ 240507 w 827916"/>
                  <a:gd name="connsiteY3" fmla="*/ 481013 h 753002"/>
                  <a:gd name="connsiteX4" fmla="*/ 4886 w 827916"/>
                  <a:gd name="connsiteY4" fmla="*/ 288976 h 753002"/>
                  <a:gd name="connsiteX5" fmla="*/ 0 w 827916"/>
                  <a:gd name="connsiteY5" fmla="*/ 240507 h 753002"/>
                  <a:gd name="connsiteX6" fmla="*/ 4886 w 827916"/>
                  <a:gd name="connsiteY6" fmla="*/ 192037 h 753002"/>
                  <a:gd name="connsiteX7" fmla="*/ 240507 w 827916"/>
                  <a:gd name="connsiteY7" fmla="*/ 0 h 753002"/>
                  <a:gd name="connsiteX0" fmla="*/ 240507 w 827914"/>
                  <a:gd name="connsiteY0" fmla="*/ 0 h 753002"/>
                  <a:gd name="connsiteX1" fmla="*/ 827526 w 827914"/>
                  <a:gd name="connsiteY1" fmla="*/ 17835 h 753002"/>
                  <a:gd name="connsiteX2" fmla="*/ 827525 w 827914"/>
                  <a:gd name="connsiteY2" fmla="*/ 753002 h 753002"/>
                  <a:gd name="connsiteX3" fmla="*/ 240507 w 827914"/>
                  <a:gd name="connsiteY3" fmla="*/ 481013 h 753002"/>
                  <a:gd name="connsiteX4" fmla="*/ 4886 w 827914"/>
                  <a:gd name="connsiteY4" fmla="*/ 288976 h 753002"/>
                  <a:gd name="connsiteX5" fmla="*/ 0 w 827914"/>
                  <a:gd name="connsiteY5" fmla="*/ 240507 h 753002"/>
                  <a:gd name="connsiteX6" fmla="*/ 4886 w 827914"/>
                  <a:gd name="connsiteY6" fmla="*/ 192037 h 753002"/>
                  <a:gd name="connsiteX7" fmla="*/ 240507 w 827914"/>
                  <a:gd name="connsiteY7" fmla="*/ 0 h 753002"/>
                  <a:gd name="connsiteX0" fmla="*/ 240507 w 827594"/>
                  <a:gd name="connsiteY0" fmla="*/ 0 h 757462"/>
                  <a:gd name="connsiteX1" fmla="*/ 827526 w 827594"/>
                  <a:gd name="connsiteY1" fmla="*/ 17835 h 757462"/>
                  <a:gd name="connsiteX2" fmla="*/ 811321 w 827594"/>
                  <a:gd name="connsiteY2" fmla="*/ 757462 h 757462"/>
                  <a:gd name="connsiteX3" fmla="*/ 240507 w 827594"/>
                  <a:gd name="connsiteY3" fmla="*/ 481013 h 757462"/>
                  <a:gd name="connsiteX4" fmla="*/ 4886 w 827594"/>
                  <a:gd name="connsiteY4" fmla="*/ 288976 h 757462"/>
                  <a:gd name="connsiteX5" fmla="*/ 0 w 827594"/>
                  <a:gd name="connsiteY5" fmla="*/ 240507 h 757462"/>
                  <a:gd name="connsiteX6" fmla="*/ 4886 w 827594"/>
                  <a:gd name="connsiteY6" fmla="*/ 192037 h 757462"/>
                  <a:gd name="connsiteX7" fmla="*/ 240507 w 827594"/>
                  <a:gd name="connsiteY7" fmla="*/ 0 h 757462"/>
                  <a:gd name="connsiteX0" fmla="*/ 240507 w 827916"/>
                  <a:gd name="connsiteY0" fmla="*/ 0 h 757462"/>
                  <a:gd name="connsiteX1" fmla="*/ 827526 w 827916"/>
                  <a:gd name="connsiteY1" fmla="*/ 17835 h 757462"/>
                  <a:gd name="connsiteX2" fmla="*/ 827524 w 827916"/>
                  <a:gd name="connsiteY2" fmla="*/ 757462 h 757462"/>
                  <a:gd name="connsiteX3" fmla="*/ 240507 w 827916"/>
                  <a:gd name="connsiteY3" fmla="*/ 481013 h 757462"/>
                  <a:gd name="connsiteX4" fmla="*/ 4886 w 827916"/>
                  <a:gd name="connsiteY4" fmla="*/ 288976 h 757462"/>
                  <a:gd name="connsiteX5" fmla="*/ 0 w 827916"/>
                  <a:gd name="connsiteY5" fmla="*/ 240507 h 757462"/>
                  <a:gd name="connsiteX6" fmla="*/ 4886 w 827916"/>
                  <a:gd name="connsiteY6" fmla="*/ 192037 h 757462"/>
                  <a:gd name="connsiteX7" fmla="*/ 240507 w 827916"/>
                  <a:gd name="connsiteY7" fmla="*/ 0 h 757462"/>
                  <a:gd name="connsiteX0" fmla="*/ 240507 w 827914"/>
                  <a:gd name="connsiteY0" fmla="*/ 0 h 757462"/>
                  <a:gd name="connsiteX1" fmla="*/ 827526 w 827914"/>
                  <a:gd name="connsiteY1" fmla="*/ 17835 h 757462"/>
                  <a:gd name="connsiteX2" fmla="*/ 827524 w 827914"/>
                  <a:gd name="connsiteY2" fmla="*/ 757462 h 757462"/>
                  <a:gd name="connsiteX3" fmla="*/ 240507 w 827914"/>
                  <a:gd name="connsiteY3" fmla="*/ 481013 h 757462"/>
                  <a:gd name="connsiteX4" fmla="*/ 4886 w 827914"/>
                  <a:gd name="connsiteY4" fmla="*/ 288976 h 757462"/>
                  <a:gd name="connsiteX5" fmla="*/ 0 w 827914"/>
                  <a:gd name="connsiteY5" fmla="*/ 240507 h 757462"/>
                  <a:gd name="connsiteX6" fmla="*/ 4886 w 827914"/>
                  <a:gd name="connsiteY6" fmla="*/ 192037 h 757462"/>
                  <a:gd name="connsiteX7" fmla="*/ 240507 w 827914"/>
                  <a:gd name="connsiteY7" fmla="*/ 0 h 757462"/>
                  <a:gd name="connsiteX0" fmla="*/ 240507 w 827916"/>
                  <a:gd name="connsiteY0" fmla="*/ 0 h 757462"/>
                  <a:gd name="connsiteX1" fmla="*/ 827526 w 827916"/>
                  <a:gd name="connsiteY1" fmla="*/ 17835 h 757462"/>
                  <a:gd name="connsiteX2" fmla="*/ 827524 w 827916"/>
                  <a:gd name="connsiteY2" fmla="*/ 757462 h 757462"/>
                  <a:gd name="connsiteX3" fmla="*/ 240507 w 827916"/>
                  <a:gd name="connsiteY3" fmla="*/ 481013 h 757462"/>
                  <a:gd name="connsiteX4" fmla="*/ 4886 w 827916"/>
                  <a:gd name="connsiteY4" fmla="*/ 288976 h 757462"/>
                  <a:gd name="connsiteX5" fmla="*/ 0 w 827916"/>
                  <a:gd name="connsiteY5" fmla="*/ 240507 h 757462"/>
                  <a:gd name="connsiteX6" fmla="*/ 4886 w 827916"/>
                  <a:gd name="connsiteY6" fmla="*/ 192037 h 757462"/>
                  <a:gd name="connsiteX7" fmla="*/ 240507 w 827916"/>
                  <a:gd name="connsiteY7" fmla="*/ 0 h 757462"/>
                  <a:gd name="connsiteX0" fmla="*/ 240507 w 827914"/>
                  <a:gd name="connsiteY0" fmla="*/ 0 h 757462"/>
                  <a:gd name="connsiteX1" fmla="*/ 827526 w 827914"/>
                  <a:gd name="connsiteY1" fmla="*/ 17835 h 757462"/>
                  <a:gd name="connsiteX2" fmla="*/ 827524 w 827914"/>
                  <a:gd name="connsiteY2" fmla="*/ 757462 h 757462"/>
                  <a:gd name="connsiteX3" fmla="*/ 240507 w 827914"/>
                  <a:gd name="connsiteY3" fmla="*/ 481013 h 757462"/>
                  <a:gd name="connsiteX4" fmla="*/ 4886 w 827914"/>
                  <a:gd name="connsiteY4" fmla="*/ 288976 h 757462"/>
                  <a:gd name="connsiteX5" fmla="*/ 0 w 827914"/>
                  <a:gd name="connsiteY5" fmla="*/ 240507 h 757462"/>
                  <a:gd name="connsiteX6" fmla="*/ 4886 w 827914"/>
                  <a:gd name="connsiteY6" fmla="*/ 192037 h 757462"/>
                  <a:gd name="connsiteX7" fmla="*/ 240507 w 827914"/>
                  <a:gd name="connsiteY7" fmla="*/ 0 h 757462"/>
                  <a:gd name="connsiteX0" fmla="*/ 240507 w 827606"/>
                  <a:gd name="connsiteY0" fmla="*/ 0 h 775830"/>
                  <a:gd name="connsiteX1" fmla="*/ 827526 w 827606"/>
                  <a:gd name="connsiteY1" fmla="*/ 17835 h 775830"/>
                  <a:gd name="connsiteX2" fmla="*/ 814174 w 827606"/>
                  <a:gd name="connsiteY2" fmla="*/ 775830 h 775830"/>
                  <a:gd name="connsiteX3" fmla="*/ 240507 w 827606"/>
                  <a:gd name="connsiteY3" fmla="*/ 481013 h 775830"/>
                  <a:gd name="connsiteX4" fmla="*/ 4886 w 827606"/>
                  <a:gd name="connsiteY4" fmla="*/ 288976 h 775830"/>
                  <a:gd name="connsiteX5" fmla="*/ 0 w 827606"/>
                  <a:gd name="connsiteY5" fmla="*/ 240507 h 775830"/>
                  <a:gd name="connsiteX6" fmla="*/ 4886 w 827606"/>
                  <a:gd name="connsiteY6" fmla="*/ 192037 h 775830"/>
                  <a:gd name="connsiteX7" fmla="*/ 240507 w 827606"/>
                  <a:gd name="connsiteY7" fmla="*/ 0 h 775830"/>
                  <a:gd name="connsiteX0" fmla="*/ 240507 w 832115"/>
                  <a:gd name="connsiteY0" fmla="*/ 0 h 775830"/>
                  <a:gd name="connsiteX1" fmla="*/ 827526 w 832115"/>
                  <a:gd name="connsiteY1" fmla="*/ 17835 h 775830"/>
                  <a:gd name="connsiteX2" fmla="*/ 814174 w 832115"/>
                  <a:gd name="connsiteY2" fmla="*/ 775830 h 775830"/>
                  <a:gd name="connsiteX3" fmla="*/ 240507 w 832115"/>
                  <a:gd name="connsiteY3" fmla="*/ 481013 h 775830"/>
                  <a:gd name="connsiteX4" fmla="*/ 4886 w 832115"/>
                  <a:gd name="connsiteY4" fmla="*/ 288976 h 775830"/>
                  <a:gd name="connsiteX5" fmla="*/ 0 w 832115"/>
                  <a:gd name="connsiteY5" fmla="*/ 240507 h 775830"/>
                  <a:gd name="connsiteX6" fmla="*/ 4886 w 832115"/>
                  <a:gd name="connsiteY6" fmla="*/ 192037 h 775830"/>
                  <a:gd name="connsiteX7" fmla="*/ 240507 w 832115"/>
                  <a:gd name="connsiteY7" fmla="*/ 0 h 775830"/>
                  <a:gd name="connsiteX0" fmla="*/ 240507 w 840581"/>
                  <a:gd name="connsiteY0" fmla="*/ 0 h 768482"/>
                  <a:gd name="connsiteX1" fmla="*/ 827526 w 840581"/>
                  <a:gd name="connsiteY1" fmla="*/ 17835 h 768482"/>
                  <a:gd name="connsiteX2" fmla="*/ 827525 w 840581"/>
                  <a:gd name="connsiteY2" fmla="*/ 768482 h 768482"/>
                  <a:gd name="connsiteX3" fmla="*/ 240507 w 840581"/>
                  <a:gd name="connsiteY3" fmla="*/ 481013 h 768482"/>
                  <a:gd name="connsiteX4" fmla="*/ 4886 w 840581"/>
                  <a:gd name="connsiteY4" fmla="*/ 288976 h 768482"/>
                  <a:gd name="connsiteX5" fmla="*/ 0 w 840581"/>
                  <a:gd name="connsiteY5" fmla="*/ 240507 h 768482"/>
                  <a:gd name="connsiteX6" fmla="*/ 4886 w 840581"/>
                  <a:gd name="connsiteY6" fmla="*/ 192037 h 768482"/>
                  <a:gd name="connsiteX7" fmla="*/ 240507 w 840581"/>
                  <a:gd name="connsiteY7" fmla="*/ 0 h 768482"/>
                  <a:gd name="connsiteX0" fmla="*/ 240507 w 837617"/>
                  <a:gd name="connsiteY0" fmla="*/ 0 h 768482"/>
                  <a:gd name="connsiteX1" fmla="*/ 827526 w 837617"/>
                  <a:gd name="connsiteY1" fmla="*/ 17835 h 768482"/>
                  <a:gd name="connsiteX2" fmla="*/ 827525 w 837617"/>
                  <a:gd name="connsiteY2" fmla="*/ 768482 h 768482"/>
                  <a:gd name="connsiteX3" fmla="*/ 240507 w 837617"/>
                  <a:gd name="connsiteY3" fmla="*/ 481013 h 768482"/>
                  <a:gd name="connsiteX4" fmla="*/ 4886 w 837617"/>
                  <a:gd name="connsiteY4" fmla="*/ 288976 h 768482"/>
                  <a:gd name="connsiteX5" fmla="*/ 0 w 837617"/>
                  <a:gd name="connsiteY5" fmla="*/ 240507 h 768482"/>
                  <a:gd name="connsiteX6" fmla="*/ 4886 w 837617"/>
                  <a:gd name="connsiteY6" fmla="*/ 192037 h 768482"/>
                  <a:gd name="connsiteX7" fmla="*/ 240507 w 837617"/>
                  <a:gd name="connsiteY7" fmla="*/ 0 h 768482"/>
                  <a:gd name="connsiteX0" fmla="*/ 240507 w 837616"/>
                  <a:gd name="connsiteY0" fmla="*/ 0 h 768482"/>
                  <a:gd name="connsiteX1" fmla="*/ 827526 w 837616"/>
                  <a:gd name="connsiteY1" fmla="*/ 17835 h 768482"/>
                  <a:gd name="connsiteX2" fmla="*/ 827525 w 837616"/>
                  <a:gd name="connsiteY2" fmla="*/ 768482 h 768482"/>
                  <a:gd name="connsiteX3" fmla="*/ 240507 w 837616"/>
                  <a:gd name="connsiteY3" fmla="*/ 481013 h 768482"/>
                  <a:gd name="connsiteX4" fmla="*/ 4886 w 837616"/>
                  <a:gd name="connsiteY4" fmla="*/ 288976 h 768482"/>
                  <a:gd name="connsiteX5" fmla="*/ 0 w 837616"/>
                  <a:gd name="connsiteY5" fmla="*/ 240507 h 768482"/>
                  <a:gd name="connsiteX6" fmla="*/ 4886 w 837616"/>
                  <a:gd name="connsiteY6" fmla="*/ 192037 h 768482"/>
                  <a:gd name="connsiteX7" fmla="*/ 240507 w 837616"/>
                  <a:gd name="connsiteY7" fmla="*/ 0 h 768482"/>
                  <a:gd name="connsiteX0" fmla="*/ 240507 w 827576"/>
                  <a:gd name="connsiteY0" fmla="*/ 0 h 808891"/>
                  <a:gd name="connsiteX1" fmla="*/ 827526 w 827576"/>
                  <a:gd name="connsiteY1" fmla="*/ 17835 h 808891"/>
                  <a:gd name="connsiteX2" fmla="*/ 780798 w 827576"/>
                  <a:gd name="connsiteY2" fmla="*/ 808891 h 808891"/>
                  <a:gd name="connsiteX3" fmla="*/ 240507 w 827576"/>
                  <a:gd name="connsiteY3" fmla="*/ 481013 h 808891"/>
                  <a:gd name="connsiteX4" fmla="*/ 4886 w 827576"/>
                  <a:gd name="connsiteY4" fmla="*/ 288976 h 808891"/>
                  <a:gd name="connsiteX5" fmla="*/ 0 w 827576"/>
                  <a:gd name="connsiteY5" fmla="*/ 240507 h 808891"/>
                  <a:gd name="connsiteX6" fmla="*/ 4886 w 827576"/>
                  <a:gd name="connsiteY6" fmla="*/ 192037 h 808891"/>
                  <a:gd name="connsiteX7" fmla="*/ 240507 w 827576"/>
                  <a:gd name="connsiteY7" fmla="*/ 0 h 808891"/>
                  <a:gd name="connsiteX0" fmla="*/ 240507 w 832426"/>
                  <a:gd name="connsiteY0" fmla="*/ 0 h 808891"/>
                  <a:gd name="connsiteX1" fmla="*/ 827526 w 832426"/>
                  <a:gd name="connsiteY1" fmla="*/ 17835 h 808891"/>
                  <a:gd name="connsiteX2" fmla="*/ 780798 w 832426"/>
                  <a:gd name="connsiteY2" fmla="*/ 808891 h 808891"/>
                  <a:gd name="connsiteX3" fmla="*/ 240507 w 832426"/>
                  <a:gd name="connsiteY3" fmla="*/ 481013 h 808891"/>
                  <a:gd name="connsiteX4" fmla="*/ 4886 w 832426"/>
                  <a:gd name="connsiteY4" fmla="*/ 288976 h 808891"/>
                  <a:gd name="connsiteX5" fmla="*/ 0 w 832426"/>
                  <a:gd name="connsiteY5" fmla="*/ 240507 h 808891"/>
                  <a:gd name="connsiteX6" fmla="*/ 4886 w 832426"/>
                  <a:gd name="connsiteY6" fmla="*/ 192037 h 808891"/>
                  <a:gd name="connsiteX7" fmla="*/ 240507 w 832426"/>
                  <a:gd name="connsiteY7" fmla="*/ 0 h 808891"/>
                  <a:gd name="connsiteX0" fmla="*/ 240507 w 836802"/>
                  <a:gd name="connsiteY0" fmla="*/ 0 h 808891"/>
                  <a:gd name="connsiteX1" fmla="*/ 827526 w 836802"/>
                  <a:gd name="connsiteY1" fmla="*/ 17835 h 808891"/>
                  <a:gd name="connsiteX2" fmla="*/ 780798 w 836802"/>
                  <a:gd name="connsiteY2" fmla="*/ 808891 h 808891"/>
                  <a:gd name="connsiteX3" fmla="*/ 240507 w 836802"/>
                  <a:gd name="connsiteY3" fmla="*/ 481013 h 808891"/>
                  <a:gd name="connsiteX4" fmla="*/ 4886 w 836802"/>
                  <a:gd name="connsiteY4" fmla="*/ 288976 h 808891"/>
                  <a:gd name="connsiteX5" fmla="*/ 0 w 836802"/>
                  <a:gd name="connsiteY5" fmla="*/ 240507 h 808891"/>
                  <a:gd name="connsiteX6" fmla="*/ 4886 w 836802"/>
                  <a:gd name="connsiteY6" fmla="*/ 192037 h 808891"/>
                  <a:gd name="connsiteX7" fmla="*/ 240507 w 836802"/>
                  <a:gd name="connsiteY7" fmla="*/ 0 h 808891"/>
                  <a:gd name="connsiteX0" fmla="*/ 240507 w 835643"/>
                  <a:gd name="connsiteY0" fmla="*/ 0 h 808891"/>
                  <a:gd name="connsiteX1" fmla="*/ 827526 w 835643"/>
                  <a:gd name="connsiteY1" fmla="*/ 17835 h 808891"/>
                  <a:gd name="connsiteX2" fmla="*/ 780798 w 835643"/>
                  <a:gd name="connsiteY2" fmla="*/ 808891 h 808891"/>
                  <a:gd name="connsiteX3" fmla="*/ 240507 w 835643"/>
                  <a:gd name="connsiteY3" fmla="*/ 481013 h 808891"/>
                  <a:gd name="connsiteX4" fmla="*/ 4886 w 835643"/>
                  <a:gd name="connsiteY4" fmla="*/ 288976 h 808891"/>
                  <a:gd name="connsiteX5" fmla="*/ 0 w 835643"/>
                  <a:gd name="connsiteY5" fmla="*/ 240507 h 808891"/>
                  <a:gd name="connsiteX6" fmla="*/ 4886 w 835643"/>
                  <a:gd name="connsiteY6" fmla="*/ 192037 h 808891"/>
                  <a:gd name="connsiteX7" fmla="*/ 240507 w 835643"/>
                  <a:gd name="connsiteY7" fmla="*/ 0 h 808891"/>
                  <a:gd name="connsiteX0" fmla="*/ 240507 w 833447"/>
                  <a:gd name="connsiteY0" fmla="*/ 0 h 808891"/>
                  <a:gd name="connsiteX1" fmla="*/ 827526 w 833447"/>
                  <a:gd name="connsiteY1" fmla="*/ 17835 h 808891"/>
                  <a:gd name="connsiteX2" fmla="*/ 780798 w 833447"/>
                  <a:gd name="connsiteY2" fmla="*/ 808891 h 808891"/>
                  <a:gd name="connsiteX3" fmla="*/ 240507 w 833447"/>
                  <a:gd name="connsiteY3" fmla="*/ 481013 h 808891"/>
                  <a:gd name="connsiteX4" fmla="*/ 4886 w 833447"/>
                  <a:gd name="connsiteY4" fmla="*/ 288976 h 808891"/>
                  <a:gd name="connsiteX5" fmla="*/ 0 w 833447"/>
                  <a:gd name="connsiteY5" fmla="*/ 240507 h 808891"/>
                  <a:gd name="connsiteX6" fmla="*/ 4886 w 833447"/>
                  <a:gd name="connsiteY6" fmla="*/ 192037 h 808891"/>
                  <a:gd name="connsiteX7" fmla="*/ 240507 w 833447"/>
                  <a:gd name="connsiteY7" fmla="*/ 0 h 808891"/>
                  <a:gd name="connsiteX0" fmla="*/ 240507 w 839215"/>
                  <a:gd name="connsiteY0" fmla="*/ 0 h 808891"/>
                  <a:gd name="connsiteX1" fmla="*/ 827526 w 839215"/>
                  <a:gd name="connsiteY1" fmla="*/ 17835 h 808891"/>
                  <a:gd name="connsiteX2" fmla="*/ 780798 w 839215"/>
                  <a:gd name="connsiteY2" fmla="*/ 808891 h 808891"/>
                  <a:gd name="connsiteX3" fmla="*/ 240507 w 839215"/>
                  <a:gd name="connsiteY3" fmla="*/ 481013 h 808891"/>
                  <a:gd name="connsiteX4" fmla="*/ 4886 w 839215"/>
                  <a:gd name="connsiteY4" fmla="*/ 288976 h 808891"/>
                  <a:gd name="connsiteX5" fmla="*/ 0 w 839215"/>
                  <a:gd name="connsiteY5" fmla="*/ 240507 h 808891"/>
                  <a:gd name="connsiteX6" fmla="*/ 4886 w 839215"/>
                  <a:gd name="connsiteY6" fmla="*/ 192037 h 808891"/>
                  <a:gd name="connsiteX7" fmla="*/ 240507 w 839215"/>
                  <a:gd name="connsiteY7" fmla="*/ 0 h 808891"/>
                  <a:gd name="connsiteX0" fmla="*/ 240507 w 840460"/>
                  <a:gd name="connsiteY0" fmla="*/ 0 h 808891"/>
                  <a:gd name="connsiteX1" fmla="*/ 827526 w 840460"/>
                  <a:gd name="connsiteY1" fmla="*/ 17835 h 808891"/>
                  <a:gd name="connsiteX2" fmla="*/ 780798 w 840460"/>
                  <a:gd name="connsiteY2" fmla="*/ 808891 h 808891"/>
                  <a:gd name="connsiteX3" fmla="*/ 240507 w 840460"/>
                  <a:gd name="connsiteY3" fmla="*/ 481013 h 808891"/>
                  <a:gd name="connsiteX4" fmla="*/ 4886 w 840460"/>
                  <a:gd name="connsiteY4" fmla="*/ 288976 h 808891"/>
                  <a:gd name="connsiteX5" fmla="*/ 0 w 840460"/>
                  <a:gd name="connsiteY5" fmla="*/ 240507 h 808891"/>
                  <a:gd name="connsiteX6" fmla="*/ 4886 w 840460"/>
                  <a:gd name="connsiteY6" fmla="*/ 192037 h 808891"/>
                  <a:gd name="connsiteX7" fmla="*/ 240507 w 840460"/>
                  <a:gd name="connsiteY7" fmla="*/ 0 h 808891"/>
                  <a:gd name="connsiteX0" fmla="*/ 240507 w 843010"/>
                  <a:gd name="connsiteY0" fmla="*/ 0 h 808891"/>
                  <a:gd name="connsiteX1" fmla="*/ 827526 w 843010"/>
                  <a:gd name="connsiteY1" fmla="*/ 17835 h 808891"/>
                  <a:gd name="connsiteX2" fmla="*/ 780798 w 843010"/>
                  <a:gd name="connsiteY2" fmla="*/ 808891 h 808891"/>
                  <a:gd name="connsiteX3" fmla="*/ 240507 w 843010"/>
                  <a:gd name="connsiteY3" fmla="*/ 481013 h 808891"/>
                  <a:gd name="connsiteX4" fmla="*/ 4886 w 843010"/>
                  <a:gd name="connsiteY4" fmla="*/ 288976 h 808891"/>
                  <a:gd name="connsiteX5" fmla="*/ 0 w 843010"/>
                  <a:gd name="connsiteY5" fmla="*/ 240507 h 808891"/>
                  <a:gd name="connsiteX6" fmla="*/ 4886 w 843010"/>
                  <a:gd name="connsiteY6" fmla="*/ 192037 h 808891"/>
                  <a:gd name="connsiteX7" fmla="*/ 240507 w 843010"/>
                  <a:gd name="connsiteY7" fmla="*/ 0 h 808891"/>
                  <a:gd name="connsiteX0" fmla="*/ 240507 w 844311"/>
                  <a:gd name="connsiteY0" fmla="*/ 0 h 808891"/>
                  <a:gd name="connsiteX1" fmla="*/ 827526 w 844311"/>
                  <a:gd name="connsiteY1" fmla="*/ 17835 h 808891"/>
                  <a:gd name="connsiteX2" fmla="*/ 780798 w 844311"/>
                  <a:gd name="connsiteY2" fmla="*/ 808891 h 808891"/>
                  <a:gd name="connsiteX3" fmla="*/ 240507 w 844311"/>
                  <a:gd name="connsiteY3" fmla="*/ 481013 h 808891"/>
                  <a:gd name="connsiteX4" fmla="*/ 4886 w 844311"/>
                  <a:gd name="connsiteY4" fmla="*/ 288976 h 808891"/>
                  <a:gd name="connsiteX5" fmla="*/ 0 w 844311"/>
                  <a:gd name="connsiteY5" fmla="*/ 240507 h 808891"/>
                  <a:gd name="connsiteX6" fmla="*/ 4886 w 844311"/>
                  <a:gd name="connsiteY6" fmla="*/ 192037 h 808891"/>
                  <a:gd name="connsiteX7" fmla="*/ 240507 w 844311"/>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0459"/>
                  <a:gd name="connsiteY0" fmla="*/ 0 h 808891"/>
                  <a:gd name="connsiteX1" fmla="*/ 827526 w 840459"/>
                  <a:gd name="connsiteY1" fmla="*/ 17835 h 808891"/>
                  <a:gd name="connsiteX2" fmla="*/ 780798 w 840459"/>
                  <a:gd name="connsiteY2" fmla="*/ 808891 h 808891"/>
                  <a:gd name="connsiteX3" fmla="*/ 240507 w 840459"/>
                  <a:gd name="connsiteY3" fmla="*/ 481013 h 808891"/>
                  <a:gd name="connsiteX4" fmla="*/ 4886 w 840459"/>
                  <a:gd name="connsiteY4" fmla="*/ 288976 h 808891"/>
                  <a:gd name="connsiteX5" fmla="*/ 0 w 840459"/>
                  <a:gd name="connsiteY5" fmla="*/ 240507 h 808891"/>
                  <a:gd name="connsiteX6" fmla="*/ 4886 w 840459"/>
                  <a:gd name="connsiteY6" fmla="*/ 192037 h 808891"/>
                  <a:gd name="connsiteX7" fmla="*/ 240507 w 840459"/>
                  <a:gd name="connsiteY7" fmla="*/ 0 h 808891"/>
                  <a:gd name="connsiteX0" fmla="*/ 240507 w 840459"/>
                  <a:gd name="connsiteY0" fmla="*/ 0 h 808891"/>
                  <a:gd name="connsiteX1" fmla="*/ 827526 w 840459"/>
                  <a:gd name="connsiteY1" fmla="*/ 17835 h 808891"/>
                  <a:gd name="connsiteX2" fmla="*/ 780798 w 840459"/>
                  <a:gd name="connsiteY2" fmla="*/ 808891 h 808891"/>
                  <a:gd name="connsiteX3" fmla="*/ 240507 w 840459"/>
                  <a:gd name="connsiteY3" fmla="*/ 481013 h 808891"/>
                  <a:gd name="connsiteX4" fmla="*/ 4886 w 840459"/>
                  <a:gd name="connsiteY4" fmla="*/ 288976 h 808891"/>
                  <a:gd name="connsiteX5" fmla="*/ 0 w 840459"/>
                  <a:gd name="connsiteY5" fmla="*/ 240507 h 808891"/>
                  <a:gd name="connsiteX6" fmla="*/ 4886 w 840459"/>
                  <a:gd name="connsiteY6" fmla="*/ 192037 h 808891"/>
                  <a:gd name="connsiteX7" fmla="*/ 240507 w 840459"/>
                  <a:gd name="connsiteY7" fmla="*/ 0 h 808891"/>
                  <a:gd name="connsiteX0" fmla="*/ 240507 w 849643"/>
                  <a:gd name="connsiteY0" fmla="*/ 0 h 808891"/>
                  <a:gd name="connsiteX1" fmla="*/ 827526 w 849643"/>
                  <a:gd name="connsiteY1" fmla="*/ 17835 h 808891"/>
                  <a:gd name="connsiteX2" fmla="*/ 780798 w 849643"/>
                  <a:gd name="connsiteY2" fmla="*/ 808891 h 808891"/>
                  <a:gd name="connsiteX3" fmla="*/ 240507 w 849643"/>
                  <a:gd name="connsiteY3" fmla="*/ 481013 h 808891"/>
                  <a:gd name="connsiteX4" fmla="*/ 4886 w 849643"/>
                  <a:gd name="connsiteY4" fmla="*/ 288976 h 808891"/>
                  <a:gd name="connsiteX5" fmla="*/ 0 w 849643"/>
                  <a:gd name="connsiteY5" fmla="*/ 240507 h 808891"/>
                  <a:gd name="connsiteX6" fmla="*/ 4886 w 849643"/>
                  <a:gd name="connsiteY6" fmla="*/ 192037 h 808891"/>
                  <a:gd name="connsiteX7" fmla="*/ 240507 w 849643"/>
                  <a:gd name="connsiteY7" fmla="*/ 0 h 808891"/>
                  <a:gd name="connsiteX0" fmla="*/ 240507 w 849642"/>
                  <a:gd name="connsiteY0" fmla="*/ 0 h 808891"/>
                  <a:gd name="connsiteX1" fmla="*/ 827526 w 849642"/>
                  <a:gd name="connsiteY1" fmla="*/ 17835 h 808891"/>
                  <a:gd name="connsiteX2" fmla="*/ 780798 w 849642"/>
                  <a:gd name="connsiteY2" fmla="*/ 808891 h 808891"/>
                  <a:gd name="connsiteX3" fmla="*/ 240507 w 849642"/>
                  <a:gd name="connsiteY3" fmla="*/ 481013 h 808891"/>
                  <a:gd name="connsiteX4" fmla="*/ 4886 w 849642"/>
                  <a:gd name="connsiteY4" fmla="*/ 288976 h 808891"/>
                  <a:gd name="connsiteX5" fmla="*/ 0 w 849642"/>
                  <a:gd name="connsiteY5" fmla="*/ 240507 h 808891"/>
                  <a:gd name="connsiteX6" fmla="*/ 4886 w 849642"/>
                  <a:gd name="connsiteY6" fmla="*/ 192037 h 808891"/>
                  <a:gd name="connsiteX7" fmla="*/ 240507 w 849642"/>
                  <a:gd name="connsiteY7" fmla="*/ 0 h 808891"/>
                  <a:gd name="connsiteX0" fmla="*/ 240507 w 851000"/>
                  <a:gd name="connsiteY0" fmla="*/ 0 h 808891"/>
                  <a:gd name="connsiteX1" fmla="*/ 827526 w 851000"/>
                  <a:gd name="connsiteY1" fmla="*/ 17835 h 808891"/>
                  <a:gd name="connsiteX2" fmla="*/ 780798 w 851000"/>
                  <a:gd name="connsiteY2" fmla="*/ 808891 h 808891"/>
                  <a:gd name="connsiteX3" fmla="*/ 240507 w 851000"/>
                  <a:gd name="connsiteY3" fmla="*/ 481013 h 808891"/>
                  <a:gd name="connsiteX4" fmla="*/ 4886 w 851000"/>
                  <a:gd name="connsiteY4" fmla="*/ 288976 h 808891"/>
                  <a:gd name="connsiteX5" fmla="*/ 0 w 851000"/>
                  <a:gd name="connsiteY5" fmla="*/ 240507 h 808891"/>
                  <a:gd name="connsiteX6" fmla="*/ 4886 w 851000"/>
                  <a:gd name="connsiteY6" fmla="*/ 192037 h 808891"/>
                  <a:gd name="connsiteX7" fmla="*/ 240507 w 851000"/>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1726"/>
                  <a:gd name="connsiteY0" fmla="*/ 0 h 808891"/>
                  <a:gd name="connsiteX1" fmla="*/ 827526 w 841726"/>
                  <a:gd name="connsiteY1" fmla="*/ 17835 h 808891"/>
                  <a:gd name="connsiteX2" fmla="*/ 780798 w 841726"/>
                  <a:gd name="connsiteY2" fmla="*/ 808891 h 808891"/>
                  <a:gd name="connsiteX3" fmla="*/ 240507 w 841726"/>
                  <a:gd name="connsiteY3" fmla="*/ 481013 h 808891"/>
                  <a:gd name="connsiteX4" fmla="*/ 4886 w 841726"/>
                  <a:gd name="connsiteY4" fmla="*/ 288976 h 808891"/>
                  <a:gd name="connsiteX5" fmla="*/ 0 w 841726"/>
                  <a:gd name="connsiteY5" fmla="*/ 240507 h 808891"/>
                  <a:gd name="connsiteX6" fmla="*/ 4886 w 841726"/>
                  <a:gd name="connsiteY6" fmla="*/ 192037 h 808891"/>
                  <a:gd name="connsiteX7" fmla="*/ 240507 w 841726"/>
                  <a:gd name="connsiteY7" fmla="*/ 0 h 808891"/>
                  <a:gd name="connsiteX0" fmla="*/ 240507 w 841725"/>
                  <a:gd name="connsiteY0" fmla="*/ 0 h 808891"/>
                  <a:gd name="connsiteX1" fmla="*/ 827526 w 841725"/>
                  <a:gd name="connsiteY1" fmla="*/ 17835 h 808891"/>
                  <a:gd name="connsiteX2" fmla="*/ 780798 w 841725"/>
                  <a:gd name="connsiteY2" fmla="*/ 808891 h 808891"/>
                  <a:gd name="connsiteX3" fmla="*/ 240507 w 841725"/>
                  <a:gd name="connsiteY3" fmla="*/ 481013 h 808891"/>
                  <a:gd name="connsiteX4" fmla="*/ 4886 w 841725"/>
                  <a:gd name="connsiteY4" fmla="*/ 288976 h 808891"/>
                  <a:gd name="connsiteX5" fmla="*/ 0 w 841725"/>
                  <a:gd name="connsiteY5" fmla="*/ 240507 h 808891"/>
                  <a:gd name="connsiteX6" fmla="*/ 4886 w 841725"/>
                  <a:gd name="connsiteY6" fmla="*/ 192037 h 808891"/>
                  <a:gd name="connsiteX7" fmla="*/ 240507 w 841725"/>
                  <a:gd name="connsiteY7" fmla="*/ 0 h 808891"/>
                  <a:gd name="connsiteX0" fmla="*/ 240507 w 841724"/>
                  <a:gd name="connsiteY0" fmla="*/ 0 h 808891"/>
                  <a:gd name="connsiteX1" fmla="*/ 827526 w 841724"/>
                  <a:gd name="connsiteY1" fmla="*/ 17835 h 808891"/>
                  <a:gd name="connsiteX2" fmla="*/ 780798 w 841724"/>
                  <a:gd name="connsiteY2" fmla="*/ 808891 h 808891"/>
                  <a:gd name="connsiteX3" fmla="*/ 240507 w 841724"/>
                  <a:gd name="connsiteY3" fmla="*/ 481013 h 808891"/>
                  <a:gd name="connsiteX4" fmla="*/ 4886 w 841724"/>
                  <a:gd name="connsiteY4" fmla="*/ 288976 h 808891"/>
                  <a:gd name="connsiteX5" fmla="*/ 0 w 841724"/>
                  <a:gd name="connsiteY5" fmla="*/ 240507 h 808891"/>
                  <a:gd name="connsiteX6" fmla="*/ 4886 w 841724"/>
                  <a:gd name="connsiteY6" fmla="*/ 192037 h 808891"/>
                  <a:gd name="connsiteX7" fmla="*/ 240507 w 841724"/>
                  <a:gd name="connsiteY7" fmla="*/ 0 h 808891"/>
                  <a:gd name="connsiteX0" fmla="*/ 240507 w 848292"/>
                  <a:gd name="connsiteY0" fmla="*/ 0 h 808891"/>
                  <a:gd name="connsiteX1" fmla="*/ 827526 w 848292"/>
                  <a:gd name="connsiteY1" fmla="*/ 17835 h 808891"/>
                  <a:gd name="connsiteX2" fmla="*/ 780798 w 848292"/>
                  <a:gd name="connsiteY2" fmla="*/ 808891 h 808891"/>
                  <a:gd name="connsiteX3" fmla="*/ 240507 w 848292"/>
                  <a:gd name="connsiteY3" fmla="*/ 481013 h 808891"/>
                  <a:gd name="connsiteX4" fmla="*/ 4886 w 848292"/>
                  <a:gd name="connsiteY4" fmla="*/ 288976 h 808891"/>
                  <a:gd name="connsiteX5" fmla="*/ 0 w 848292"/>
                  <a:gd name="connsiteY5" fmla="*/ 240507 h 808891"/>
                  <a:gd name="connsiteX6" fmla="*/ 4886 w 848292"/>
                  <a:gd name="connsiteY6" fmla="*/ 192037 h 808891"/>
                  <a:gd name="connsiteX7" fmla="*/ 240507 w 848292"/>
                  <a:gd name="connsiteY7" fmla="*/ 0 h 808891"/>
                  <a:gd name="connsiteX0" fmla="*/ 240507 w 848292"/>
                  <a:gd name="connsiteY0" fmla="*/ 0 h 808891"/>
                  <a:gd name="connsiteX1" fmla="*/ 827526 w 848292"/>
                  <a:gd name="connsiteY1" fmla="*/ 17835 h 808891"/>
                  <a:gd name="connsiteX2" fmla="*/ 780798 w 848292"/>
                  <a:gd name="connsiteY2" fmla="*/ 808891 h 808891"/>
                  <a:gd name="connsiteX3" fmla="*/ 240507 w 848292"/>
                  <a:gd name="connsiteY3" fmla="*/ 481013 h 808891"/>
                  <a:gd name="connsiteX4" fmla="*/ 4886 w 848292"/>
                  <a:gd name="connsiteY4" fmla="*/ 288976 h 808891"/>
                  <a:gd name="connsiteX5" fmla="*/ 0 w 848292"/>
                  <a:gd name="connsiteY5" fmla="*/ 240507 h 808891"/>
                  <a:gd name="connsiteX6" fmla="*/ 4886 w 848292"/>
                  <a:gd name="connsiteY6" fmla="*/ 192037 h 808891"/>
                  <a:gd name="connsiteX7" fmla="*/ 240507 w 848292"/>
                  <a:gd name="connsiteY7" fmla="*/ 0 h 808891"/>
                  <a:gd name="connsiteX0" fmla="*/ 240507 w 848292"/>
                  <a:gd name="connsiteY0" fmla="*/ 0 h 808891"/>
                  <a:gd name="connsiteX1" fmla="*/ 827526 w 848292"/>
                  <a:gd name="connsiteY1" fmla="*/ 17835 h 808891"/>
                  <a:gd name="connsiteX2" fmla="*/ 780798 w 848292"/>
                  <a:gd name="connsiteY2" fmla="*/ 808891 h 808891"/>
                  <a:gd name="connsiteX3" fmla="*/ 240507 w 848292"/>
                  <a:gd name="connsiteY3" fmla="*/ 481013 h 808891"/>
                  <a:gd name="connsiteX4" fmla="*/ 4886 w 848292"/>
                  <a:gd name="connsiteY4" fmla="*/ 288976 h 808891"/>
                  <a:gd name="connsiteX5" fmla="*/ 0 w 848292"/>
                  <a:gd name="connsiteY5" fmla="*/ 240507 h 808891"/>
                  <a:gd name="connsiteX6" fmla="*/ 4886 w 848292"/>
                  <a:gd name="connsiteY6" fmla="*/ 192037 h 808891"/>
                  <a:gd name="connsiteX7" fmla="*/ 240507 w 848292"/>
                  <a:gd name="connsiteY7" fmla="*/ 0 h 808891"/>
                  <a:gd name="connsiteX0" fmla="*/ 240507 w 839757"/>
                  <a:gd name="connsiteY0" fmla="*/ 0 h 808891"/>
                  <a:gd name="connsiteX1" fmla="*/ 827526 w 839757"/>
                  <a:gd name="connsiteY1" fmla="*/ 17835 h 808891"/>
                  <a:gd name="connsiteX2" fmla="*/ 764109 w 839757"/>
                  <a:gd name="connsiteY2" fmla="*/ 808891 h 808891"/>
                  <a:gd name="connsiteX3" fmla="*/ 240507 w 839757"/>
                  <a:gd name="connsiteY3" fmla="*/ 481013 h 808891"/>
                  <a:gd name="connsiteX4" fmla="*/ 4886 w 839757"/>
                  <a:gd name="connsiteY4" fmla="*/ 288976 h 808891"/>
                  <a:gd name="connsiteX5" fmla="*/ 0 w 839757"/>
                  <a:gd name="connsiteY5" fmla="*/ 240507 h 808891"/>
                  <a:gd name="connsiteX6" fmla="*/ 4886 w 839757"/>
                  <a:gd name="connsiteY6" fmla="*/ 192037 h 808891"/>
                  <a:gd name="connsiteX7" fmla="*/ 240507 w 839757"/>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3726" h="808891">
                    <a:moveTo>
                      <a:pt x="240507" y="0"/>
                    </a:moveTo>
                    <a:lnTo>
                      <a:pt x="827526" y="17835"/>
                    </a:lnTo>
                    <a:cubicBezTo>
                      <a:pt x="828876" y="185604"/>
                      <a:pt x="916291" y="784395"/>
                      <a:pt x="764109" y="808891"/>
                    </a:cubicBezTo>
                    <a:cubicBezTo>
                      <a:pt x="1037566" y="474228"/>
                      <a:pt x="415925" y="481013"/>
                      <a:pt x="240507" y="481013"/>
                    </a:cubicBezTo>
                    <a:cubicBezTo>
                      <a:pt x="124282" y="481013"/>
                      <a:pt x="27312" y="398571"/>
                      <a:pt x="4886" y="288976"/>
                    </a:cubicBezTo>
                    <a:lnTo>
                      <a:pt x="0" y="240507"/>
                    </a:lnTo>
                    <a:lnTo>
                      <a:pt x="4886" y="192037"/>
                    </a:lnTo>
                    <a:cubicBezTo>
                      <a:pt x="27312" y="82442"/>
                      <a:pt x="124282" y="0"/>
                      <a:pt x="240507" y="0"/>
                    </a:cubicBezTo>
                    <a:close/>
                  </a:path>
                </a:pathLst>
              </a:custGeom>
              <a:gradFill flip="none" rotWithShape="1">
                <a:gsLst>
                  <a:gs pos="100000">
                    <a:schemeClr val="accent5">
                      <a:lumMod val="50000"/>
                    </a:schemeClr>
                  </a:gs>
                  <a:gs pos="94000">
                    <a:schemeClr val="accent5">
                      <a:lumMod val="40000"/>
                      <a:lumOff val="60000"/>
                    </a:schemeClr>
                  </a:gs>
                  <a:gs pos="84000">
                    <a:schemeClr val="accent5"/>
                  </a:gs>
                  <a:gs pos="31000">
                    <a:schemeClr val="accent5">
                      <a:lumMod val="75000"/>
                    </a:schemeClr>
                  </a:gs>
                  <a:gs pos="15000">
                    <a:schemeClr val="accent5"/>
                  </a:gs>
                  <a:gs pos="0">
                    <a:schemeClr val="accent5">
                      <a:lumMod val="5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66" name="Oval 65">
                <a:extLst>
                  <a:ext uri="{FF2B5EF4-FFF2-40B4-BE49-F238E27FC236}">
                    <a16:creationId xmlns:a16="http://schemas.microsoft.com/office/drawing/2014/main" id="{96F75931-FD7A-420A-B9B9-9B64AD4AB348}"/>
                  </a:ext>
                </a:extLst>
              </p:cNvPr>
              <p:cNvSpPr/>
              <p:nvPr/>
            </p:nvSpPr>
            <p:spPr>
              <a:xfrm flipH="1">
                <a:off x="4670569" y="3606693"/>
                <a:ext cx="865399" cy="355108"/>
              </a:xfrm>
              <a:prstGeom prst="ellipse">
                <a:avLst/>
              </a:prstGeom>
              <a:solidFill>
                <a:schemeClr val="tx1"/>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Freeform: Shape 66">
                <a:extLst>
                  <a:ext uri="{FF2B5EF4-FFF2-40B4-BE49-F238E27FC236}">
                    <a16:creationId xmlns:a16="http://schemas.microsoft.com/office/drawing/2014/main" id="{43F76DBA-7543-4401-B926-355CCA0729E3}"/>
                  </a:ext>
                </a:extLst>
              </p:cNvPr>
              <p:cNvSpPr/>
              <p:nvPr/>
            </p:nvSpPr>
            <p:spPr>
              <a:xfrm rot="16200000" flipH="1">
                <a:off x="3402075" y="2020732"/>
                <a:ext cx="1637797" cy="2429654"/>
              </a:xfrm>
              <a:custGeom>
                <a:avLst/>
                <a:gdLst>
                  <a:gd name="connsiteX0" fmla="*/ 449 w 1349410"/>
                  <a:gd name="connsiteY0" fmla="*/ 641128 h 2001835"/>
                  <a:gd name="connsiteX1" fmla="*/ 674028 w 1349410"/>
                  <a:gd name="connsiteY1" fmla="*/ 14 h 2001835"/>
                  <a:gd name="connsiteX2" fmla="*/ 1336491 w 1349410"/>
                  <a:gd name="connsiteY2" fmla="*/ 651599 h 2001835"/>
                  <a:gd name="connsiteX3" fmla="*/ 1182938 w 1349410"/>
                  <a:gd name="connsiteY3" fmla="*/ 664141 h 2001835"/>
                  <a:gd name="connsiteX4" fmla="*/ 1175092 w 1349410"/>
                  <a:gd name="connsiteY4" fmla="*/ 664375 h 2001835"/>
                  <a:gd name="connsiteX5" fmla="*/ 1180532 w 1349410"/>
                  <a:gd name="connsiteY5" fmla="*/ 691319 h 2001835"/>
                  <a:gd name="connsiteX6" fmla="*/ 1178150 w 1349410"/>
                  <a:gd name="connsiteY6" fmla="*/ 1881222 h 2001835"/>
                  <a:gd name="connsiteX7" fmla="*/ 1062300 w 1349410"/>
                  <a:gd name="connsiteY7" fmla="*/ 2001835 h 2001835"/>
                  <a:gd name="connsiteX8" fmla="*/ 246507 w 1349410"/>
                  <a:gd name="connsiteY8" fmla="*/ 2001835 h 2001835"/>
                  <a:gd name="connsiteX9" fmla="*/ 128275 w 1349410"/>
                  <a:gd name="connsiteY9" fmla="*/ 1883603 h 2001835"/>
                  <a:gd name="connsiteX10" fmla="*/ 128275 w 1349410"/>
                  <a:gd name="connsiteY10" fmla="*/ 691319 h 2001835"/>
                  <a:gd name="connsiteX11" fmla="*/ 134601 w 1349410"/>
                  <a:gd name="connsiteY11" fmla="*/ 659985 h 2001835"/>
                  <a:gd name="connsiteX12" fmla="*/ 93043 w 1349410"/>
                  <a:gd name="connsiteY12" fmla="*/ 658235 h 2001835"/>
                  <a:gd name="connsiteX13" fmla="*/ 11565 w 1349410"/>
                  <a:gd name="connsiteY13" fmla="*/ 651599 h 2001835"/>
                  <a:gd name="connsiteX14" fmla="*/ 449 w 1349410"/>
                  <a:gd name="connsiteY14" fmla="*/ 641128 h 200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9410" h="2001835">
                    <a:moveTo>
                      <a:pt x="449" y="641128"/>
                    </a:moveTo>
                    <a:cubicBezTo>
                      <a:pt x="-17508" y="555678"/>
                      <a:pt x="508836" y="-3168"/>
                      <a:pt x="674028" y="14"/>
                    </a:cubicBezTo>
                    <a:cubicBezTo>
                      <a:pt x="850232" y="3407"/>
                      <a:pt x="1444006" y="622187"/>
                      <a:pt x="1336491" y="651599"/>
                    </a:cubicBezTo>
                    <a:cubicBezTo>
                      <a:pt x="1316332" y="657114"/>
                      <a:pt x="1260699" y="661225"/>
                      <a:pt x="1182938" y="664141"/>
                    </a:cubicBezTo>
                    <a:lnTo>
                      <a:pt x="1175092" y="664375"/>
                    </a:lnTo>
                    <a:lnTo>
                      <a:pt x="1180532" y="691319"/>
                    </a:lnTo>
                    <a:lnTo>
                      <a:pt x="1178150" y="1881222"/>
                    </a:lnTo>
                    <a:cubicBezTo>
                      <a:pt x="1185293" y="2017958"/>
                      <a:pt x="1463355" y="1997072"/>
                      <a:pt x="1062300" y="2001835"/>
                    </a:cubicBezTo>
                    <a:lnTo>
                      <a:pt x="246507" y="2001835"/>
                    </a:lnTo>
                    <a:cubicBezTo>
                      <a:pt x="181209" y="2001835"/>
                      <a:pt x="128275" y="1948901"/>
                      <a:pt x="128275" y="1883603"/>
                    </a:cubicBezTo>
                    <a:lnTo>
                      <a:pt x="128275" y="691319"/>
                    </a:lnTo>
                    <a:lnTo>
                      <a:pt x="134601" y="659985"/>
                    </a:lnTo>
                    <a:lnTo>
                      <a:pt x="93043" y="658235"/>
                    </a:lnTo>
                    <a:cubicBezTo>
                      <a:pt x="52650" y="656195"/>
                      <a:pt x="24173" y="653963"/>
                      <a:pt x="11565" y="651599"/>
                    </a:cubicBezTo>
                    <a:cubicBezTo>
                      <a:pt x="5262" y="650417"/>
                      <a:pt x="1646" y="646824"/>
                      <a:pt x="449" y="641128"/>
                    </a:cubicBezTo>
                    <a:close/>
                  </a:path>
                </a:pathLst>
              </a:custGeom>
              <a:gradFill flip="none" rotWithShape="1">
                <a:gsLst>
                  <a:gs pos="100000">
                    <a:schemeClr val="accent5">
                      <a:lumMod val="50000"/>
                    </a:schemeClr>
                  </a:gs>
                  <a:gs pos="94000">
                    <a:schemeClr val="accent5">
                      <a:lumMod val="60000"/>
                      <a:lumOff val="40000"/>
                    </a:schemeClr>
                  </a:gs>
                  <a:gs pos="84000">
                    <a:schemeClr val="accent5"/>
                  </a:gs>
                  <a:gs pos="22000">
                    <a:schemeClr val="accent5"/>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68" name="TextBox 67">
                <a:extLst>
                  <a:ext uri="{FF2B5EF4-FFF2-40B4-BE49-F238E27FC236}">
                    <a16:creationId xmlns:a16="http://schemas.microsoft.com/office/drawing/2014/main" id="{32EAACF0-0966-44A3-80B0-E8FE7FB5D61F}"/>
                  </a:ext>
                </a:extLst>
              </p:cNvPr>
              <p:cNvSpPr txBox="1"/>
              <p:nvPr/>
            </p:nvSpPr>
            <p:spPr>
              <a:xfrm flipH="1">
                <a:off x="3691256" y="2850839"/>
                <a:ext cx="1059436" cy="769441"/>
              </a:xfrm>
              <a:prstGeom prst="rect">
                <a:avLst/>
              </a:prstGeom>
              <a:noFill/>
            </p:spPr>
            <p:txBody>
              <a:bodyPr wrap="square" rtlCol="0">
                <a:spAutoFit/>
              </a:bodyPr>
              <a:lstStyle/>
              <a:p>
                <a:pPr algn="ctr"/>
                <a:r>
                  <a:rPr lang="en-US" sz="44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rPr>
                  <a:t>03</a:t>
                </a:r>
                <a:endParaRPr lang="en-IN" sz="44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endParaRPr>
              </a:p>
            </p:txBody>
          </p:sp>
        </p:grpSp>
        <p:grpSp>
          <p:nvGrpSpPr>
            <p:cNvPr id="5" name="Group 4">
              <a:extLst>
                <a:ext uri="{FF2B5EF4-FFF2-40B4-BE49-F238E27FC236}">
                  <a16:creationId xmlns:a16="http://schemas.microsoft.com/office/drawing/2014/main" id="{E680748C-70F5-476C-A334-6224EE075B8A}"/>
                </a:ext>
              </a:extLst>
            </p:cNvPr>
            <p:cNvGrpSpPr/>
            <p:nvPr/>
          </p:nvGrpSpPr>
          <p:grpSpPr>
            <a:xfrm>
              <a:off x="3006147" y="587826"/>
              <a:ext cx="2951152" cy="2055974"/>
              <a:chOff x="3006147" y="587826"/>
              <a:chExt cx="2951152" cy="2055974"/>
            </a:xfrm>
          </p:grpSpPr>
          <p:sp>
            <p:nvSpPr>
              <p:cNvPr id="70" name="Rectangle: Rounded Corners 69">
                <a:extLst>
                  <a:ext uri="{FF2B5EF4-FFF2-40B4-BE49-F238E27FC236}">
                    <a16:creationId xmlns:a16="http://schemas.microsoft.com/office/drawing/2014/main" id="{92F915EF-6427-434C-B335-E1126D643537}"/>
                  </a:ext>
                </a:extLst>
              </p:cNvPr>
              <p:cNvSpPr/>
              <p:nvPr/>
            </p:nvSpPr>
            <p:spPr>
              <a:xfrm flipH="1">
                <a:off x="4841446" y="992348"/>
                <a:ext cx="1115853" cy="1491053"/>
              </a:xfrm>
              <a:prstGeom prst="roundRect">
                <a:avLst>
                  <a:gd name="adj" fmla="val 5524"/>
                </a:avLst>
              </a:prstGeom>
              <a:gradFill>
                <a:gsLst>
                  <a:gs pos="100000">
                    <a:schemeClr val="accent1">
                      <a:lumMod val="50000"/>
                    </a:schemeClr>
                  </a:gs>
                  <a:gs pos="94000">
                    <a:schemeClr val="accent1">
                      <a:lumMod val="40000"/>
                      <a:lumOff val="60000"/>
                    </a:schemeClr>
                  </a:gs>
                  <a:gs pos="84000">
                    <a:schemeClr val="accent1"/>
                  </a:gs>
                  <a:gs pos="22000">
                    <a:schemeClr val="accent1"/>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1" name="Oval 70">
                <a:extLst>
                  <a:ext uri="{FF2B5EF4-FFF2-40B4-BE49-F238E27FC236}">
                    <a16:creationId xmlns:a16="http://schemas.microsoft.com/office/drawing/2014/main" id="{41F0D4EF-3ACA-44CA-AA65-B861CD9C2FA1}"/>
                  </a:ext>
                </a:extLst>
              </p:cNvPr>
              <p:cNvSpPr/>
              <p:nvPr/>
            </p:nvSpPr>
            <p:spPr>
              <a:xfrm flipH="1">
                <a:off x="4775195" y="2023994"/>
                <a:ext cx="643926" cy="382730"/>
              </a:xfrm>
              <a:prstGeom prst="ellipse">
                <a:avLst/>
              </a:prstGeom>
              <a:solidFill>
                <a:schemeClr val="tx1"/>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Oval 71">
                <a:extLst>
                  <a:ext uri="{FF2B5EF4-FFF2-40B4-BE49-F238E27FC236}">
                    <a16:creationId xmlns:a16="http://schemas.microsoft.com/office/drawing/2014/main" id="{1CBD9FEE-D27B-4AE5-8127-9C89AADCAB6E}"/>
                  </a:ext>
                </a:extLst>
              </p:cNvPr>
              <p:cNvSpPr/>
              <p:nvPr/>
            </p:nvSpPr>
            <p:spPr>
              <a:xfrm rot="16200000" flipH="1">
                <a:off x="4808638" y="2092754"/>
                <a:ext cx="349384" cy="197637"/>
              </a:xfrm>
              <a:prstGeom prst="ellipse">
                <a:avLst/>
              </a:prstGeom>
              <a:solidFill>
                <a:schemeClr val="tx1"/>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Oval 72">
                <a:extLst>
                  <a:ext uri="{FF2B5EF4-FFF2-40B4-BE49-F238E27FC236}">
                    <a16:creationId xmlns:a16="http://schemas.microsoft.com/office/drawing/2014/main" id="{E09377A5-A2C5-46F8-8089-CECB58F60C76}"/>
                  </a:ext>
                </a:extLst>
              </p:cNvPr>
              <p:cNvSpPr/>
              <p:nvPr/>
            </p:nvSpPr>
            <p:spPr>
              <a:xfrm rot="16200000" flipH="1">
                <a:off x="4441961" y="1986078"/>
                <a:ext cx="932714" cy="382730"/>
              </a:xfrm>
              <a:prstGeom prst="ellipse">
                <a:avLst/>
              </a:prstGeom>
              <a:solidFill>
                <a:schemeClr val="tx1">
                  <a:alpha val="56000"/>
                </a:schemeClr>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4" name="Freeform: Shape 73">
                <a:extLst>
                  <a:ext uri="{FF2B5EF4-FFF2-40B4-BE49-F238E27FC236}">
                    <a16:creationId xmlns:a16="http://schemas.microsoft.com/office/drawing/2014/main" id="{42BDEEAF-471B-443F-8540-9E8377E41B2F}"/>
                  </a:ext>
                </a:extLst>
              </p:cNvPr>
              <p:cNvSpPr/>
              <p:nvPr/>
            </p:nvSpPr>
            <p:spPr>
              <a:xfrm flipH="1">
                <a:off x="4826716" y="1954253"/>
                <a:ext cx="609089" cy="524315"/>
              </a:xfrm>
              <a:custGeom>
                <a:avLst/>
                <a:gdLst>
                  <a:gd name="connsiteX0" fmla="*/ 240507 w 766762"/>
                  <a:gd name="connsiteY0" fmla="*/ 0 h 481014"/>
                  <a:gd name="connsiteX1" fmla="*/ 766762 w 766762"/>
                  <a:gd name="connsiteY1" fmla="*/ 0 h 481014"/>
                  <a:gd name="connsiteX2" fmla="*/ 766762 w 766762"/>
                  <a:gd name="connsiteY2" fmla="*/ 481014 h 481014"/>
                  <a:gd name="connsiteX3" fmla="*/ 240507 w 766762"/>
                  <a:gd name="connsiteY3" fmla="*/ 481013 h 481014"/>
                  <a:gd name="connsiteX4" fmla="*/ 4886 w 766762"/>
                  <a:gd name="connsiteY4" fmla="*/ 288976 h 481014"/>
                  <a:gd name="connsiteX5" fmla="*/ 0 w 766762"/>
                  <a:gd name="connsiteY5" fmla="*/ 240507 h 481014"/>
                  <a:gd name="connsiteX6" fmla="*/ 4886 w 766762"/>
                  <a:gd name="connsiteY6" fmla="*/ 192037 h 481014"/>
                  <a:gd name="connsiteX7" fmla="*/ 240507 w 766762"/>
                  <a:gd name="connsiteY7" fmla="*/ 0 h 481014"/>
                  <a:gd name="connsiteX0" fmla="*/ 240507 w 766762"/>
                  <a:gd name="connsiteY0" fmla="*/ 0 h 481014"/>
                  <a:gd name="connsiteX1" fmla="*/ 766762 w 766762"/>
                  <a:gd name="connsiteY1" fmla="*/ 0 h 481014"/>
                  <a:gd name="connsiteX2" fmla="*/ 766762 w 766762"/>
                  <a:gd name="connsiteY2" fmla="*/ 481014 h 481014"/>
                  <a:gd name="connsiteX3" fmla="*/ 240507 w 766762"/>
                  <a:gd name="connsiteY3" fmla="*/ 481013 h 481014"/>
                  <a:gd name="connsiteX4" fmla="*/ 4886 w 766762"/>
                  <a:gd name="connsiteY4" fmla="*/ 288976 h 481014"/>
                  <a:gd name="connsiteX5" fmla="*/ 0 w 766762"/>
                  <a:gd name="connsiteY5" fmla="*/ 240507 h 481014"/>
                  <a:gd name="connsiteX6" fmla="*/ 4886 w 766762"/>
                  <a:gd name="connsiteY6" fmla="*/ 192037 h 481014"/>
                  <a:gd name="connsiteX7" fmla="*/ 240507 w 766762"/>
                  <a:gd name="connsiteY7" fmla="*/ 0 h 481014"/>
                  <a:gd name="connsiteX0" fmla="*/ 240507 w 766762"/>
                  <a:gd name="connsiteY0" fmla="*/ 0 h 481014"/>
                  <a:gd name="connsiteX1" fmla="*/ 766762 w 766762"/>
                  <a:gd name="connsiteY1" fmla="*/ 0 h 481014"/>
                  <a:gd name="connsiteX2" fmla="*/ 766762 w 766762"/>
                  <a:gd name="connsiteY2" fmla="*/ 481014 h 481014"/>
                  <a:gd name="connsiteX3" fmla="*/ 240507 w 766762"/>
                  <a:gd name="connsiteY3" fmla="*/ 481013 h 481014"/>
                  <a:gd name="connsiteX4" fmla="*/ 4886 w 766762"/>
                  <a:gd name="connsiteY4" fmla="*/ 288976 h 481014"/>
                  <a:gd name="connsiteX5" fmla="*/ 0 w 766762"/>
                  <a:gd name="connsiteY5" fmla="*/ 240507 h 481014"/>
                  <a:gd name="connsiteX6" fmla="*/ 4886 w 766762"/>
                  <a:gd name="connsiteY6" fmla="*/ 192037 h 481014"/>
                  <a:gd name="connsiteX7" fmla="*/ 240507 w 766762"/>
                  <a:gd name="connsiteY7" fmla="*/ 0 h 481014"/>
                  <a:gd name="connsiteX0" fmla="*/ 240507 w 823474"/>
                  <a:gd name="connsiteY0" fmla="*/ 0 h 498849"/>
                  <a:gd name="connsiteX1" fmla="*/ 766762 w 823474"/>
                  <a:gd name="connsiteY1" fmla="*/ 0 h 498849"/>
                  <a:gd name="connsiteX2" fmla="*/ 823474 w 823474"/>
                  <a:gd name="connsiteY2" fmla="*/ 498849 h 498849"/>
                  <a:gd name="connsiteX3" fmla="*/ 240507 w 823474"/>
                  <a:gd name="connsiteY3" fmla="*/ 481013 h 498849"/>
                  <a:gd name="connsiteX4" fmla="*/ 4886 w 823474"/>
                  <a:gd name="connsiteY4" fmla="*/ 288976 h 498849"/>
                  <a:gd name="connsiteX5" fmla="*/ 0 w 823474"/>
                  <a:gd name="connsiteY5" fmla="*/ 240507 h 498849"/>
                  <a:gd name="connsiteX6" fmla="*/ 4886 w 823474"/>
                  <a:gd name="connsiteY6" fmla="*/ 192037 h 498849"/>
                  <a:gd name="connsiteX7" fmla="*/ 240507 w 823474"/>
                  <a:gd name="connsiteY7" fmla="*/ 0 h 498849"/>
                  <a:gd name="connsiteX0" fmla="*/ 240507 w 823474"/>
                  <a:gd name="connsiteY0" fmla="*/ 0 h 498849"/>
                  <a:gd name="connsiteX1" fmla="*/ 766762 w 823474"/>
                  <a:gd name="connsiteY1" fmla="*/ 0 h 498849"/>
                  <a:gd name="connsiteX2" fmla="*/ 823474 w 823474"/>
                  <a:gd name="connsiteY2" fmla="*/ 498849 h 498849"/>
                  <a:gd name="connsiteX3" fmla="*/ 240507 w 823474"/>
                  <a:gd name="connsiteY3" fmla="*/ 481013 h 498849"/>
                  <a:gd name="connsiteX4" fmla="*/ 4886 w 823474"/>
                  <a:gd name="connsiteY4" fmla="*/ 288976 h 498849"/>
                  <a:gd name="connsiteX5" fmla="*/ 0 w 823474"/>
                  <a:gd name="connsiteY5" fmla="*/ 240507 h 498849"/>
                  <a:gd name="connsiteX6" fmla="*/ 4886 w 823474"/>
                  <a:gd name="connsiteY6" fmla="*/ 192037 h 498849"/>
                  <a:gd name="connsiteX7" fmla="*/ 240507 w 823474"/>
                  <a:gd name="connsiteY7" fmla="*/ 0 h 498849"/>
                  <a:gd name="connsiteX0" fmla="*/ 240507 w 823474"/>
                  <a:gd name="connsiteY0" fmla="*/ 0 h 498849"/>
                  <a:gd name="connsiteX1" fmla="*/ 766762 w 823474"/>
                  <a:gd name="connsiteY1" fmla="*/ 0 h 498849"/>
                  <a:gd name="connsiteX2" fmla="*/ 823474 w 823474"/>
                  <a:gd name="connsiteY2" fmla="*/ 498849 h 498849"/>
                  <a:gd name="connsiteX3" fmla="*/ 240507 w 823474"/>
                  <a:gd name="connsiteY3" fmla="*/ 481013 h 498849"/>
                  <a:gd name="connsiteX4" fmla="*/ 4886 w 823474"/>
                  <a:gd name="connsiteY4" fmla="*/ 288976 h 498849"/>
                  <a:gd name="connsiteX5" fmla="*/ 0 w 823474"/>
                  <a:gd name="connsiteY5" fmla="*/ 240507 h 498849"/>
                  <a:gd name="connsiteX6" fmla="*/ 4886 w 823474"/>
                  <a:gd name="connsiteY6" fmla="*/ 192037 h 498849"/>
                  <a:gd name="connsiteX7" fmla="*/ 240507 w 823474"/>
                  <a:gd name="connsiteY7" fmla="*/ 0 h 498849"/>
                  <a:gd name="connsiteX0" fmla="*/ 240507 w 823474"/>
                  <a:gd name="connsiteY0" fmla="*/ 0 h 498849"/>
                  <a:gd name="connsiteX1" fmla="*/ 766762 w 823474"/>
                  <a:gd name="connsiteY1" fmla="*/ 0 h 498849"/>
                  <a:gd name="connsiteX2" fmla="*/ 823474 w 823474"/>
                  <a:gd name="connsiteY2" fmla="*/ 498849 h 498849"/>
                  <a:gd name="connsiteX3" fmla="*/ 240507 w 823474"/>
                  <a:gd name="connsiteY3" fmla="*/ 481013 h 498849"/>
                  <a:gd name="connsiteX4" fmla="*/ 4886 w 823474"/>
                  <a:gd name="connsiteY4" fmla="*/ 288976 h 498849"/>
                  <a:gd name="connsiteX5" fmla="*/ 0 w 823474"/>
                  <a:gd name="connsiteY5" fmla="*/ 240507 h 498849"/>
                  <a:gd name="connsiteX6" fmla="*/ 4886 w 823474"/>
                  <a:gd name="connsiteY6" fmla="*/ 192037 h 498849"/>
                  <a:gd name="connsiteX7" fmla="*/ 240507 w 823474"/>
                  <a:gd name="connsiteY7" fmla="*/ 0 h 498849"/>
                  <a:gd name="connsiteX0" fmla="*/ 240507 w 831577"/>
                  <a:gd name="connsiteY0" fmla="*/ 0 h 521143"/>
                  <a:gd name="connsiteX1" fmla="*/ 766762 w 831577"/>
                  <a:gd name="connsiteY1" fmla="*/ 0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31577"/>
                  <a:gd name="connsiteY0" fmla="*/ 0 h 521143"/>
                  <a:gd name="connsiteX1" fmla="*/ 766762 w 831577"/>
                  <a:gd name="connsiteY1" fmla="*/ 0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31577"/>
                  <a:gd name="connsiteY0" fmla="*/ 0 h 521143"/>
                  <a:gd name="connsiteX1" fmla="*/ 823476 w 831577"/>
                  <a:gd name="connsiteY1" fmla="*/ 17835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31577"/>
                  <a:gd name="connsiteY0" fmla="*/ 0 h 521143"/>
                  <a:gd name="connsiteX1" fmla="*/ 827526 w 831577"/>
                  <a:gd name="connsiteY1" fmla="*/ 17835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31577"/>
                  <a:gd name="connsiteY0" fmla="*/ 0 h 521143"/>
                  <a:gd name="connsiteX1" fmla="*/ 827526 w 831577"/>
                  <a:gd name="connsiteY1" fmla="*/ 17835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27914"/>
                  <a:gd name="connsiteY0" fmla="*/ 0 h 574649"/>
                  <a:gd name="connsiteX1" fmla="*/ 827526 w 827914"/>
                  <a:gd name="connsiteY1" fmla="*/ 17835 h 574649"/>
                  <a:gd name="connsiteX2" fmla="*/ 827525 w 827914"/>
                  <a:gd name="connsiteY2" fmla="*/ 574649 h 574649"/>
                  <a:gd name="connsiteX3" fmla="*/ 240507 w 827914"/>
                  <a:gd name="connsiteY3" fmla="*/ 481013 h 574649"/>
                  <a:gd name="connsiteX4" fmla="*/ 4886 w 827914"/>
                  <a:gd name="connsiteY4" fmla="*/ 288976 h 574649"/>
                  <a:gd name="connsiteX5" fmla="*/ 0 w 827914"/>
                  <a:gd name="connsiteY5" fmla="*/ 240507 h 574649"/>
                  <a:gd name="connsiteX6" fmla="*/ 4886 w 827914"/>
                  <a:gd name="connsiteY6" fmla="*/ 192037 h 574649"/>
                  <a:gd name="connsiteX7" fmla="*/ 240507 w 827914"/>
                  <a:gd name="connsiteY7" fmla="*/ 0 h 574649"/>
                  <a:gd name="connsiteX0" fmla="*/ 240507 w 827916"/>
                  <a:gd name="connsiteY0" fmla="*/ 0 h 574649"/>
                  <a:gd name="connsiteX1" fmla="*/ 827526 w 827916"/>
                  <a:gd name="connsiteY1" fmla="*/ 17835 h 574649"/>
                  <a:gd name="connsiteX2" fmla="*/ 827525 w 827916"/>
                  <a:gd name="connsiteY2" fmla="*/ 574649 h 574649"/>
                  <a:gd name="connsiteX3" fmla="*/ 240507 w 827916"/>
                  <a:gd name="connsiteY3" fmla="*/ 481013 h 574649"/>
                  <a:gd name="connsiteX4" fmla="*/ 4886 w 827916"/>
                  <a:gd name="connsiteY4" fmla="*/ 288976 h 574649"/>
                  <a:gd name="connsiteX5" fmla="*/ 0 w 827916"/>
                  <a:gd name="connsiteY5" fmla="*/ 240507 h 574649"/>
                  <a:gd name="connsiteX6" fmla="*/ 4886 w 827916"/>
                  <a:gd name="connsiteY6" fmla="*/ 192037 h 574649"/>
                  <a:gd name="connsiteX7" fmla="*/ 240507 w 827916"/>
                  <a:gd name="connsiteY7" fmla="*/ 0 h 574649"/>
                  <a:gd name="connsiteX0" fmla="*/ 240507 w 827914"/>
                  <a:gd name="connsiteY0" fmla="*/ 0 h 753002"/>
                  <a:gd name="connsiteX1" fmla="*/ 827526 w 827914"/>
                  <a:gd name="connsiteY1" fmla="*/ 17835 h 753002"/>
                  <a:gd name="connsiteX2" fmla="*/ 827525 w 827914"/>
                  <a:gd name="connsiteY2" fmla="*/ 753002 h 753002"/>
                  <a:gd name="connsiteX3" fmla="*/ 240507 w 827914"/>
                  <a:gd name="connsiteY3" fmla="*/ 481013 h 753002"/>
                  <a:gd name="connsiteX4" fmla="*/ 4886 w 827914"/>
                  <a:gd name="connsiteY4" fmla="*/ 288976 h 753002"/>
                  <a:gd name="connsiteX5" fmla="*/ 0 w 827914"/>
                  <a:gd name="connsiteY5" fmla="*/ 240507 h 753002"/>
                  <a:gd name="connsiteX6" fmla="*/ 4886 w 827914"/>
                  <a:gd name="connsiteY6" fmla="*/ 192037 h 753002"/>
                  <a:gd name="connsiteX7" fmla="*/ 240507 w 827914"/>
                  <a:gd name="connsiteY7" fmla="*/ 0 h 753002"/>
                  <a:gd name="connsiteX0" fmla="*/ 240507 w 827916"/>
                  <a:gd name="connsiteY0" fmla="*/ 0 h 753002"/>
                  <a:gd name="connsiteX1" fmla="*/ 827526 w 827916"/>
                  <a:gd name="connsiteY1" fmla="*/ 17835 h 753002"/>
                  <a:gd name="connsiteX2" fmla="*/ 827525 w 827916"/>
                  <a:gd name="connsiteY2" fmla="*/ 753002 h 753002"/>
                  <a:gd name="connsiteX3" fmla="*/ 240507 w 827916"/>
                  <a:gd name="connsiteY3" fmla="*/ 481013 h 753002"/>
                  <a:gd name="connsiteX4" fmla="*/ 4886 w 827916"/>
                  <a:gd name="connsiteY4" fmla="*/ 288976 h 753002"/>
                  <a:gd name="connsiteX5" fmla="*/ 0 w 827916"/>
                  <a:gd name="connsiteY5" fmla="*/ 240507 h 753002"/>
                  <a:gd name="connsiteX6" fmla="*/ 4886 w 827916"/>
                  <a:gd name="connsiteY6" fmla="*/ 192037 h 753002"/>
                  <a:gd name="connsiteX7" fmla="*/ 240507 w 827916"/>
                  <a:gd name="connsiteY7" fmla="*/ 0 h 753002"/>
                  <a:gd name="connsiteX0" fmla="*/ 240507 w 827914"/>
                  <a:gd name="connsiteY0" fmla="*/ 0 h 753002"/>
                  <a:gd name="connsiteX1" fmla="*/ 827526 w 827914"/>
                  <a:gd name="connsiteY1" fmla="*/ 17835 h 753002"/>
                  <a:gd name="connsiteX2" fmla="*/ 827525 w 827914"/>
                  <a:gd name="connsiteY2" fmla="*/ 753002 h 753002"/>
                  <a:gd name="connsiteX3" fmla="*/ 240507 w 827914"/>
                  <a:gd name="connsiteY3" fmla="*/ 481013 h 753002"/>
                  <a:gd name="connsiteX4" fmla="*/ 4886 w 827914"/>
                  <a:gd name="connsiteY4" fmla="*/ 288976 h 753002"/>
                  <a:gd name="connsiteX5" fmla="*/ 0 w 827914"/>
                  <a:gd name="connsiteY5" fmla="*/ 240507 h 753002"/>
                  <a:gd name="connsiteX6" fmla="*/ 4886 w 827914"/>
                  <a:gd name="connsiteY6" fmla="*/ 192037 h 753002"/>
                  <a:gd name="connsiteX7" fmla="*/ 240507 w 827914"/>
                  <a:gd name="connsiteY7" fmla="*/ 0 h 753002"/>
                  <a:gd name="connsiteX0" fmla="*/ 240507 w 827594"/>
                  <a:gd name="connsiteY0" fmla="*/ 0 h 757462"/>
                  <a:gd name="connsiteX1" fmla="*/ 827526 w 827594"/>
                  <a:gd name="connsiteY1" fmla="*/ 17835 h 757462"/>
                  <a:gd name="connsiteX2" fmla="*/ 811321 w 827594"/>
                  <a:gd name="connsiteY2" fmla="*/ 757462 h 757462"/>
                  <a:gd name="connsiteX3" fmla="*/ 240507 w 827594"/>
                  <a:gd name="connsiteY3" fmla="*/ 481013 h 757462"/>
                  <a:gd name="connsiteX4" fmla="*/ 4886 w 827594"/>
                  <a:gd name="connsiteY4" fmla="*/ 288976 h 757462"/>
                  <a:gd name="connsiteX5" fmla="*/ 0 w 827594"/>
                  <a:gd name="connsiteY5" fmla="*/ 240507 h 757462"/>
                  <a:gd name="connsiteX6" fmla="*/ 4886 w 827594"/>
                  <a:gd name="connsiteY6" fmla="*/ 192037 h 757462"/>
                  <a:gd name="connsiteX7" fmla="*/ 240507 w 827594"/>
                  <a:gd name="connsiteY7" fmla="*/ 0 h 757462"/>
                  <a:gd name="connsiteX0" fmla="*/ 240507 w 827916"/>
                  <a:gd name="connsiteY0" fmla="*/ 0 h 757462"/>
                  <a:gd name="connsiteX1" fmla="*/ 827526 w 827916"/>
                  <a:gd name="connsiteY1" fmla="*/ 17835 h 757462"/>
                  <a:gd name="connsiteX2" fmla="*/ 827524 w 827916"/>
                  <a:gd name="connsiteY2" fmla="*/ 757462 h 757462"/>
                  <a:gd name="connsiteX3" fmla="*/ 240507 w 827916"/>
                  <a:gd name="connsiteY3" fmla="*/ 481013 h 757462"/>
                  <a:gd name="connsiteX4" fmla="*/ 4886 w 827916"/>
                  <a:gd name="connsiteY4" fmla="*/ 288976 h 757462"/>
                  <a:gd name="connsiteX5" fmla="*/ 0 w 827916"/>
                  <a:gd name="connsiteY5" fmla="*/ 240507 h 757462"/>
                  <a:gd name="connsiteX6" fmla="*/ 4886 w 827916"/>
                  <a:gd name="connsiteY6" fmla="*/ 192037 h 757462"/>
                  <a:gd name="connsiteX7" fmla="*/ 240507 w 827916"/>
                  <a:gd name="connsiteY7" fmla="*/ 0 h 757462"/>
                  <a:gd name="connsiteX0" fmla="*/ 240507 w 827914"/>
                  <a:gd name="connsiteY0" fmla="*/ 0 h 757462"/>
                  <a:gd name="connsiteX1" fmla="*/ 827526 w 827914"/>
                  <a:gd name="connsiteY1" fmla="*/ 17835 h 757462"/>
                  <a:gd name="connsiteX2" fmla="*/ 827524 w 827914"/>
                  <a:gd name="connsiteY2" fmla="*/ 757462 h 757462"/>
                  <a:gd name="connsiteX3" fmla="*/ 240507 w 827914"/>
                  <a:gd name="connsiteY3" fmla="*/ 481013 h 757462"/>
                  <a:gd name="connsiteX4" fmla="*/ 4886 w 827914"/>
                  <a:gd name="connsiteY4" fmla="*/ 288976 h 757462"/>
                  <a:gd name="connsiteX5" fmla="*/ 0 w 827914"/>
                  <a:gd name="connsiteY5" fmla="*/ 240507 h 757462"/>
                  <a:gd name="connsiteX6" fmla="*/ 4886 w 827914"/>
                  <a:gd name="connsiteY6" fmla="*/ 192037 h 757462"/>
                  <a:gd name="connsiteX7" fmla="*/ 240507 w 827914"/>
                  <a:gd name="connsiteY7" fmla="*/ 0 h 757462"/>
                  <a:gd name="connsiteX0" fmla="*/ 240507 w 827916"/>
                  <a:gd name="connsiteY0" fmla="*/ 0 h 757462"/>
                  <a:gd name="connsiteX1" fmla="*/ 827526 w 827916"/>
                  <a:gd name="connsiteY1" fmla="*/ 17835 h 757462"/>
                  <a:gd name="connsiteX2" fmla="*/ 827524 w 827916"/>
                  <a:gd name="connsiteY2" fmla="*/ 757462 h 757462"/>
                  <a:gd name="connsiteX3" fmla="*/ 240507 w 827916"/>
                  <a:gd name="connsiteY3" fmla="*/ 481013 h 757462"/>
                  <a:gd name="connsiteX4" fmla="*/ 4886 w 827916"/>
                  <a:gd name="connsiteY4" fmla="*/ 288976 h 757462"/>
                  <a:gd name="connsiteX5" fmla="*/ 0 w 827916"/>
                  <a:gd name="connsiteY5" fmla="*/ 240507 h 757462"/>
                  <a:gd name="connsiteX6" fmla="*/ 4886 w 827916"/>
                  <a:gd name="connsiteY6" fmla="*/ 192037 h 757462"/>
                  <a:gd name="connsiteX7" fmla="*/ 240507 w 827916"/>
                  <a:gd name="connsiteY7" fmla="*/ 0 h 757462"/>
                  <a:gd name="connsiteX0" fmla="*/ 240507 w 827914"/>
                  <a:gd name="connsiteY0" fmla="*/ 0 h 757462"/>
                  <a:gd name="connsiteX1" fmla="*/ 827526 w 827914"/>
                  <a:gd name="connsiteY1" fmla="*/ 17835 h 757462"/>
                  <a:gd name="connsiteX2" fmla="*/ 827524 w 827914"/>
                  <a:gd name="connsiteY2" fmla="*/ 757462 h 757462"/>
                  <a:gd name="connsiteX3" fmla="*/ 240507 w 827914"/>
                  <a:gd name="connsiteY3" fmla="*/ 481013 h 757462"/>
                  <a:gd name="connsiteX4" fmla="*/ 4886 w 827914"/>
                  <a:gd name="connsiteY4" fmla="*/ 288976 h 757462"/>
                  <a:gd name="connsiteX5" fmla="*/ 0 w 827914"/>
                  <a:gd name="connsiteY5" fmla="*/ 240507 h 757462"/>
                  <a:gd name="connsiteX6" fmla="*/ 4886 w 827914"/>
                  <a:gd name="connsiteY6" fmla="*/ 192037 h 757462"/>
                  <a:gd name="connsiteX7" fmla="*/ 240507 w 827914"/>
                  <a:gd name="connsiteY7" fmla="*/ 0 h 757462"/>
                  <a:gd name="connsiteX0" fmla="*/ 240507 w 827606"/>
                  <a:gd name="connsiteY0" fmla="*/ 0 h 775830"/>
                  <a:gd name="connsiteX1" fmla="*/ 827526 w 827606"/>
                  <a:gd name="connsiteY1" fmla="*/ 17835 h 775830"/>
                  <a:gd name="connsiteX2" fmla="*/ 814174 w 827606"/>
                  <a:gd name="connsiteY2" fmla="*/ 775830 h 775830"/>
                  <a:gd name="connsiteX3" fmla="*/ 240507 w 827606"/>
                  <a:gd name="connsiteY3" fmla="*/ 481013 h 775830"/>
                  <a:gd name="connsiteX4" fmla="*/ 4886 w 827606"/>
                  <a:gd name="connsiteY4" fmla="*/ 288976 h 775830"/>
                  <a:gd name="connsiteX5" fmla="*/ 0 w 827606"/>
                  <a:gd name="connsiteY5" fmla="*/ 240507 h 775830"/>
                  <a:gd name="connsiteX6" fmla="*/ 4886 w 827606"/>
                  <a:gd name="connsiteY6" fmla="*/ 192037 h 775830"/>
                  <a:gd name="connsiteX7" fmla="*/ 240507 w 827606"/>
                  <a:gd name="connsiteY7" fmla="*/ 0 h 775830"/>
                  <a:gd name="connsiteX0" fmla="*/ 240507 w 832115"/>
                  <a:gd name="connsiteY0" fmla="*/ 0 h 775830"/>
                  <a:gd name="connsiteX1" fmla="*/ 827526 w 832115"/>
                  <a:gd name="connsiteY1" fmla="*/ 17835 h 775830"/>
                  <a:gd name="connsiteX2" fmla="*/ 814174 w 832115"/>
                  <a:gd name="connsiteY2" fmla="*/ 775830 h 775830"/>
                  <a:gd name="connsiteX3" fmla="*/ 240507 w 832115"/>
                  <a:gd name="connsiteY3" fmla="*/ 481013 h 775830"/>
                  <a:gd name="connsiteX4" fmla="*/ 4886 w 832115"/>
                  <a:gd name="connsiteY4" fmla="*/ 288976 h 775830"/>
                  <a:gd name="connsiteX5" fmla="*/ 0 w 832115"/>
                  <a:gd name="connsiteY5" fmla="*/ 240507 h 775830"/>
                  <a:gd name="connsiteX6" fmla="*/ 4886 w 832115"/>
                  <a:gd name="connsiteY6" fmla="*/ 192037 h 775830"/>
                  <a:gd name="connsiteX7" fmla="*/ 240507 w 832115"/>
                  <a:gd name="connsiteY7" fmla="*/ 0 h 775830"/>
                  <a:gd name="connsiteX0" fmla="*/ 240507 w 840581"/>
                  <a:gd name="connsiteY0" fmla="*/ 0 h 768482"/>
                  <a:gd name="connsiteX1" fmla="*/ 827526 w 840581"/>
                  <a:gd name="connsiteY1" fmla="*/ 17835 h 768482"/>
                  <a:gd name="connsiteX2" fmla="*/ 827525 w 840581"/>
                  <a:gd name="connsiteY2" fmla="*/ 768482 h 768482"/>
                  <a:gd name="connsiteX3" fmla="*/ 240507 w 840581"/>
                  <a:gd name="connsiteY3" fmla="*/ 481013 h 768482"/>
                  <a:gd name="connsiteX4" fmla="*/ 4886 w 840581"/>
                  <a:gd name="connsiteY4" fmla="*/ 288976 h 768482"/>
                  <a:gd name="connsiteX5" fmla="*/ 0 w 840581"/>
                  <a:gd name="connsiteY5" fmla="*/ 240507 h 768482"/>
                  <a:gd name="connsiteX6" fmla="*/ 4886 w 840581"/>
                  <a:gd name="connsiteY6" fmla="*/ 192037 h 768482"/>
                  <a:gd name="connsiteX7" fmla="*/ 240507 w 840581"/>
                  <a:gd name="connsiteY7" fmla="*/ 0 h 768482"/>
                  <a:gd name="connsiteX0" fmla="*/ 240507 w 837617"/>
                  <a:gd name="connsiteY0" fmla="*/ 0 h 768482"/>
                  <a:gd name="connsiteX1" fmla="*/ 827526 w 837617"/>
                  <a:gd name="connsiteY1" fmla="*/ 17835 h 768482"/>
                  <a:gd name="connsiteX2" fmla="*/ 827525 w 837617"/>
                  <a:gd name="connsiteY2" fmla="*/ 768482 h 768482"/>
                  <a:gd name="connsiteX3" fmla="*/ 240507 w 837617"/>
                  <a:gd name="connsiteY3" fmla="*/ 481013 h 768482"/>
                  <a:gd name="connsiteX4" fmla="*/ 4886 w 837617"/>
                  <a:gd name="connsiteY4" fmla="*/ 288976 h 768482"/>
                  <a:gd name="connsiteX5" fmla="*/ 0 w 837617"/>
                  <a:gd name="connsiteY5" fmla="*/ 240507 h 768482"/>
                  <a:gd name="connsiteX6" fmla="*/ 4886 w 837617"/>
                  <a:gd name="connsiteY6" fmla="*/ 192037 h 768482"/>
                  <a:gd name="connsiteX7" fmla="*/ 240507 w 837617"/>
                  <a:gd name="connsiteY7" fmla="*/ 0 h 768482"/>
                  <a:gd name="connsiteX0" fmla="*/ 240507 w 837616"/>
                  <a:gd name="connsiteY0" fmla="*/ 0 h 768482"/>
                  <a:gd name="connsiteX1" fmla="*/ 827526 w 837616"/>
                  <a:gd name="connsiteY1" fmla="*/ 17835 h 768482"/>
                  <a:gd name="connsiteX2" fmla="*/ 827525 w 837616"/>
                  <a:gd name="connsiteY2" fmla="*/ 768482 h 768482"/>
                  <a:gd name="connsiteX3" fmla="*/ 240507 w 837616"/>
                  <a:gd name="connsiteY3" fmla="*/ 481013 h 768482"/>
                  <a:gd name="connsiteX4" fmla="*/ 4886 w 837616"/>
                  <a:gd name="connsiteY4" fmla="*/ 288976 h 768482"/>
                  <a:gd name="connsiteX5" fmla="*/ 0 w 837616"/>
                  <a:gd name="connsiteY5" fmla="*/ 240507 h 768482"/>
                  <a:gd name="connsiteX6" fmla="*/ 4886 w 837616"/>
                  <a:gd name="connsiteY6" fmla="*/ 192037 h 768482"/>
                  <a:gd name="connsiteX7" fmla="*/ 240507 w 837616"/>
                  <a:gd name="connsiteY7" fmla="*/ 0 h 768482"/>
                  <a:gd name="connsiteX0" fmla="*/ 240507 w 827576"/>
                  <a:gd name="connsiteY0" fmla="*/ 0 h 808891"/>
                  <a:gd name="connsiteX1" fmla="*/ 827526 w 827576"/>
                  <a:gd name="connsiteY1" fmla="*/ 17835 h 808891"/>
                  <a:gd name="connsiteX2" fmla="*/ 780798 w 827576"/>
                  <a:gd name="connsiteY2" fmla="*/ 808891 h 808891"/>
                  <a:gd name="connsiteX3" fmla="*/ 240507 w 827576"/>
                  <a:gd name="connsiteY3" fmla="*/ 481013 h 808891"/>
                  <a:gd name="connsiteX4" fmla="*/ 4886 w 827576"/>
                  <a:gd name="connsiteY4" fmla="*/ 288976 h 808891"/>
                  <a:gd name="connsiteX5" fmla="*/ 0 w 827576"/>
                  <a:gd name="connsiteY5" fmla="*/ 240507 h 808891"/>
                  <a:gd name="connsiteX6" fmla="*/ 4886 w 827576"/>
                  <a:gd name="connsiteY6" fmla="*/ 192037 h 808891"/>
                  <a:gd name="connsiteX7" fmla="*/ 240507 w 827576"/>
                  <a:gd name="connsiteY7" fmla="*/ 0 h 808891"/>
                  <a:gd name="connsiteX0" fmla="*/ 240507 w 832426"/>
                  <a:gd name="connsiteY0" fmla="*/ 0 h 808891"/>
                  <a:gd name="connsiteX1" fmla="*/ 827526 w 832426"/>
                  <a:gd name="connsiteY1" fmla="*/ 17835 h 808891"/>
                  <a:gd name="connsiteX2" fmla="*/ 780798 w 832426"/>
                  <a:gd name="connsiteY2" fmla="*/ 808891 h 808891"/>
                  <a:gd name="connsiteX3" fmla="*/ 240507 w 832426"/>
                  <a:gd name="connsiteY3" fmla="*/ 481013 h 808891"/>
                  <a:gd name="connsiteX4" fmla="*/ 4886 w 832426"/>
                  <a:gd name="connsiteY4" fmla="*/ 288976 h 808891"/>
                  <a:gd name="connsiteX5" fmla="*/ 0 w 832426"/>
                  <a:gd name="connsiteY5" fmla="*/ 240507 h 808891"/>
                  <a:gd name="connsiteX6" fmla="*/ 4886 w 832426"/>
                  <a:gd name="connsiteY6" fmla="*/ 192037 h 808891"/>
                  <a:gd name="connsiteX7" fmla="*/ 240507 w 832426"/>
                  <a:gd name="connsiteY7" fmla="*/ 0 h 808891"/>
                  <a:gd name="connsiteX0" fmla="*/ 240507 w 836802"/>
                  <a:gd name="connsiteY0" fmla="*/ 0 h 808891"/>
                  <a:gd name="connsiteX1" fmla="*/ 827526 w 836802"/>
                  <a:gd name="connsiteY1" fmla="*/ 17835 h 808891"/>
                  <a:gd name="connsiteX2" fmla="*/ 780798 w 836802"/>
                  <a:gd name="connsiteY2" fmla="*/ 808891 h 808891"/>
                  <a:gd name="connsiteX3" fmla="*/ 240507 w 836802"/>
                  <a:gd name="connsiteY3" fmla="*/ 481013 h 808891"/>
                  <a:gd name="connsiteX4" fmla="*/ 4886 w 836802"/>
                  <a:gd name="connsiteY4" fmla="*/ 288976 h 808891"/>
                  <a:gd name="connsiteX5" fmla="*/ 0 w 836802"/>
                  <a:gd name="connsiteY5" fmla="*/ 240507 h 808891"/>
                  <a:gd name="connsiteX6" fmla="*/ 4886 w 836802"/>
                  <a:gd name="connsiteY6" fmla="*/ 192037 h 808891"/>
                  <a:gd name="connsiteX7" fmla="*/ 240507 w 836802"/>
                  <a:gd name="connsiteY7" fmla="*/ 0 h 808891"/>
                  <a:gd name="connsiteX0" fmla="*/ 240507 w 835643"/>
                  <a:gd name="connsiteY0" fmla="*/ 0 h 808891"/>
                  <a:gd name="connsiteX1" fmla="*/ 827526 w 835643"/>
                  <a:gd name="connsiteY1" fmla="*/ 17835 h 808891"/>
                  <a:gd name="connsiteX2" fmla="*/ 780798 w 835643"/>
                  <a:gd name="connsiteY2" fmla="*/ 808891 h 808891"/>
                  <a:gd name="connsiteX3" fmla="*/ 240507 w 835643"/>
                  <a:gd name="connsiteY3" fmla="*/ 481013 h 808891"/>
                  <a:gd name="connsiteX4" fmla="*/ 4886 w 835643"/>
                  <a:gd name="connsiteY4" fmla="*/ 288976 h 808891"/>
                  <a:gd name="connsiteX5" fmla="*/ 0 w 835643"/>
                  <a:gd name="connsiteY5" fmla="*/ 240507 h 808891"/>
                  <a:gd name="connsiteX6" fmla="*/ 4886 w 835643"/>
                  <a:gd name="connsiteY6" fmla="*/ 192037 h 808891"/>
                  <a:gd name="connsiteX7" fmla="*/ 240507 w 835643"/>
                  <a:gd name="connsiteY7" fmla="*/ 0 h 808891"/>
                  <a:gd name="connsiteX0" fmla="*/ 240507 w 833447"/>
                  <a:gd name="connsiteY0" fmla="*/ 0 h 808891"/>
                  <a:gd name="connsiteX1" fmla="*/ 827526 w 833447"/>
                  <a:gd name="connsiteY1" fmla="*/ 17835 h 808891"/>
                  <a:gd name="connsiteX2" fmla="*/ 780798 w 833447"/>
                  <a:gd name="connsiteY2" fmla="*/ 808891 h 808891"/>
                  <a:gd name="connsiteX3" fmla="*/ 240507 w 833447"/>
                  <a:gd name="connsiteY3" fmla="*/ 481013 h 808891"/>
                  <a:gd name="connsiteX4" fmla="*/ 4886 w 833447"/>
                  <a:gd name="connsiteY4" fmla="*/ 288976 h 808891"/>
                  <a:gd name="connsiteX5" fmla="*/ 0 w 833447"/>
                  <a:gd name="connsiteY5" fmla="*/ 240507 h 808891"/>
                  <a:gd name="connsiteX6" fmla="*/ 4886 w 833447"/>
                  <a:gd name="connsiteY6" fmla="*/ 192037 h 808891"/>
                  <a:gd name="connsiteX7" fmla="*/ 240507 w 833447"/>
                  <a:gd name="connsiteY7" fmla="*/ 0 h 808891"/>
                  <a:gd name="connsiteX0" fmla="*/ 240507 w 839215"/>
                  <a:gd name="connsiteY0" fmla="*/ 0 h 808891"/>
                  <a:gd name="connsiteX1" fmla="*/ 827526 w 839215"/>
                  <a:gd name="connsiteY1" fmla="*/ 17835 h 808891"/>
                  <a:gd name="connsiteX2" fmla="*/ 780798 w 839215"/>
                  <a:gd name="connsiteY2" fmla="*/ 808891 h 808891"/>
                  <a:gd name="connsiteX3" fmla="*/ 240507 w 839215"/>
                  <a:gd name="connsiteY3" fmla="*/ 481013 h 808891"/>
                  <a:gd name="connsiteX4" fmla="*/ 4886 w 839215"/>
                  <a:gd name="connsiteY4" fmla="*/ 288976 h 808891"/>
                  <a:gd name="connsiteX5" fmla="*/ 0 w 839215"/>
                  <a:gd name="connsiteY5" fmla="*/ 240507 h 808891"/>
                  <a:gd name="connsiteX6" fmla="*/ 4886 w 839215"/>
                  <a:gd name="connsiteY6" fmla="*/ 192037 h 808891"/>
                  <a:gd name="connsiteX7" fmla="*/ 240507 w 839215"/>
                  <a:gd name="connsiteY7" fmla="*/ 0 h 808891"/>
                  <a:gd name="connsiteX0" fmla="*/ 240507 w 840460"/>
                  <a:gd name="connsiteY0" fmla="*/ 0 h 808891"/>
                  <a:gd name="connsiteX1" fmla="*/ 827526 w 840460"/>
                  <a:gd name="connsiteY1" fmla="*/ 17835 h 808891"/>
                  <a:gd name="connsiteX2" fmla="*/ 780798 w 840460"/>
                  <a:gd name="connsiteY2" fmla="*/ 808891 h 808891"/>
                  <a:gd name="connsiteX3" fmla="*/ 240507 w 840460"/>
                  <a:gd name="connsiteY3" fmla="*/ 481013 h 808891"/>
                  <a:gd name="connsiteX4" fmla="*/ 4886 w 840460"/>
                  <a:gd name="connsiteY4" fmla="*/ 288976 h 808891"/>
                  <a:gd name="connsiteX5" fmla="*/ 0 w 840460"/>
                  <a:gd name="connsiteY5" fmla="*/ 240507 h 808891"/>
                  <a:gd name="connsiteX6" fmla="*/ 4886 w 840460"/>
                  <a:gd name="connsiteY6" fmla="*/ 192037 h 808891"/>
                  <a:gd name="connsiteX7" fmla="*/ 240507 w 840460"/>
                  <a:gd name="connsiteY7" fmla="*/ 0 h 808891"/>
                  <a:gd name="connsiteX0" fmla="*/ 240507 w 843010"/>
                  <a:gd name="connsiteY0" fmla="*/ 0 h 808891"/>
                  <a:gd name="connsiteX1" fmla="*/ 827526 w 843010"/>
                  <a:gd name="connsiteY1" fmla="*/ 17835 h 808891"/>
                  <a:gd name="connsiteX2" fmla="*/ 780798 w 843010"/>
                  <a:gd name="connsiteY2" fmla="*/ 808891 h 808891"/>
                  <a:gd name="connsiteX3" fmla="*/ 240507 w 843010"/>
                  <a:gd name="connsiteY3" fmla="*/ 481013 h 808891"/>
                  <a:gd name="connsiteX4" fmla="*/ 4886 w 843010"/>
                  <a:gd name="connsiteY4" fmla="*/ 288976 h 808891"/>
                  <a:gd name="connsiteX5" fmla="*/ 0 w 843010"/>
                  <a:gd name="connsiteY5" fmla="*/ 240507 h 808891"/>
                  <a:gd name="connsiteX6" fmla="*/ 4886 w 843010"/>
                  <a:gd name="connsiteY6" fmla="*/ 192037 h 808891"/>
                  <a:gd name="connsiteX7" fmla="*/ 240507 w 843010"/>
                  <a:gd name="connsiteY7" fmla="*/ 0 h 808891"/>
                  <a:gd name="connsiteX0" fmla="*/ 240507 w 844311"/>
                  <a:gd name="connsiteY0" fmla="*/ 0 h 808891"/>
                  <a:gd name="connsiteX1" fmla="*/ 827526 w 844311"/>
                  <a:gd name="connsiteY1" fmla="*/ 17835 h 808891"/>
                  <a:gd name="connsiteX2" fmla="*/ 780798 w 844311"/>
                  <a:gd name="connsiteY2" fmla="*/ 808891 h 808891"/>
                  <a:gd name="connsiteX3" fmla="*/ 240507 w 844311"/>
                  <a:gd name="connsiteY3" fmla="*/ 481013 h 808891"/>
                  <a:gd name="connsiteX4" fmla="*/ 4886 w 844311"/>
                  <a:gd name="connsiteY4" fmla="*/ 288976 h 808891"/>
                  <a:gd name="connsiteX5" fmla="*/ 0 w 844311"/>
                  <a:gd name="connsiteY5" fmla="*/ 240507 h 808891"/>
                  <a:gd name="connsiteX6" fmla="*/ 4886 w 844311"/>
                  <a:gd name="connsiteY6" fmla="*/ 192037 h 808891"/>
                  <a:gd name="connsiteX7" fmla="*/ 240507 w 844311"/>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0459"/>
                  <a:gd name="connsiteY0" fmla="*/ 0 h 808891"/>
                  <a:gd name="connsiteX1" fmla="*/ 827526 w 840459"/>
                  <a:gd name="connsiteY1" fmla="*/ 17835 h 808891"/>
                  <a:gd name="connsiteX2" fmla="*/ 780798 w 840459"/>
                  <a:gd name="connsiteY2" fmla="*/ 808891 h 808891"/>
                  <a:gd name="connsiteX3" fmla="*/ 240507 w 840459"/>
                  <a:gd name="connsiteY3" fmla="*/ 481013 h 808891"/>
                  <a:gd name="connsiteX4" fmla="*/ 4886 w 840459"/>
                  <a:gd name="connsiteY4" fmla="*/ 288976 h 808891"/>
                  <a:gd name="connsiteX5" fmla="*/ 0 w 840459"/>
                  <a:gd name="connsiteY5" fmla="*/ 240507 h 808891"/>
                  <a:gd name="connsiteX6" fmla="*/ 4886 w 840459"/>
                  <a:gd name="connsiteY6" fmla="*/ 192037 h 808891"/>
                  <a:gd name="connsiteX7" fmla="*/ 240507 w 840459"/>
                  <a:gd name="connsiteY7" fmla="*/ 0 h 808891"/>
                  <a:gd name="connsiteX0" fmla="*/ 240507 w 840459"/>
                  <a:gd name="connsiteY0" fmla="*/ 0 h 808891"/>
                  <a:gd name="connsiteX1" fmla="*/ 827526 w 840459"/>
                  <a:gd name="connsiteY1" fmla="*/ 17835 h 808891"/>
                  <a:gd name="connsiteX2" fmla="*/ 780798 w 840459"/>
                  <a:gd name="connsiteY2" fmla="*/ 808891 h 808891"/>
                  <a:gd name="connsiteX3" fmla="*/ 240507 w 840459"/>
                  <a:gd name="connsiteY3" fmla="*/ 481013 h 808891"/>
                  <a:gd name="connsiteX4" fmla="*/ 4886 w 840459"/>
                  <a:gd name="connsiteY4" fmla="*/ 288976 h 808891"/>
                  <a:gd name="connsiteX5" fmla="*/ 0 w 840459"/>
                  <a:gd name="connsiteY5" fmla="*/ 240507 h 808891"/>
                  <a:gd name="connsiteX6" fmla="*/ 4886 w 840459"/>
                  <a:gd name="connsiteY6" fmla="*/ 192037 h 808891"/>
                  <a:gd name="connsiteX7" fmla="*/ 240507 w 840459"/>
                  <a:gd name="connsiteY7" fmla="*/ 0 h 808891"/>
                  <a:gd name="connsiteX0" fmla="*/ 240507 w 849643"/>
                  <a:gd name="connsiteY0" fmla="*/ 0 h 808891"/>
                  <a:gd name="connsiteX1" fmla="*/ 827526 w 849643"/>
                  <a:gd name="connsiteY1" fmla="*/ 17835 h 808891"/>
                  <a:gd name="connsiteX2" fmla="*/ 780798 w 849643"/>
                  <a:gd name="connsiteY2" fmla="*/ 808891 h 808891"/>
                  <a:gd name="connsiteX3" fmla="*/ 240507 w 849643"/>
                  <a:gd name="connsiteY3" fmla="*/ 481013 h 808891"/>
                  <a:gd name="connsiteX4" fmla="*/ 4886 w 849643"/>
                  <a:gd name="connsiteY4" fmla="*/ 288976 h 808891"/>
                  <a:gd name="connsiteX5" fmla="*/ 0 w 849643"/>
                  <a:gd name="connsiteY5" fmla="*/ 240507 h 808891"/>
                  <a:gd name="connsiteX6" fmla="*/ 4886 w 849643"/>
                  <a:gd name="connsiteY6" fmla="*/ 192037 h 808891"/>
                  <a:gd name="connsiteX7" fmla="*/ 240507 w 849643"/>
                  <a:gd name="connsiteY7" fmla="*/ 0 h 808891"/>
                  <a:gd name="connsiteX0" fmla="*/ 240507 w 849642"/>
                  <a:gd name="connsiteY0" fmla="*/ 0 h 808891"/>
                  <a:gd name="connsiteX1" fmla="*/ 827526 w 849642"/>
                  <a:gd name="connsiteY1" fmla="*/ 17835 h 808891"/>
                  <a:gd name="connsiteX2" fmla="*/ 780798 w 849642"/>
                  <a:gd name="connsiteY2" fmla="*/ 808891 h 808891"/>
                  <a:gd name="connsiteX3" fmla="*/ 240507 w 849642"/>
                  <a:gd name="connsiteY3" fmla="*/ 481013 h 808891"/>
                  <a:gd name="connsiteX4" fmla="*/ 4886 w 849642"/>
                  <a:gd name="connsiteY4" fmla="*/ 288976 h 808891"/>
                  <a:gd name="connsiteX5" fmla="*/ 0 w 849642"/>
                  <a:gd name="connsiteY5" fmla="*/ 240507 h 808891"/>
                  <a:gd name="connsiteX6" fmla="*/ 4886 w 849642"/>
                  <a:gd name="connsiteY6" fmla="*/ 192037 h 808891"/>
                  <a:gd name="connsiteX7" fmla="*/ 240507 w 849642"/>
                  <a:gd name="connsiteY7" fmla="*/ 0 h 808891"/>
                  <a:gd name="connsiteX0" fmla="*/ 240507 w 851000"/>
                  <a:gd name="connsiteY0" fmla="*/ 0 h 808891"/>
                  <a:gd name="connsiteX1" fmla="*/ 827526 w 851000"/>
                  <a:gd name="connsiteY1" fmla="*/ 17835 h 808891"/>
                  <a:gd name="connsiteX2" fmla="*/ 780798 w 851000"/>
                  <a:gd name="connsiteY2" fmla="*/ 808891 h 808891"/>
                  <a:gd name="connsiteX3" fmla="*/ 240507 w 851000"/>
                  <a:gd name="connsiteY3" fmla="*/ 481013 h 808891"/>
                  <a:gd name="connsiteX4" fmla="*/ 4886 w 851000"/>
                  <a:gd name="connsiteY4" fmla="*/ 288976 h 808891"/>
                  <a:gd name="connsiteX5" fmla="*/ 0 w 851000"/>
                  <a:gd name="connsiteY5" fmla="*/ 240507 h 808891"/>
                  <a:gd name="connsiteX6" fmla="*/ 4886 w 851000"/>
                  <a:gd name="connsiteY6" fmla="*/ 192037 h 808891"/>
                  <a:gd name="connsiteX7" fmla="*/ 240507 w 851000"/>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1726"/>
                  <a:gd name="connsiteY0" fmla="*/ 0 h 808891"/>
                  <a:gd name="connsiteX1" fmla="*/ 827526 w 841726"/>
                  <a:gd name="connsiteY1" fmla="*/ 17835 h 808891"/>
                  <a:gd name="connsiteX2" fmla="*/ 780798 w 841726"/>
                  <a:gd name="connsiteY2" fmla="*/ 808891 h 808891"/>
                  <a:gd name="connsiteX3" fmla="*/ 240507 w 841726"/>
                  <a:gd name="connsiteY3" fmla="*/ 481013 h 808891"/>
                  <a:gd name="connsiteX4" fmla="*/ 4886 w 841726"/>
                  <a:gd name="connsiteY4" fmla="*/ 288976 h 808891"/>
                  <a:gd name="connsiteX5" fmla="*/ 0 w 841726"/>
                  <a:gd name="connsiteY5" fmla="*/ 240507 h 808891"/>
                  <a:gd name="connsiteX6" fmla="*/ 4886 w 841726"/>
                  <a:gd name="connsiteY6" fmla="*/ 192037 h 808891"/>
                  <a:gd name="connsiteX7" fmla="*/ 240507 w 841726"/>
                  <a:gd name="connsiteY7" fmla="*/ 0 h 808891"/>
                  <a:gd name="connsiteX0" fmla="*/ 240507 w 841725"/>
                  <a:gd name="connsiteY0" fmla="*/ 0 h 808891"/>
                  <a:gd name="connsiteX1" fmla="*/ 827526 w 841725"/>
                  <a:gd name="connsiteY1" fmla="*/ 17835 h 808891"/>
                  <a:gd name="connsiteX2" fmla="*/ 780798 w 841725"/>
                  <a:gd name="connsiteY2" fmla="*/ 808891 h 808891"/>
                  <a:gd name="connsiteX3" fmla="*/ 240507 w 841725"/>
                  <a:gd name="connsiteY3" fmla="*/ 481013 h 808891"/>
                  <a:gd name="connsiteX4" fmla="*/ 4886 w 841725"/>
                  <a:gd name="connsiteY4" fmla="*/ 288976 h 808891"/>
                  <a:gd name="connsiteX5" fmla="*/ 0 w 841725"/>
                  <a:gd name="connsiteY5" fmla="*/ 240507 h 808891"/>
                  <a:gd name="connsiteX6" fmla="*/ 4886 w 841725"/>
                  <a:gd name="connsiteY6" fmla="*/ 192037 h 808891"/>
                  <a:gd name="connsiteX7" fmla="*/ 240507 w 841725"/>
                  <a:gd name="connsiteY7" fmla="*/ 0 h 808891"/>
                  <a:gd name="connsiteX0" fmla="*/ 240507 w 841724"/>
                  <a:gd name="connsiteY0" fmla="*/ 0 h 808891"/>
                  <a:gd name="connsiteX1" fmla="*/ 827526 w 841724"/>
                  <a:gd name="connsiteY1" fmla="*/ 17835 h 808891"/>
                  <a:gd name="connsiteX2" fmla="*/ 780798 w 841724"/>
                  <a:gd name="connsiteY2" fmla="*/ 808891 h 808891"/>
                  <a:gd name="connsiteX3" fmla="*/ 240507 w 841724"/>
                  <a:gd name="connsiteY3" fmla="*/ 481013 h 808891"/>
                  <a:gd name="connsiteX4" fmla="*/ 4886 w 841724"/>
                  <a:gd name="connsiteY4" fmla="*/ 288976 h 808891"/>
                  <a:gd name="connsiteX5" fmla="*/ 0 w 841724"/>
                  <a:gd name="connsiteY5" fmla="*/ 240507 h 808891"/>
                  <a:gd name="connsiteX6" fmla="*/ 4886 w 841724"/>
                  <a:gd name="connsiteY6" fmla="*/ 192037 h 808891"/>
                  <a:gd name="connsiteX7" fmla="*/ 240507 w 841724"/>
                  <a:gd name="connsiteY7" fmla="*/ 0 h 808891"/>
                  <a:gd name="connsiteX0" fmla="*/ 240507 w 848292"/>
                  <a:gd name="connsiteY0" fmla="*/ 0 h 808891"/>
                  <a:gd name="connsiteX1" fmla="*/ 827526 w 848292"/>
                  <a:gd name="connsiteY1" fmla="*/ 17835 h 808891"/>
                  <a:gd name="connsiteX2" fmla="*/ 780798 w 848292"/>
                  <a:gd name="connsiteY2" fmla="*/ 808891 h 808891"/>
                  <a:gd name="connsiteX3" fmla="*/ 240507 w 848292"/>
                  <a:gd name="connsiteY3" fmla="*/ 481013 h 808891"/>
                  <a:gd name="connsiteX4" fmla="*/ 4886 w 848292"/>
                  <a:gd name="connsiteY4" fmla="*/ 288976 h 808891"/>
                  <a:gd name="connsiteX5" fmla="*/ 0 w 848292"/>
                  <a:gd name="connsiteY5" fmla="*/ 240507 h 808891"/>
                  <a:gd name="connsiteX6" fmla="*/ 4886 w 848292"/>
                  <a:gd name="connsiteY6" fmla="*/ 192037 h 808891"/>
                  <a:gd name="connsiteX7" fmla="*/ 240507 w 848292"/>
                  <a:gd name="connsiteY7" fmla="*/ 0 h 808891"/>
                  <a:gd name="connsiteX0" fmla="*/ 240507 w 848292"/>
                  <a:gd name="connsiteY0" fmla="*/ 0 h 808891"/>
                  <a:gd name="connsiteX1" fmla="*/ 827526 w 848292"/>
                  <a:gd name="connsiteY1" fmla="*/ 17835 h 808891"/>
                  <a:gd name="connsiteX2" fmla="*/ 780798 w 848292"/>
                  <a:gd name="connsiteY2" fmla="*/ 808891 h 808891"/>
                  <a:gd name="connsiteX3" fmla="*/ 240507 w 848292"/>
                  <a:gd name="connsiteY3" fmla="*/ 481013 h 808891"/>
                  <a:gd name="connsiteX4" fmla="*/ 4886 w 848292"/>
                  <a:gd name="connsiteY4" fmla="*/ 288976 h 808891"/>
                  <a:gd name="connsiteX5" fmla="*/ 0 w 848292"/>
                  <a:gd name="connsiteY5" fmla="*/ 240507 h 808891"/>
                  <a:gd name="connsiteX6" fmla="*/ 4886 w 848292"/>
                  <a:gd name="connsiteY6" fmla="*/ 192037 h 808891"/>
                  <a:gd name="connsiteX7" fmla="*/ 240507 w 848292"/>
                  <a:gd name="connsiteY7" fmla="*/ 0 h 808891"/>
                  <a:gd name="connsiteX0" fmla="*/ 240507 w 848292"/>
                  <a:gd name="connsiteY0" fmla="*/ 0 h 808891"/>
                  <a:gd name="connsiteX1" fmla="*/ 827526 w 848292"/>
                  <a:gd name="connsiteY1" fmla="*/ 17835 h 808891"/>
                  <a:gd name="connsiteX2" fmla="*/ 780798 w 848292"/>
                  <a:gd name="connsiteY2" fmla="*/ 808891 h 808891"/>
                  <a:gd name="connsiteX3" fmla="*/ 240507 w 848292"/>
                  <a:gd name="connsiteY3" fmla="*/ 481013 h 808891"/>
                  <a:gd name="connsiteX4" fmla="*/ 4886 w 848292"/>
                  <a:gd name="connsiteY4" fmla="*/ 288976 h 808891"/>
                  <a:gd name="connsiteX5" fmla="*/ 0 w 848292"/>
                  <a:gd name="connsiteY5" fmla="*/ 240507 h 808891"/>
                  <a:gd name="connsiteX6" fmla="*/ 4886 w 848292"/>
                  <a:gd name="connsiteY6" fmla="*/ 192037 h 808891"/>
                  <a:gd name="connsiteX7" fmla="*/ 240507 w 848292"/>
                  <a:gd name="connsiteY7" fmla="*/ 0 h 808891"/>
                  <a:gd name="connsiteX0" fmla="*/ 240507 w 839757"/>
                  <a:gd name="connsiteY0" fmla="*/ 0 h 808891"/>
                  <a:gd name="connsiteX1" fmla="*/ 827526 w 839757"/>
                  <a:gd name="connsiteY1" fmla="*/ 17835 h 808891"/>
                  <a:gd name="connsiteX2" fmla="*/ 764109 w 839757"/>
                  <a:gd name="connsiteY2" fmla="*/ 808891 h 808891"/>
                  <a:gd name="connsiteX3" fmla="*/ 240507 w 839757"/>
                  <a:gd name="connsiteY3" fmla="*/ 481013 h 808891"/>
                  <a:gd name="connsiteX4" fmla="*/ 4886 w 839757"/>
                  <a:gd name="connsiteY4" fmla="*/ 288976 h 808891"/>
                  <a:gd name="connsiteX5" fmla="*/ 0 w 839757"/>
                  <a:gd name="connsiteY5" fmla="*/ 240507 h 808891"/>
                  <a:gd name="connsiteX6" fmla="*/ 4886 w 839757"/>
                  <a:gd name="connsiteY6" fmla="*/ 192037 h 808891"/>
                  <a:gd name="connsiteX7" fmla="*/ 240507 w 839757"/>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3726" h="808891">
                    <a:moveTo>
                      <a:pt x="240507" y="0"/>
                    </a:moveTo>
                    <a:lnTo>
                      <a:pt x="827526" y="17835"/>
                    </a:lnTo>
                    <a:cubicBezTo>
                      <a:pt x="828876" y="185604"/>
                      <a:pt x="916291" y="784395"/>
                      <a:pt x="764109" y="808891"/>
                    </a:cubicBezTo>
                    <a:cubicBezTo>
                      <a:pt x="1037566" y="474228"/>
                      <a:pt x="415925" y="481013"/>
                      <a:pt x="240507" y="481013"/>
                    </a:cubicBezTo>
                    <a:cubicBezTo>
                      <a:pt x="124282" y="481013"/>
                      <a:pt x="27312" y="398571"/>
                      <a:pt x="4886" y="288976"/>
                    </a:cubicBezTo>
                    <a:lnTo>
                      <a:pt x="0" y="240507"/>
                    </a:lnTo>
                    <a:lnTo>
                      <a:pt x="4886" y="192037"/>
                    </a:lnTo>
                    <a:cubicBezTo>
                      <a:pt x="27312" y="82442"/>
                      <a:pt x="124282" y="0"/>
                      <a:pt x="240507" y="0"/>
                    </a:cubicBezTo>
                    <a:close/>
                  </a:path>
                </a:pathLst>
              </a:custGeom>
              <a:gradFill flip="none" rotWithShape="1">
                <a:gsLst>
                  <a:gs pos="100000">
                    <a:schemeClr val="accent1">
                      <a:lumMod val="50000"/>
                    </a:schemeClr>
                  </a:gs>
                  <a:gs pos="94000">
                    <a:schemeClr val="accent1">
                      <a:lumMod val="40000"/>
                      <a:lumOff val="60000"/>
                    </a:schemeClr>
                  </a:gs>
                  <a:gs pos="84000">
                    <a:schemeClr val="accent1"/>
                  </a:gs>
                  <a:gs pos="31000">
                    <a:schemeClr val="accent1">
                      <a:lumMod val="75000"/>
                    </a:schemeClr>
                  </a:gs>
                  <a:gs pos="15000">
                    <a:schemeClr val="accent1"/>
                  </a:gs>
                  <a:gs pos="0">
                    <a:schemeClr val="accent1">
                      <a:lumMod val="5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75" name="Oval 74">
                <a:extLst>
                  <a:ext uri="{FF2B5EF4-FFF2-40B4-BE49-F238E27FC236}">
                    <a16:creationId xmlns:a16="http://schemas.microsoft.com/office/drawing/2014/main" id="{62D58C1D-994E-411E-89BD-8A6465BD26E3}"/>
                  </a:ext>
                </a:extLst>
              </p:cNvPr>
              <p:cNvSpPr/>
              <p:nvPr/>
            </p:nvSpPr>
            <p:spPr>
              <a:xfrm flipH="1">
                <a:off x="4670569" y="1777859"/>
                <a:ext cx="865399" cy="355108"/>
              </a:xfrm>
              <a:prstGeom prst="ellipse">
                <a:avLst/>
              </a:prstGeom>
              <a:solidFill>
                <a:schemeClr val="tx1"/>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Freeform: Shape 75">
                <a:extLst>
                  <a:ext uri="{FF2B5EF4-FFF2-40B4-BE49-F238E27FC236}">
                    <a16:creationId xmlns:a16="http://schemas.microsoft.com/office/drawing/2014/main" id="{A398F39B-C5DB-4682-A6CE-53C273D8C26D}"/>
                  </a:ext>
                </a:extLst>
              </p:cNvPr>
              <p:cNvSpPr/>
              <p:nvPr/>
            </p:nvSpPr>
            <p:spPr>
              <a:xfrm rot="16200000" flipH="1">
                <a:off x="3402075" y="191898"/>
                <a:ext cx="1637797" cy="2429654"/>
              </a:xfrm>
              <a:custGeom>
                <a:avLst/>
                <a:gdLst>
                  <a:gd name="connsiteX0" fmla="*/ 449 w 1349410"/>
                  <a:gd name="connsiteY0" fmla="*/ 641128 h 2001835"/>
                  <a:gd name="connsiteX1" fmla="*/ 674028 w 1349410"/>
                  <a:gd name="connsiteY1" fmla="*/ 14 h 2001835"/>
                  <a:gd name="connsiteX2" fmla="*/ 1336491 w 1349410"/>
                  <a:gd name="connsiteY2" fmla="*/ 651599 h 2001835"/>
                  <a:gd name="connsiteX3" fmla="*/ 1182938 w 1349410"/>
                  <a:gd name="connsiteY3" fmla="*/ 664141 h 2001835"/>
                  <a:gd name="connsiteX4" fmla="*/ 1175092 w 1349410"/>
                  <a:gd name="connsiteY4" fmla="*/ 664375 h 2001835"/>
                  <a:gd name="connsiteX5" fmla="*/ 1180532 w 1349410"/>
                  <a:gd name="connsiteY5" fmla="*/ 691319 h 2001835"/>
                  <a:gd name="connsiteX6" fmla="*/ 1178150 w 1349410"/>
                  <a:gd name="connsiteY6" fmla="*/ 1881222 h 2001835"/>
                  <a:gd name="connsiteX7" fmla="*/ 1062300 w 1349410"/>
                  <a:gd name="connsiteY7" fmla="*/ 2001835 h 2001835"/>
                  <a:gd name="connsiteX8" fmla="*/ 246507 w 1349410"/>
                  <a:gd name="connsiteY8" fmla="*/ 2001835 h 2001835"/>
                  <a:gd name="connsiteX9" fmla="*/ 128275 w 1349410"/>
                  <a:gd name="connsiteY9" fmla="*/ 1883603 h 2001835"/>
                  <a:gd name="connsiteX10" fmla="*/ 128275 w 1349410"/>
                  <a:gd name="connsiteY10" fmla="*/ 691319 h 2001835"/>
                  <a:gd name="connsiteX11" fmla="*/ 134601 w 1349410"/>
                  <a:gd name="connsiteY11" fmla="*/ 659985 h 2001835"/>
                  <a:gd name="connsiteX12" fmla="*/ 93043 w 1349410"/>
                  <a:gd name="connsiteY12" fmla="*/ 658235 h 2001835"/>
                  <a:gd name="connsiteX13" fmla="*/ 11565 w 1349410"/>
                  <a:gd name="connsiteY13" fmla="*/ 651599 h 2001835"/>
                  <a:gd name="connsiteX14" fmla="*/ 449 w 1349410"/>
                  <a:gd name="connsiteY14" fmla="*/ 641128 h 200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9410" h="2001835">
                    <a:moveTo>
                      <a:pt x="449" y="641128"/>
                    </a:moveTo>
                    <a:cubicBezTo>
                      <a:pt x="-17508" y="555678"/>
                      <a:pt x="508836" y="-3168"/>
                      <a:pt x="674028" y="14"/>
                    </a:cubicBezTo>
                    <a:cubicBezTo>
                      <a:pt x="850232" y="3407"/>
                      <a:pt x="1444006" y="622187"/>
                      <a:pt x="1336491" y="651599"/>
                    </a:cubicBezTo>
                    <a:cubicBezTo>
                      <a:pt x="1316332" y="657114"/>
                      <a:pt x="1260699" y="661225"/>
                      <a:pt x="1182938" y="664141"/>
                    </a:cubicBezTo>
                    <a:lnTo>
                      <a:pt x="1175092" y="664375"/>
                    </a:lnTo>
                    <a:lnTo>
                      <a:pt x="1180532" y="691319"/>
                    </a:lnTo>
                    <a:lnTo>
                      <a:pt x="1178150" y="1881222"/>
                    </a:lnTo>
                    <a:cubicBezTo>
                      <a:pt x="1185293" y="2017958"/>
                      <a:pt x="1463355" y="1997072"/>
                      <a:pt x="1062300" y="2001835"/>
                    </a:cubicBezTo>
                    <a:lnTo>
                      <a:pt x="246507" y="2001835"/>
                    </a:lnTo>
                    <a:cubicBezTo>
                      <a:pt x="181209" y="2001835"/>
                      <a:pt x="128275" y="1948901"/>
                      <a:pt x="128275" y="1883603"/>
                    </a:cubicBezTo>
                    <a:lnTo>
                      <a:pt x="128275" y="691319"/>
                    </a:lnTo>
                    <a:lnTo>
                      <a:pt x="134601" y="659985"/>
                    </a:lnTo>
                    <a:lnTo>
                      <a:pt x="93043" y="658235"/>
                    </a:lnTo>
                    <a:cubicBezTo>
                      <a:pt x="52650" y="656195"/>
                      <a:pt x="24173" y="653963"/>
                      <a:pt x="11565" y="651599"/>
                    </a:cubicBezTo>
                    <a:cubicBezTo>
                      <a:pt x="5262" y="650417"/>
                      <a:pt x="1646" y="646824"/>
                      <a:pt x="449" y="641128"/>
                    </a:cubicBezTo>
                    <a:close/>
                  </a:path>
                </a:pathLst>
              </a:custGeom>
              <a:gradFill flip="none" rotWithShape="1">
                <a:gsLst>
                  <a:gs pos="100000">
                    <a:schemeClr val="accent1">
                      <a:lumMod val="50000"/>
                    </a:schemeClr>
                  </a:gs>
                  <a:gs pos="94000">
                    <a:schemeClr val="accent1">
                      <a:lumMod val="60000"/>
                      <a:lumOff val="40000"/>
                    </a:schemeClr>
                  </a:gs>
                  <a:gs pos="86000">
                    <a:schemeClr val="accent1"/>
                  </a:gs>
                  <a:gs pos="22000">
                    <a:schemeClr val="accent1"/>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77" name="TextBox 76">
                <a:extLst>
                  <a:ext uri="{FF2B5EF4-FFF2-40B4-BE49-F238E27FC236}">
                    <a16:creationId xmlns:a16="http://schemas.microsoft.com/office/drawing/2014/main" id="{3A57D807-B95B-4EDB-BF90-0C91FD63A6BA}"/>
                  </a:ext>
                </a:extLst>
              </p:cNvPr>
              <p:cNvSpPr txBox="1"/>
              <p:nvPr/>
            </p:nvSpPr>
            <p:spPr>
              <a:xfrm flipH="1">
                <a:off x="3691256" y="1022005"/>
                <a:ext cx="1059436" cy="769441"/>
              </a:xfrm>
              <a:prstGeom prst="rect">
                <a:avLst/>
              </a:prstGeom>
              <a:noFill/>
            </p:spPr>
            <p:txBody>
              <a:bodyPr wrap="square" rtlCol="0">
                <a:spAutoFit/>
              </a:bodyPr>
              <a:lstStyle/>
              <a:p>
                <a:pPr algn="ctr"/>
                <a:r>
                  <a:rPr lang="en-US" sz="44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rPr>
                  <a:t>01</a:t>
                </a:r>
                <a:endParaRPr lang="en-IN" sz="44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endParaRPr>
              </a:p>
            </p:txBody>
          </p:sp>
        </p:grpSp>
        <p:grpSp>
          <p:nvGrpSpPr>
            <p:cNvPr id="2" name="Group 1">
              <a:extLst>
                <a:ext uri="{FF2B5EF4-FFF2-40B4-BE49-F238E27FC236}">
                  <a16:creationId xmlns:a16="http://schemas.microsoft.com/office/drawing/2014/main" id="{993B0066-99DB-4E98-8BED-C85B7D1B75EC}"/>
                </a:ext>
              </a:extLst>
            </p:cNvPr>
            <p:cNvGrpSpPr/>
            <p:nvPr/>
          </p:nvGrpSpPr>
          <p:grpSpPr>
            <a:xfrm>
              <a:off x="6213224" y="1809572"/>
              <a:ext cx="2951153" cy="2055974"/>
              <a:chOff x="6213224" y="1502243"/>
              <a:chExt cx="2951153" cy="2055974"/>
            </a:xfrm>
          </p:grpSpPr>
          <p:sp>
            <p:nvSpPr>
              <p:cNvPr id="4" name="Rectangle: Rounded Corners 3">
                <a:extLst>
                  <a:ext uri="{FF2B5EF4-FFF2-40B4-BE49-F238E27FC236}">
                    <a16:creationId xmlns:a16="http://schemas.microsoft.com/office/drawing/2014/main" id="{D0825B06-55A3-49EF-A930-0285BDCD3EBA}"/>
                  </a:ext>
                </a:extLst>
              </p:cNvPr>
              <p:cNvSpPr/>
              <p:nvPr/>
            </p:nvSpPr>
            <p:spPr>
              <a:xfrm>
                <a:off x="6213224" y="1906765"/>
                <a:ext cx="1115853" cy="1491053"/>
              </a:xfrm>
              <a:prstGeom prst="roundRect">
                <a:avLst>
                  <a:gd name="adj" fmla="val 5524"/>
                </a:avLst>
              </a:prstGeom>
              <a:gradFill>
                <a:gsLst>
                  <a:gs pos="100000">
                    <a:schemeClr val="accent2">
                      <a:lumMod val="50000"/>
                    </a:schemeClr>
                  </a:gs>
                  <a:gs pos="94000">
                    <a:schemeClr val="accent2">
                      <a:lumMod val="40000"/>
                      <a:lumOff val="60000"/>
                    </a:schemeClr>
                  </a:gs>
                  <a:gs pos="84000">
                    <a:schemeClr val="accent2"/>
                  </a:gs>
                  <a:gs pos="22000">
                    <a:schemeClr val="accent2"/>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625E8F12-EFED-4B16-95AE-7BEE3CBBBEBD}"/>
                  </a:ext>
                </a:extLst>
              </p:cNvPr>
              <p:cNvSpPr/>
              <p:nvPr/>
            </p:nvSpPr>
            <p:spPr>
              <a:xfrm>
                <a:off x="6751402" y="2938411"/>
                <a:ext cx="643926" cy="382730"/>
              </a:xfrm>
              <a:prstGeom prst="ellipse">
                <a:avLst/>
              </a:prstGeom>
              <a:solidFill>
                <a:schemeClr val="tx1"/>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B76CD04F-54E2-4736-B6AD-C778D545C050}"/>
                  </a:ext>
                </a:extLst>
              </p:cNvPr>
              <p:cNvSpPr/>
              <p:nvPr/>
            </p:nvSpPr>
            <p:spPr>
              <a:xfrm rot="5400000">
                <a:off x="7012501" y="3007171"/>
                <a:ext cx="349384" cy="197637"/>
              </a:xfrm>
              <a:prstGeom prst="ellipse">
                <a:avLst/>
              </a:prstGeom>
              <a:solidFill>
                <a:schemeClr val="tx1"/>
              </a:solidFill>
              <a:ln>
                <a:noFill/>
              </a:ln>
              <a:effectLst>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6428FFBA-4D61-44E5-A2B8-C42EABBDF1DD}"/>
                  </a:ext>
                </a:extLst>
              </p:cNvPr>
              <p:cNvSpPr/>
              <p:nvPr/>
            </p:nvSpPr>
            <p:spPr>
              <a:xfrm rot="5400000">
                <a:off x="6795848" y="2900495"/>
                <a:ext cx="932714" cy="382730"/>
              </a:xfrm>
              <a:prstGeom prst="ellipse">
                <a:avLst/>
              </a:prstGeom>
              <a:solidFill>
                <a:schemeClr val="tx1">
                  <a:alpha val="56000"/>
                </a:schemeClr>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E8E385A0-94C7-45B2-9262-6E3B79C346CA}"/>
                  </a:ext>
                </a:extLst>
              </p:cNvPr>
              <p:cNvSpPr/>
              <p:nvPr/>
            </p:nvSpPr>
            <p:spPr>
              <a:xfrm>
                <a:off x="6734718" y="2868670"/>
                <a:ext cx="609089" cy="524315"/>
              </a:xfrm>
              <a:custGeom>
                <a:avLst/>
                <a:gdLst>
                  <a:gd name="connsiteX0" fmla="*/ 240507 w 766762"/>
                  <a:gd name="connsiteY0" fmla="*/ 0 h 481014"/>
                  <a:gd name="connsiteX1" fmla="*/ 766762 w 766762"/>
                  <a:gd name="connsiteY1" fmla="*/ 0 h 481014"/>
                  <a:gd name="connsiteX2" fmla="*/ 766762 w 766762"/>
                  <a:gd name="connsiteY2" fmla="*/ 481014 h 481014"/>
                  <a:gd name="connsiteX3" fmla="*/ 240507 w 766762"/>
                  <a:gd name="connsiteY3" fmla="*/ 481013 h 481014"/>
                  <a:gd name="connsiteX4" fmla="*/ 4886 w 766762"/>
                  <a:gd name="connsiteY4" fmla="*/ 288976 h 481014"/>
                  <a:gd name="connsiteX5" fmla="*/ 0 w 766762"/>
                  <a:gd name="connsiteY5" fmla="*/ 240507 h 481014"/>
                  <a:gd name="connsiteX6" fmla="*/ 4886 w 766762"/>
                  <a:gd name="connsiteY6" fmla="*/ 192037 h 481014"/>
                  <a:gd name="connsiteX7" fmla="*/ 240507 w 766762"/>
                  <a:gd name="connsiteY7" fmla="*/ 0 h 481014"/>
                  <a:gd name="connsiteX0" fmla="*/ 240507 w 766762"/>
                  <a:gd name="connsiteY0" fmla="*/ 0 h 481014"/>
                  <a:gd name="connsiteX1" fmla="*/ 766762 w 766762"/>
                  <a:gd name="connsiteY1" fmla="*/ 0 h 481014"/>
                  <a:gd name="connsiteX2" fmla="*/ 766762 w 766762"/>
                  <a:gd name="connsiteY2" fmla="*/ 481014 h 481014"/>
                  <a:gd name="connsiteX3" fmla="*/ 240507 w 766762"/>
                  <a:gd name="connsiteY3" fmla="*/ 481013 h 481014"/>
                  <a:gd name="connsiteX4" fmla="*/ 4886 w 766762"/>
                  <a:gd name="connsiteY4" fmla="*/ 288976 h 481014"/>
                  <a:gd name="connsiteX5" fmla="*/ 0 w 766762"/>
                  <a:gd name="connsiteY5" fmla="*/ 240507 h 481014"/>
                  <a:gd name="connsiteX6" fmla="*/ 4886 w 766762"/>
                  <a:gd name="connsiteY6" fmla="*/ 192037 h 481014"/>
                  <a:gd name="connsiteX7" fmla="*/ 240507 w 766762"/>
                  <a:gd name="connsiteY7" fmla="*/ 0 h 481014"/>
                  <a:gd name="connsiteX0" fmla="*/ 240507 w 766762"/>
                  <a:gd name="connsiteY0" fmla="*/ 0 h 481014"/>
                  <a:gd name="connsiteX1" fmla="*/ 766762 w 766762"/>
                  <a:gd name="connsiteY1" fmla="*/ 0 h 481014"/>
                  <a:gd name="connsiteX2" fmla="*/ 766762 w 766762"/>
                  <a:gd name="connsiteY2" fmla="*/ 481014 h 481014"/>
                  <a:gd name="connsiteX3" fmla="*/ 240507 w 766762"/>
                  <a:gd name="connsiteY3" fmla="*/ 481013 h 481014"/>
                  <a:gd name="connsiteX4" fmla="*/ 4886 w 766762"/>
                  <a:gd name="connsiteY4" fmla="*/ 288976 h 481014"/>
                  <a:gd name="connsiteX5" fmla="*/ 0 w 766762"/>
                  <a:gd name="connsiteY5" fmla="*/ 240507 h 481014"/>
                  <a:gd name="connsiteX6" fmla="*/ 4886 w 766762"/>
                  <a:gd name="connsiteY6" fmla="*/ 192037 h 481014"/>
                  <a:gd name="connsiteX7" fmla="*/ 240507 w 766762"/>
                  <a:gd name="connsiteY7" fmla="*/ 0 h 481014"/>
                  <a:gd name="connsiteX0" fmla="*/ 240507 w 823474"/>
                  <a:gd name="connsiteY0" fmla="*/ 0 h 498849"/>
                  <a:gd name="connsiteX1" fmla="*/ 766762 w 823474"/>
                  <a:gd name="connsiteY1" fmla="*/ 0 h 498849"/>
                  <a:gd name="connsiteX2" fmla="*/ 823474 w 823474"/>
                  <a:gd name="connsiteY2" fmla="*/ 498849 h 498849"/>
                  <a:gd name="connsiteX3" fmla="*/ 240507 w 823474"/>
                  <a:gd name="connsiteY3" fmla="*/ 481013 h 498849"/>
                  <a:gd name="connsiteX4" fmla="*/ 4886 w 823474"/>
                  <a:gd name="connsiteY4" fmla="*/ 288976 h 498849"/>
                  <a:gd name="connsiteX5" fmla="*/ 0 w 823474"/>
                  <a:gd name="connsiteY5" fmla="*/ 240507 h 498849"/>
                  <a:gd name="connsiteX6" fmla="*/ 4886 w 823474"/>
                  <a:gd name="connsiteY6" fmla="*/ 192037 h 498849"/>
                  <a:gd name="connsiteX7" fmla="*/ 240507 w 823474"/>
                  <a:gd name="connsiteY7" fmla="*/ 0 h 498849"/>
                  <a:gd name="connsiteX0" fmla="*/ 240507 w 823474"/>
                  <a:gd name="connsiteY0" fmla="*/ 0 h 498849"/>
                  <a:gd name="connsiteX1" fmla="*/ 766762 w 823474"/>
                  <a:gd name="connsiteY1" fmla="*/ 0 h 498849"/>
                  <a:gd name="connsiteX2" fmla="*/ 823474 w 823474"/>
                  <a:gd name="connsiteY2" fmla="*/ 498849 h 498849"/>
                  <a:gd name="connsiteX3" fmla="*/ 240507 w 823474"/>
                  <a:gd name="connsiteY3" fmla="*/ 481013 h 498849"/>
                  <a:gd name="connsiteX4" fmla="*/ 4886 w 823474"/>
                  <a:gd name="connsiteY4" fmla="*/ 288976 h 498849"/>
                  <a:gd name="connsiteX5" fmla="*/ 0 w 823474"/>
                  <a:gd name="connsiteY5" fmla="*/ 240507 h 498849"/>
                  <a:gd name="connsiteX6" fmla="*/ 4886 w 823474"/>
                  <a:gd name="connsiteY6" fmla="*/ 192037 h 498849"/>
                  <a:gd name="connsiteX7" fmla="*/ 240507 w 823474"/>
                  <a:gd name="connsiteY7" fmla="*/ 0 h 498849"/>
                  <a:gd name="connsiteX0" fmla="*/ 240507 w 823474"/>
                  <a:gd name="connsiteY0" fmla="*/ 0 h 498849"/>
                  <a:gd name="connsiteX1" fmla="*/ 766762 w 823474"/>
                  <a:gd name="connsiteY1" fmla="*/ 0 h 498849"/>
                  <a:gd name="connsiteX2" fmla="*/ 823474 w 823474"/>
                  <a:gd name="connsiteY2" fmla="*/ 498849 h 498849"/>
                  <a:gd name="connsiteX3" fmla="*/ 240507 w 823474"/>
                  <a:gd name="connsiteY3" fmla="*/ 481013 h 498849"/>
                  <a:gd name="connsiteX4" fmla="*/ 4886 w 823474"/>
                  <a:gd name="connsiteY4" fmla="*/ 288976 h 498849"/>
                  <a:gd name="connsiteX5" fmla="*/ 0 w 823474"/>
                  <a:gd name="connsiteY5" fmla="*/ 240507 h 498849"/>
                  <a:gd name="connsiteX6" fmla="*/ 4886 w 823474"/>
                  <a:gd name="connsiteY6" fmla="*/ 192037 h 498849"/>
                  <a:gd name="connsiteX7" fmla="*/ 240507 w 823474"/>
                  <a:gd name="connsiteY7" fmla="*/ 0 h 498849"/>
                  <a:gd name="connsiteX0" fmla="*/ 240507 w 823474"/>
                  <a:gd name="connsiteY0" fmla="*/ 0 h 498849"/>
                  <a:gd name="connsiteX1" fmla="*/ 766762 w 823474"/>
                  <a:gd name="connsiteY1" fmla="*/ 0 h 498849"/>
                  <a:gd name="connsiteX2" fmla="*/ 823474 w 823474"/>
                  <a:gd name="connsiteY2" fmla="*/ 498849 h 498849"/>
                  <a:gd name="connsiteX3" fmla="*/ 240507 w 823474"/>
                  <a:gd name="connsiteY3" fmla="*/ 481013 h 498849"/>
                  <a:gd name="connsiteX4" fmla="*/ 4886 w 823474"/>
                  <a:gd name="connsiteY4" fmla="*/ 288976 h 498849"/>
                  <a:gd name="connsiteX5" fmla="*/ 0 w 823474"/>
                  <a:gd name="connsiteY5" fmla="*/ 240507 h 498849"/>
                  <a:gd name="connsiteX6" fmla="*/ 4886 w 823474"/>
                  <a:gd name="connsiteY6" fmla="*/ 192037 h 498849"/>
                  <a:gd name="connsiteX7" fmla="*/ 240507 w 823474"/>
                  <a:gd name="connsiteY7" fmla="*/ 0 h 498849"/>
                  <a:gd name="connsiteX0" fmla="*/ 240507 w 831577"/>
                  <a:gd name="connsiteY0" fmla="*/ 0 h 521143"/>
                  <a:gd name="connsiteX1" fmla="*/ 766762 w 831577"/>
                  <a:gd name="connsiteY1" fmla="*/ 0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31577"/>
                  <a:gd name="connsiteY0" fmla="*/ 0 h 521143"/>
                  <a:gd name="connsiteX1" fmla="*/ 766762 w 831577"/>
                  <a:gd name="connsiteY1" fmla="*/ 0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31577"/>
                  <a:gd name="connsiteY0" fmla="*/ 0 h 521143"/>
                  <a:gd name="connsiteX1" fmla="*/ 823476 w 831577"/>
                  <a:gd name="connsiteY1" fmla="*/ 17835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31577"/>
                  <a:gd name="connsiteY0" fmla="*/ 0 h 521143"/>
                  <a:gd name="connsiteX1" fmla="*/ 827526 w 831577"/>
                  <a:gd name="connsiteY1" fmla="*/ 17835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31577"/>
                  <a:gd name="connsiteY0" fmla="*/ 0 h 521143"/>
                  <a:gd name="connsiteX1" fmla="*/ 827526 w 831577"/>
                  <a:gd name="connsiteY1" fmla="*/ 17835 h 521143"/>
                  <a:gd name="connsiteX2" fmla="*/ 831577 w 831577"/>
                  <a:gd name="connsiteY2" fmla="*/ 521143 h 521143"/>
                  <a:gd name="connsiteX3" fmla="*/ 240507 w 831577"/>
                  <a:gd name="connsiteY3" fmla="*/ 481013 h 521143"/>
                  <a:gd name="connsiteX4" fmla="*/ 4886 w 831577"/>
                  <a:gd name="connsiteY4" fmla="*/ 288976 h 521143"/>
                  <a:gd name="connsiteX5" fmla="*/ 0 w 831577"/>
                  <a:gd name="connsiteY5" fmla="*/ 240507 h 521143"/>
                  <a:gd name="connsiteX6" fmla="*/ 4886 w 831577"/>
                  <a:gd name="connsiteY6" fmla="*/ 192037 h 521143"/>
                  <a:gd name="connsiteX7" fmla="*/ 240507 w 831577"/>
                  <a:gd name="connsiteY7" fmla="*/ 0 h 521143"/>
                  <a:gd name="connsiteX0" fmla="*/ 240507 w 827914"/>
                  <a:gd name="connsiteY0" fmla="*/ 0 h 574649"/>
                  <a:gd name="connsiteX1" fmla="*/ 827526 w 827914"/>
                  <a:gd name="connsiteY1" fmla="*/ 17835 h 574649"/>
                  <a:gd name="connsiteX2" fmla="*/ 827525 w 827914"/>
                  <a:gd name="connsiteY2" fmla="*/ 574649 h 574649"/>
                  <a:gd name="connsiteX3" fmla="*/ 240507 w 827914"/>
                  <a:gd name="connsiteY3" fmla="*/ 481013 h 574649"/>
                  <a:gd name="connsiteX4" fmla="*/ 4886 w 827914"/>
                  <a:gd name="connsiteY4" fmla="*/ 288976 h 574649"/>
                  <a:gd name="connsiteX5" fmla="*/ 0 w 827914"/>
                  <a:gd name="connsiteY5" fmla="*/ 240507 h 574649"/>
                  <a:gd name="connsiteX6" fmla="*/ 4886 w 827914"/>
                  <a:gd name="connsiteY6" fmla="*/ 192037 h 574649"/>
                  <a:gd name="connsiteX7" fmla="*/ 240507 w 827914"/>
                  <a:gd name="connsiteY7" fmla="*/ 0 h 574649"/>
                  <a:gd name="connsiteX0" fmla="*/ 240507 w 827916"/>
                  <a:gd name="connsiteY0" fmla="*/ 0 h 574649"/>
                  <a:gd name="connsiteX1" fmla="*/ 827526 w 827916"/>
                  <a:gd name="connsiteY1" fmla="*/ 17835 h 574649"/>
                  <a:gd name="connsiteX2" fmla="*/ 827525 w 827916"/>
                  <a:gd name="connsiteY2" fmla="*/ 574649 h 574649"/>
                  <a:gd name="connsiteX3" fmla="*/ 240507 w 827916"/>
                  <a:gd name="connsiteY3" fmla="*/ 481013 h 574649"/>
                  <a:gd name="connsiteX4" fmla="*/ 4886 w 827916"/>
                  <a:gd name="connsiteY4" fmla="*/ 288976 h 574649"/>
                  <a:gd name="connsiteX5" fmla="*/ 0 w 827916"/>
                  <a:gd name="connsiteY5" fmla="*/ 240507 h 574649"/>
                  <a:gd name="connsiteX6" fmla="*/ 4886 w 827916"/>
                  <a:gd name="connsiteY6" fmla="*/ 192037 h 574649"/>
                  <a:gd name="connsiteX7" fmla="*/ 240507 w 827916"/>
                  <a:gd name="connsiteY7" fmla="*/ 0 h 574649"/>
                  <a:gd name="connsiteX0" fmla="*/ 240507 w 827914"/>
                  <a:gd name="connsiteY0" fmla="*/ 0 h 753002"/>
                  <a:gd name="connsiteX1" fmla="*/ 827526 w 827914"/>
                  <a:gd name="connsiteY1" fmla="*/ 17835 h 753002"/>
                  <a:gd name="connsiteX2" fmla="*/ 827525 w 827914"/>
                  <a:gd name="connsiteY2" fmla="*/ 753002 h 753002"/>
                  <a:gd name="connsiteX3" fmla="*/ 240507 w 827914"/>
                  <a:gd name="connsiteY3" fmla="*/ 481013 h 753002"/>
                  <a:gd name="connsiteX4" fmla="*/ 4886 w 827914"/>
                  <a:gd name="connsiteY4" fmla="*/ 288976 h 753002"/>
                  <a:gd name="connsiteX5" fmla="*/ 0 w 827914"/>
                  <a:gd name="connsiteY5" fmla="*/ 240507 h 753002"/>
                  <a:gd name="connsiteX6" fmla="*/ 4886 w 827914"/>
                  <a:gd name="connsiteY6" fmla="*/ 192037 h 753002"/>
                  <a:gd name="connsiteX7" fmla="*/ 240507 w 827914"/>
                  <a:gd name="connsiteY7" fmla="*/ 0 h 753002"/>
                  <a:gd name="connsiteX0" fmla="*/ 240507 w 827916"/>
                  <a:gd name="connsiteY0" fmla="*/ 0 h 753002"/>
                  <a:gd name="connsiteX1" fmla="*/ 827526 w 827916"/>
                  <a:gd name="connsiteY1" fmla="*/ 17835 h 753002"/>
                  <a:gd name="connsiteX2" fmla="*/ 827525 w 827916"/>
                  <a:gd name="connsiteY2" fmla="*/ 753002 h 753002"/>
                  <a:gd name="connsiteX3" fmla="*/ 240507 w 827916"/>
                  <a:gd name="connsiteY3" fmla="*/ 481013 h 753002"/>
                  <a:gd name="connsiteX4" fmla="*/ 4886 w 827916"/>
                  <a:gd name="connsiteY4" fmla="*/ 288976 h 753002"/>
                  <a:gd name="connsiteX5" fmla="*/ 0 w 827916"/>
                  <a:gd name="connsiteY5" fmla="*/ 240507 h 753002"/>
                  <a:gd name="connsiteX6" fmla="*/ 4886 w 827916"/>
                  <a:gd name="connsiteY6" fmla="*/ 192037 h 753002"/>
                  <a:gd name="connsiteX7" fmla="*/ 240507 w 827916"/>
                  <a:gd name="connsiteY7" fmla="*/ 0 h 753002"/>
                  <a:gd name="connsiteX0" fmla="*/ 240507 w 827914"/>
                  <a:gd name="connsiteY0" fmla="*/ 0 h 753002"/>
                  <a:gd name="connsiteX1" fmla="*/ 827526 w 827914"/>
                  <a:gd name="connsiteY1" fmla="*/ 17835 h 753002"/>
                  <a:gd name="connsiteX2" fmla="*/ 827525 w 827914"/>
                  <a:gd name="connsiteY2" fmla="*/ 753002 h 753002"/>
                  <a:gd name="connsiteX3" fmla="*/ 240507 w 827914"/>
                  <a:gd name="connsiteY3" fmla="*/ 481013 h 753002"/>
                  <a:gd name="connsiteX4" fmla="*/ 4886 w 827914"/>
                  <a:gd name="connsiteY4" fmla="*/ 288976 h 753002"/>
                  <a:gd name="connsiteX5" fmla="*/ 0 w 827914"/>
                  <a:gd name="connsiteY5" fmla="*/ 240507 h 753002"/>
                  <a:gd name="connsiteX6" fmla="*/ 4886 w 827914"/>
                  <a:gd name="connsiteY6" fmla="*/ 192037 h 753002"/>
                  <a:gd name="connsiteX7" fmla="*/ 240507 w 827914"/>
                  <a:gd name="connsiteY7" fmla="*/ 0 h 753002"/>
                  <a:gd name="connsiteX0" fmla="*/ 240507 w 827594"/>
                  <a:gd name="connsiteY0" fmla="*/ 0 h 757462"/>
                  <a:gd name="connsiteX1" fmla="*/ 827526 w 827594"/>
                  <a:gd name="connsiteY1" fmla="*/ 17835 h 757462"/>
                  <a:gd name="connsiteX2" fmla="*/ 811321 w 827594"/>
                  <a:gd name="connsiteY2" fmla="*/ 757462 h 757462"/>
                  <a:gd name="connsiteX3" fmla="*/ 240507 w 827594"/>
                  <a:gd name="connsiteY3" fmla="*/ 481013 h 757462"/>
                  <a:gd name="connsiteX4" fmla="*/ 4886 w 827594"/>
                  <a:gd name="connsiteY4" fmla="*/ 288976 h 757462"/>
                  <a:gd name="connsiteX5" fmla="*/ 0 w 827594"/>
                  <a:gd name="connsiteY5" fmla="*/ 240507 h 757462"/>
                  <a:gd name="connsiteX6" fmla="*/ 4886 w 827594"/>
                  <a:gd name="connsiteY6" fmla="*/ 192037 h 757462"/>
                  <a:gd name="connsiteX7" fmla="*/ 240507 w 827594"/>
                  <a:gd name="connsiteY7" fmla="*/ 0 h 757462"/>
                  <a:gd name="connsiteX0" fmla="*/ 240507 w 827916"/>
                  <a:gd name="connsiteY0" fmla="*/ 0 h 757462"/>
                  <a:gd name="connsiteX1" fmla="*/ 827526 w 827916"/>
                  <a:gd name="connsiteY1" fmla="*/ 17835 h 757462"/>
                  <a:gd name="connsiteX2" fmla="*/ 827524 w 827916"/>
                  <a:gd name="connsiteY2" fmla="*/ 757462 h 757462"/>
                  <a:gd name="connsiteX3" fmla="*/ 240507 w 827916"/>
                  <a:gd name="connsiteY3" fmla="*/ 481013 h 757462"/>
                  <a:gd name="connsiteX4" fmla="*/ 4886 w 827916"/>
                  <a:gd name="connsiteY4" fmla="*/ 288976 h 757462"/>
                  <a:gd name="connsiteX5" fmla="*/ 0 w 827916"/>
                  <a:gd name="connsiteY5" fmla="*/ 240507 h 757462"/>
                  <a:gd name="connsiteX6" fmla="*/ 4886 w 827916"/>
                  <a:gd name="connsiteY6" fmla="*/ 192037 h 757462"/>
                  <a:gd name="connsiteX7" fmla="*/ 240507 w 827916"/>
                  <a:gd name="connsiteY7" fmla="*/ 0 h 757462"/>
                  <a:gd name="connsiteX0" fmla="*/ 240507 w 827914"/>
                  <a:gd name="connsiteY0" fmla="*/ 0 h 757462"/>
                  <a:gd name="connsiteX1" fmla="*/ 827526 w 827914"/>
                  <a:gd name="connsiteY1" fmla="*/ 17835 h 757462"/>
                  <a:gd name="connsiteX2" fmla="*/ 827524 w 827914"/>
                  <a:gd name="connsiteY2" fmla="*/ 757462 h 757462"/>
                  <a:gd name="connsiteX3" fmla="*/ 240507 w 827914"/>
                  <a:gd name="connsiteY3" fmla="*/ 481013 h 757462"/>
                  <a:gd name="connsiteX4" fmla="*/ 4886 w 827914"/>
                  <a:gd name="connsiteY4" fmla="*/ 288976 h 757462"/>
                  <a:gd name="connsiteX5" fmla="*/ 0 w 827914"/>
                  <a:gd name="connsiteY5" fmla="*/ 240507 h 757462"/>
                  <a:gd name="connsiteX6" fmla="*/ 4886 w 827914"/>
                  <a:gd name="connsiteY6" fmla="*/ 192037 h 757462"/>
                  <a:gd name="connsiteX7" fmla="*/ 240507 w 827914"/>
                  <a:gd name="connsiteY7" fmla="*/ 0 h 757462"/>
                  <a:gd name="connsiteX0" fmla="*/ 240507 w 827916"/>
                  <a:gd name="connsiteY0" fmla="*/ 0 h 757462"/>
                  <a:gd name="connsiteX1" fmla="*/ 827526 w 827916"/>
                  <a:gd name="connsiteY1" fmla="*/ 17835 h 757462"/>
                  <a:gd name="connsiteX2" fmla="*/ 827524 w 827916"/>
                  <a:gd name="connsiteY2" fmla="*/ 757462 h 757462"/>
                  <a:gd name="connsiteX3" fmla="*/ 240507 w 827916"/>
                  <a:gd name="connsiteY3" fmla="*/ 481013 h 757462"/>
                  <a:gd name="connsiteX4" fmla="*/ 4886 w 827916"/>
                  <a:gd name="connsiteY4" fmla="*/ 288976 h 757462"/>
                  <a:gd name="connsiteX5" fmla="*/ 0 w 827916"/>
                  <a:gd name="connsiteY5" fmla="*/ 240507 h 757462"/>
                  <a:gd name="connsiteX6" fmla="*/ 4886 w 827916"/>
                  <a:gd name="connsiteY6" fmla="*/ 192037 h 757462"/>
                  <a:gd name="connsiteX7" fmla="*/ 240507 w 827916"/>
                  <a:gd name="connsiteY7" fmla="*/ 0 h 757462"/>
                  <a:gd name="connsiteX0" fmla="*/ 240507 w 827914"/>
                  <a:gd name="connsiteY0" fmla="*/ 0 h 757462"/>
                  <a:gd name="connsiteX1" fmla="*/ 827526 w 827914"/>
                  <a:gd name="connsiteY1" fmla="*/ 17835 h 757462"/>
                  <a:gd name="connsiteX2" fmla="*/ 827524 w 827914"/>
                  <a:gd name="connsiteY2" fmla="*/ 757462 h 757462"/>
                  <a:gd name="connsiteX3" fmla="*/ 240507 w 827914"/>
                  <a:gd name="connsiteY3" fmla="*/ 481013 h 757462"/>
                  <a:gd name="connsiteX4" fmla="*/ 4886 w 827914"/>
                  <a:gd name="connsiteY4" fmla="*/ 288976 h 757462"/>
                  <a:gd name="connsiteX5" fmla="*/ 0 w 827914"/>
                  <a:gd name="connsiteY5" fmla="*/ 240507 h 757462"/>
                  <a:gd name="connsiteX6" fmla="*/ 4886 w 827914"/>
                  <a:gd name="connsiteY6" fmla="*/ 192037 h 757462"/>
                  <a:gd name="connsiteX7" fmla="*/ 240507 w 827914"/>
                  <a:gd name="connsiteY7" fmla="*/ 0 h 757462"/>
                  <a:gd name="connsiteX0" fmla="*/ 240507 w 827606"/>
                  <a:gd name="connsiteY0" fmla="*/ 0 h 775830"/>
                  <a:gd name="connsiteX1" fmla="*/ 827526 w 827606"/>
                  <a:gd name="connsiteY1" fmla="*/ 17835 h 775830"/>
                  <a:gd name="connsiteX2" fmla="*/ 814174 w 827606"/>
                  <a:gd name="connsiteY2" fmla="*/ 775830 h 775830"/>
                  <a:gd name="connsiteX3" fmla="*/ 240507 w 827606"/>
                  <a:gd name="connsiteY3" fmla="*/ 481013 h 775830"/>
                  <a:gd name="connsiteX4" fmla="*/ 4886 w 827606"/>
                  <a:gd name="connsiteY4" fmla="*/ 288976 h 775830"/>
                  <a:gd name="connsiteX5" fmla="*/ 0 w 827606"/>
                  <a:gd name="connsiteY5" fmla="*/ 240507 h 775830"/>
                  <a:gd name="connsiteX6" fmla="*/ 4886 w 827606"/>
                  <a:gd name="connsiteY6" fmla="*/ 192037 h 775830"/>
                  <a:gd name="connsiteX7" fmla="*/ 240507 w 827606"/>
                  <a:gd name="connsiteY7" fmla="*/ 0 h 775830"/>
                  <a:gd name="connsiteX0" fmla="*/ 240507 w 832115"/>
                  <a:gd name="connsiteY0" fmla="*/ 0 h 775830"/>
                  <a:gd name="connsiteX1" fmla="*/ 827526 w 832115"/>
                  <a:gd name="connsiteY1" fmla="*/ 17835 h 775830"/>
                  <a:gd name="connsiteX2" fmla="*/ 814174 w 832115"/>
                  <a:gd name="connsiteY2" fmla="*/ 775830 h 775830"/>
                  <a:gd name="connsiteX3" fmla="*/ 240507 w 832115"/>
                  <a:gd name="connsiteY3" fmla="*/ 481013 h 775830"/>
                  <a:gd name="connsiteX4" fmla="*/ 4886 w 832115"/>
                  <a:gd name="connsiteY4" fmla="*/ 288976 h 775830"/>
                  <a:gd name="connsiteX5" fmla="*/ 0 w 832115"/>
                  <a:gd name="connsiteY5" fmla="*/ 240507 h 775830"/>
                  <a:gd name="connsiteX6" fmla="*/ 4886 w 832115"/>
                  <a:gd name="connsiteY6" fmla="*/ 192037 h 775830"/>
                  <a:gd name="connsiteX7" fmla="*/ 240507 w 832115"/>
                  <a:gd name="connsiteY7" fmla="*/ 0 h 775830"/>
                  <a:gd name="connsiteX0" fmla="*/ 240507 w 840581"/>
                  <a:gd name="connsiteY0" fmla="*/ 0 h 768482"/>
                  <a:gd name="connsiteX1" fmla="*/ 827526 w 840581"/>
                  <a:gd name="connsiteY1" fmla="*/ 17835 h 768482"/>
                  <a:gd name="connsiteX2" fmla="*/ 827525 w 840581"/>
                  <a:gd name="connsiteY2" fmla="*/ 768482 h 768482"/>
                  <a:gd name="connsiteX3" fmla="*/ 240507 w 840581"/>
                  <a:gd name="connsiteY3" fmla="*/ 481013 h 768482"/>
                  <a:gd name="connsiteX4" fmla="*/ 4886 w 840581"/>
                  <a:gd name="connsiteY4" fmla="*/ 288976 h 768482"/>
                  <a:gd name="connsiteX5" fmla="*/ 0 w 840581"/>
                  <a:gd name="connsiteY5" fmla="*/ 240507 h 768482"/>
                  <a:gd name="connsiteX6" fmla="*/ 4886 w 840581"/>
                  <a:gd name="connsiteY6" fmla="*/ 192037 h 768482"/>
                  <a:gd name="connsiteX7" fmla="*/ 240507 w 840581"/>
                  <a:gd name="connsiteY7" fmla="*/ 0 h 768482"/>
                  <a:gd name="connsiteX0" fmla="*/ 240507 w 837617"/>
                  <a:gd name="connsiteY0" fmla="*/ 0 h 768482"/>
                  <a:gd name="connsiteX1" fmla="*/ 827526 w 837617"/>
                  <a:gd name="connsiteY1" fmla="*/ 17835 h 768482"/>
                  <a:gd name="connsiteX2" fmla="*/ 827525 w 837617"/>
                  <a:gd name="connsiteY2" fmla="*/ 768482 h 768482"/>
                  <a:gd name="connsiteX3" fmla="*/ 240507 w 837617"/>
                  <a:gd name="connsiteY3" fmla="*/ 481013 h 768482"/>
                  <a:gd name="connsiteX4" fmla="*/ 4886 w 837617"/>
                  <a:gd name="connsiteY4" fmla="*/ 288976 h 768482"/>
                  <a:gd name="connsiteX5" fmla="*/ 0 w 837617"/>
                  <a:gd name="connsiteY5" fmla="*/ 240507 h 768482"/>
                  <a:gd name="connsiteX6" fmla="*/ 4886 w 837617"/>
                  <a:gd name="connsiteY6" fmla="*/ 192037 h 768482"/>
                  <a:gd name="connsiteX7" fmla="*/ 240507 w 837617"/>
                  <a:gd name="connsiteY7" fmla="*/ 0 h 768482"/>
                  <a:gd name="connsiteX0" fmla="*/ 240507 w 837616"/>
                  <a:gd name="connsiteY0" fmla="*/ 0 h 768482"/>
                  <a:gd name="connsiteX1" fmla="*/ 827526 w 837616"/>
                  <a:gd name="connsiteY1" fmla="*/ 17835 h 768482"/>
                  <a:gd name="connsiteX2" fmla="*/ 827525 w 837616"/>
                  <a:gd name="connsiteY2" fmla="*/ 768482 h 768482"/>
                  <a:gd name="connsiteX3" fmla="*/ 240507 w 837616"/>
                  <a:gd name="connsiteY3" fmla="*/ 481013 h 768482"/>
                  <a:gd name="connsiteX4" fmla="*/ 4886 w 837616"/>
                  <a:gd name="connsiteY4" fmla="*/ 288976 h 768482"/>
                  <a:gd name="connsiteX5" fmla="*/ 0 w 837616"/>
                  <a:gd name="connsiteY5" fmla="*/ 240507 h 768482"/>
                  <a:gd name="connsiteX6" fmla="*/ 4886 w 837616"/>
                  <a:gd name="connsiteY6" fmla="*/ 192037 h 768482"/>
                  <a:gd name="connsiteX7" fmla="*/ 240507 w 837616"/>
                  <a:gd name="connsiteY7" fmla="*/ 0 h 768482"/>
                  <a:gd name="connsiteX0" fmla="*/ 240507 w 827576"/>
                  <a:gd name="connsiteY0" fmla="*/ 0 h 808891"/>
                  <a:gd name="connsiteX1" fmla="*/ 827526 w 827576"/>
                  <a:gd name="connsiteY1" fmla="*/ 17835 h 808891"/>
                  <a:gd name="connsiteX2" fmla="*/ 780798 w 827576"/>
                  <a:gd name="connsiteY2" fmla="*/ 808891 h 808891"/>
                  <a:gd name="connsiteX3" fmla="*/ 240507 w 827576"/>
                  <a:gd name="connsiteY3" fmla="*/ 481013 h 808891"/>
                  <a:gd name="connsiteX4" fmla="*/ 4886 w 827576"/>
                  <a:gd name="connsiteY4" fmla="*/ 288976 h 808891"/>
                  <a:gd name="connsiteX5" fmla="*/ 0 w 827576"/>
                  <a:gd name="connsiteY5" fmla="*/ 240507 h 808891"/>
                  <a:gd name="connsiteX6" fmla="*/ 4886 w 827576"/>
                  <a:gd name="connsiteY6" fmla="*/ 192037 h 808891"/>
                  <a:gd name="connsiteX7" fmla="*/ 240507 w 827576"/>
                  <a:gd name="connsiteY7" fmla="*/ 0 h 808891"/>
                  <a:gd name="connsiteX0" fmla="*/ 240507 w 832426"/>
                  <a:gd name="connsiteY0" fmla="*/ 0 h 808891"/>
                  <a:gd name="connsiteX1" fmla="*/ 827526 w 832426"/>
                  <a:gd name="connsiteY1" fmla="*/ 17835 h 808891"/>
                  <a:gd name="connsiteX2" fmla="*/ 780798 w 832426"/>
                  <a:gd name="connsiteY2" fmla="*/ 808891 h 808891"/>
                  <a:gd name="connsiteX3" fmla="*/ 240507 w 832426"/>
                  <a:gd name="connsiteY3" fmla="*/ 481013 h 808891"/>
                  <a:gd name="connsiteX4" fmla="*/ 4886 w 832426"/>
                  <a:gd name="connsiteY4" fmla="*/ 288976 h 808891"/>
                  <a:gd name="connsiteX5" fmla="*/ 0 w 832426"/>
                  <a:gd name="connsiteY5" fmla="*/ 240507 h 808891"/>
                  <a:gd name="connsiteX6" fmla="*/ 4886 w 832426"/>
                  <a:gd name="connsiteY6" fmla="*/ 192037 h 808891"/>
                  <a:gd name="connsiteX7" fmla="*/ 240507 w 832426"/>
                  <a:gd name="connsiteY7" fmla="*/ 0 h 808891"/>
                  <a:gd name="connsiteX0" fmla="*/ 240507 w 836802"/>
                  <a:gd name="connsiteY0" fmla="*/ 0 h 808891"/>
                  <a:gd name="connsiteX1" fmla="*/ 827526 w 836802"/>
                  <a:gd name="connsiteY1" fmla="*/ 17835 h 808891"/>
                  <a:gd name="connsiteX2" fmla="*/ 780798 w 836802"/>
                  <a:gd name="connsiteY2" fmla="*/ 808891 h 808891"/>
                  <a:gd name="connsiteX3" fmla="*/ 240507 w 836802"/>
                  <a:gd name="connsiteY3" fmla="*/ 481013 h 808891"/>
                  <a:gd name="connsiteX4" fmla="*/ 4886 w 836802"/>
                  <a:gd name="connsiteY4" fmla="*/ 288976 h 808891"/>
                  <a:gd name="connsiteX5" fmla="*/ 0 w 836802"/>
                  <a:gd name="connsiteY5" fmla="*/ 240507 h 808891"/>
                  <a:gd name="connsiteX6" fmla="*/ 4886 w 836802"/>
                  <a:gd name="connsiteY6" fmla="*/ 192037 h 808891"/>
                  <a:gd name="connsiteX7" fmla="*/ 240507 w 836802"/>
                  <a:gd name="connsiteY7" fmla="*/ 0 h 808891"/>
                  <a:gd name="connsiteX0" fmla="*/ 240507 w 835643"/>
                  <a:gd name="connsiteY0" fmla="*/ 0 h 808891"/>
                  <a:gd name="connsiteX1" fmla="*/ 827526 w 835643"/>
                  <a:gd name="connsiteY1" fmla="*/ 17835 h 808891"/>
                  <a:gd name="connsiteX2" fmla="*/ 780798 w 835643"/>
                  <a:gd name="connsiteY2" fmla="*/ 808891 h 808891"/>
                  <a:gd name="connsiteX3" fmla="*/ 240507 w 835643"/>
                  <a:gd name="connsiteY3" fmla="*/ 481013 h 808891"/>
                  <a:gd name="connsiteX4" fmla="*/ 4886 w 835643"/>
                  <a:gd name="connsiteY4" fmla="*/ 288976 h 808891"/>
                  <a:gd name="connsiteX5" fmla="*/ 0 w 835643"/>
                  <a:gd name="connsiteY5" fmla="*/ 240507 h 808891"/>
                  <a:gd name="connsiteX6" fmla="*/ 4886 w 835643"/>
                  <a:gd name="connsiteY6" fmla="*/ 192037 h 808891"/>
                  <a:gd name="connsiteX7" fmla="*/ 240507 w 835643"/>
                  <a:gd name="connsiteY7" fmla="*/ 0 h 808891"/>
                  <a:gd name="connsiteX0" fmla="*/ 240507 w 833447"/>
                  <a:gd name="connsiteY0" fmla="*/ 0 h 808891"/>
                  <a:gd name="connsiteX1" fmla="*/ 827526 w 833447"/>
                  <a:gd name="connsiteY1" fmla="*/ 17835 h 808891"/>
                  <a:gd name="connsiteX2" fmla="*/ 780798 w 833447"/>
                  <a:gd name="connsiteY2" fmla="*/ 808891 h 808891"/>
                  <a:gd name="connsiteX3" fmla="*/ 240507 w 833447"/>
                  <a:gd name="connsiteY3" fmla="*/ 481013 h 808891"/>
                  <a:gd name="connsiteX4" fmla="*/ 4886 w 833447"/>
                  <a:gd name="connsiteY4" fmla="*/ 288976 h 808891"/>
                  <a:gd name="connsiteX5" fmla="*/ 0 w 833447"/>
                  <a:gd name="connsiteY5" fmla="*/ 240507 h 808891"/>
                  <a:gd name="connsiteX6" fmla="*/ 4886 w 833447"/>
                  <a:gd name="connsiteY6" fmla="*/ 192037 h 808891"/>
                  <a:gd name="connsiteX7" fmla="*/ 240507 w 833447"/>
                  <a:gd name="connsiteY7" fmla="*/ 0 h 808891"/>
                  <a:gd name="connsiteX0" fmla="*/ 240507 w 839215"/>
                  <a:gd name="connsiteY0" fmla="*/ 0 h 808891"/>
                  <a:gd name="connsiteX1" fmla="*/ 827526 w 839215"/>
                  <a:gd name="connsiteY1" fmla="*/ 17835 h 808891"/>
                  <a:gd name="connsiteX2" fmla="*/ 780798 w 839215"/>
                  <a:gd name="connsiteY2" fmla="*/ 808891 h 808891"/>
                  <a:gd name="connsiteX3" fmla="*/ 240507 w 839215"/>
                  <a:gd name="connsiteY3" fmla="*/ 481013 h 808891"/>
                  <a:gd name="connsiteX4" fmla="*/ 4886 w 839215"/>
                  <a:gd name="connsiteY4" fmla="*/ 288976 h 808891"/>
                  <a:gd name="connsiteX5" fmla="*/ 0 w 839215"/>
                  <a:gd name="connsiteY5" fmla="*/ 240507 h 808891"/>
                  <a:gd name="connsiteX6" fmla="*/ 4886 w 839215"/>
                  <a:gd name="connsiteY6" fmla="*/ 192037 h 808891"/>
                  <a:gd name="connsiteX7" fmla="*/ 240507 w 839215"/>
                  <a:gd name="connsiteY7" fmla="*/ 0 h 808891"/>
                  <a:gd name="connsiteX0" fmla="*/ 240507 w 840460"/>
                  <a:gd name="connsiteY0" fmla="*/ 0 h 808891"/>
                  <a:gd name="connsiteX1" fmla="*/ 827526 w 840460"/>
                  <a:gd name="connsiteY1" fmla="*/ 17835 h 808891"/>
                  <a:gd name="connsiteX2" fmla="*/ 780798 w 840460"/>
                  <a:gd name="connsiteY2" fmla="*/ 808891 h 808891"/>
                  <a:gd name="connsiteX3" fmla="*/ 240507 w 840460"/>
                  <a:gd name="connsiteY3" fmla="*/ 481013 h 808891"/>
                  <a:gd name="connsiteX4" fmla="*/ 4886 w 840460"/>
                  <a:gd name="connsiteY4" fmla="*/ 288976 h 808891"/>
                  <a:gd name="connsiteX5" fmla="*/ 0 w 840460"/>
                  <a:gd name="connsiteY5" fmla="*/ 240507 h 808891"/>
                  <a:gd name="connsiteX6" fmla="*/ 4886 w 840460"/>
                  <a:gd name="connsiteY6" fmla="*/ 192037 h 808891"/>
                  <a:gd name="connsiteX7" fmla="*/ 240507 w 840460"/>
                  <a:gd name="connsiteY7" fmla="*/ 0 h 808891"/>
                  <a:gd name="connsiteX0" fmla="*/ 240507 w 843010"/>
                  <a:gd name="connsiteY0" fmla="*/ 0 h 808891"/>
                  <a:gd name="connsiteX1" fmla="*/ 827526 w 843010"/>
                  <a:gd name="connsiteY1" fmla="*/ 17835 h 808891"/>
                  <a:gd name="connsiteX2" fmla="*/ 780798 w 843010"/>
                  <a:gd name="connsiteY2" fmla="*/ 808891 h 808891"/>
                  <a:gd name="connsiteX3" fmla="*/ 240507 w 843010"/>
                  <a:gd name="connsiteY3" fmla="*/ 481013 h 808891"/>
                  <a:gd name="connsiteX4" fmla="*/ 4886 w 843010"/>
                  <a:gd name="connsiteY4" fmla="*/ 288976 h 808891"/>
                  <a:gd name="connsiteX5" fmla="*/ 0 w 843010"/>
                  <a:gd name="connsiteY5" fmla="*/ 240507 h 808891"/>
                  <a:gd name="connsiteX6" fmla="*/ 4886 w 843010"/>
                  <a:gd name="connsiteY6" fmla="*/ 192037 h 808891"/>
                  <a:gd name="connsiteX7" fmla="*/ 240507 w 843010"/>
                  <a:gd name="connsiteY7" fmla="*/ 0 h 808891"/>
                  <a:gd name="connsiteX0" fmla="*/ 240507 w 844311"/>
                  <a:gd name="connsiteY0" fmla="*/ 0 h 808891"/>
                  <a:gd name="connsiteX1" fmla="*/ 827526 w 844311"/>
                  <a:gd name="connsiteY1" fmla="*/ 17835 h 808891"/>
                  <a:gd name="connsiteX2" fmla="*/ 780798 w 844311"/>
                  <a:gd name="connsiteY2" fmla="*/ 808891 h 808891"/>
                  <a:gd name="connsiteX3" fmla="*/ 240507 w 844311"/>
                  <a:gd name="connsiteY3" fmla="*/ 481013 h 808891"/>
                  <a:gd name="connsiteX4" fmla="*/ 4886 w 844311"/>
                  <a:gd name="connsiteY4" fmla="*/ 288976 h 808891"/>
                  <a:gd name="connsiteX5" fmla="*/ 0 w 844311"/>
                  <a:gd name="connsiteY5" fmla="*/ 240507 h 808891"/>
                  <a:gd name="connsiteX6" fmla="*/ 4886 w 844311"/>
                  <a:gd name="connsiteY6" fmla="*/ 192037 h 808891"/>
                  <a:gd name="connsiteX7" fmla="*/ 240507 w 844311"/>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8293"/>
                  <a:gd name="connsiteY0" fmla="*/ 0 h 808891"/>
                  <a:gd name="connsiteX1" fmla="*/ 827526 w 848293"/>
                  <a:gd name="connsiteY1" fmla="*/ 17835 h 808891"/>
                  <a:gd name="connsiteX2" fmla="*/ 780798 w 848293"/>
                  <a:gd name="connsiteY2" fmla="*/ 808891 h 808891"/>
                  <a:gd name="connsiteX3" fmla="*/ 240507 w 848293"/>
                  <a:gd name="connsiteY3" fmla="*/ 481013 h 808891"/>
                  <a:gd name="connsiteX4" fmla="*/ 4886 w 848293"/>
                  <a:gd name="connsiteY4" fmla="*/ 288976 h 808891"/>
                  <a:gd name="connsiteX5" fmla="*/ 0 w 848293"/>
                  <a:gd name="connsiteY5" fmla="*/ 240507 h 808891"/>
                  <a:gd name="connsiteX6" fmla="*/ 4886 w 848293"/>
                  <a:gd name="connsiteY6" fmla="*/ 192037 h 808891"/>
                  <a:gd name="connsiteX7" fmla="*/ 240507 w 848293"/>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6954"/>
                  <a:gd name="connsiteY0" fmla="*/ 0 h 808891"/>
                  <a:gd name="connsiteX1" fmla="*/ 827526 w 846954"/>
                  <a:gd name="connsiteY1" fmla="*/ 17835 h 808891"/>
                  <a:gd name="connsiteX2" fmla="*/ 780798 w 846954"/>
                  <a:gd name="connsiteY2" fmla="*/ 808891 h 808891"/>
                  <a:gd name="connsiteX3" fmla="*/ 240507 w 846954"/>
                  <a:gd name="connsiteY3" fmla="*/ 481013 h 808891"/>
                  <a:gd name="connsiteX4" fmla="*/ 4886 w 846954"/>
                  <a:gd name="connsiteY4" fmla="*/ 288976 h 808891"/>
                  <a:gd name="connsiteX5" fmla="*/ 0 w 846954"/>
                  <a:gd name="connsiteY5" fmla="*/ 240507 h 808891"/>
                  <a:gd name="connsiteX6" fmla="*/ 4886 w 846954"/>
                  <a:gd name="connsiteY6" fmla="*/ 192037 h 808891"/>
                  <a:gd name="connsiteX7" fmla="*/ 240507 w 846954"/>
                  <a:gd name="connsiteY7" fmla="*/ 0 h 808891"/>
                  <a:gd name="connsiteX0" fmla="*/ 240507 w 840459"/>
                  <a:gd name="connsiteY0" fmla="*/ 0 h 808891"/>
                  <a:gd name="connsiteX1" fmla="*/ 827526 w 840459"/>
                  <a:gd name="connsiteY1" fmla="*/ 17835 h 808891"/>
                  <a:gd name="connsiteX2" fmla="*/ 780798 w 840459"/>
                  <a:gd name="connsiteY2" fmla="*/ 808891 h 808891"/>
                  <a:gd name="connsiteX3" fmla="*/ 240507 w 840459"/>
                  <a:gd name="connsiteY3" fmla="*/ 481013 h 808891"/>
                  <a:gd name="connsiteX4" fmla="*/ 4886 w 840459"/>
                  <a:gd name="connsiteY4" fmla="*/ 288976 h 808891"/>
                  <a:gd name="connsiteX5" fmla="*/ 0 w 840459"/>
                  <a:gd name="connsiteY5" fmla="*/ 240507 h 808891"/>
                  <a:gd name="connsiteX6" fmla="*/ 4886 w 840459"/>
                  <a:gd name="connsiteY6" fmla="*/ 192037 h 808891"/>
                  <a:gd name="connsiteX7" fmla="*/ 240507 w 840459"/>
                  <a:gd name="connsiteY7" fmla="*/ 0 h 808891"/>
                  <a:gd name="connsiteX0" fmla="*/ 240507 w 840459"/>
                  <a:gd name="connsiteY0" fmla="*/ 0 h 808891"/>
                  <a:gd name="connsiteX1" fmla="*/ 827526 w 840459"/>
                  <a:gd name="connsiteY1" fmla="*/ 17835 h 808891"/>
                  <a:gd name="connsiteX2" fmla="*/ 780798 w 840459"/>
                  <a:gd name="connsiteY2" fmla="*/ 808891 h 808891"/>
                  <a:gd name="connsiteX3" fmla="*/ 240507 w 840459"/>
                  <a:gd name="connsiteY3" fmla="*/ 481013 h 808891"/>
                  <a:gd name="connsiteX4" fmla="*/ 4886 w 840459"/>
                  <a:gd name="connsiteY4" fmla="*/ 288976 h 808891"/>
                  <a:gd name="connsiteX5" fmla="*/ 0 w 840459"/>
                  <a:gd name="connsiteY5" fmla="*/ 240507 h 808891"/>
                  <a:gd name="connsiteX6" fmla="*/ 4886 w 840459"/>
                  <a:gd name="connsiteY6" fmla="*/ 192037 h 808891"/>
                  <a:gd name="connsiteX7" fmla="*/ 240507 w 840459"/>
                  <a:gd name="connsiteY7" fmla="*/ 0 h 808891"/>
                  <a:gd name="connsiteX0" fmla="*/ 240507 w 849643"/>
                  <a:gd name="connsiteY0" fmla="*/ 0 h 808891"/>
                  <a:gd name="connsiteX1" fmla="*/ 827526 w 849643"/>
                  <a:gd name="connsiteY1" fmla="*/ 17835 h 808891"/>
                  <a:gd name="connsiteX2" fmla="*/ 780798 w 849643"/>
                  <a:gd name="connsiteY2" fmla="*/ 808891 h 808891"/>
                  <a:gd name="connsiteX3" fmla="*/ 240507 w 849643"/>
                  <a:gd name="connsiteY3" fmla="*/ 481013 h 808891"/>
                  <a:gd name="connsiteX4" fmla="*/ 4886 w 849643"/>
                  <a:gd name="connsiteY4" fmla="*/ 288976 h 808891"/>
                  <a:gd name="connsiteX5" fmla="*/ 0 w 849643"/>
                  <a:gd name="connsiteY5" fmla="*/ 240507 h 808891"/>
                  <a:gd name="connsiteX6" fmla="*/ 4886 w 849643"/>
                  <a:gd name="connsiteY6" fmla="*/ 192037 h 808891"/>
                  <a:gd name="connsiteX7" fmla="*/ 240507 w 849643"/>
                  <a:gd name="connsiteY7" fmla="*/ 0 h 808891"/>
                  <a:gd name="connsiteX0" fmla="*/ 240507 w 849642"/>
                  <a:gd name="connsiteY0" fmla="*/ 0 h 808891"/>
                  <a:gd name="connsiteX1" fmla="*/ 827526 w 849642"/>
                  <a:gd name="connsiteY1" fmla="*/ 17835 h 808891"/>
                  <a:gd name="connsiteX2" fmla="*/ 780798 w 849642"/>
                  <a:gd name="connsiteY2" fmla="*/ 808891 h 808891"/>
                  <a:gd name="connsiteX3" fmla="*/ 240507 w 849642"/>
                  <a:gd name="connsiteY3" fmla="*/ 481013 h 808891"/>
                  <a:gd name="connsiteX4" fmla="*/ 4886 w 849642"/>
                  <a:gd name="connsiteY4" fmla="*/ 288976 h 808891"/>
                  <a:gd name="connsiteX5" fmla="*/ 0 w 849642"/>
                  <a:gd name="connsiteY5" fmla="*/ 240507 h 808891"/>
                  <a:gd name="connsiteX6" fmla="*/ 4886 w 849642"/>
                  <a:gd name="connsiteY6" fmla="*/ 192037 h 808891"/>
                  <a:gd name="connsiteX7" fmla="*/ 240507 w 849642"/>
                  <a:gd name="connsiteY7" fmla="*/ 0 h 808891"/>
                  <a:gd name="connsiteX0" fmla="*/ 240507 w 851000"/>
                  <a:gd name="connsiteY0" fmla="*/ 0 h 808891"/>
                  <a:gd name="connsiteX1" fmla="*/ 827526 w 851000"/>
                  <a:gd name="connsiteY1" fmla="*/ 17835 h 808891"/>
                  <a:gd name="connsiteX2" fmla="*/ 780798 w 851000"/>
                  <a:gd name="connsiteY2" fmla="*/ 808891 h 808891"/>
                  <a:gd name="connsiteX3" fmla="*/ 240507 w 851000"/>
                  <a:gd name="connsiteY3" fmla="*/ 481013 h 808891"/>
                  <a:gd name="connsiteX4" fmla="*/ 4886 w 851000"/>
                  <a:gd name="connsiteY4" fmla="*/ 288976 h 808891"/>
                  <a:gd name="connsiteX5" fmla="*/ 0 w 851000"/>
                  <a:gd name="connsiteY5" fmla="*/ 240507 h 808891"/>
                  <a:gd name="connsiteX6" fmla="*/ 4886 w 851000"/>
                  <a:gd name="connsiteY6" fmla="*/ 192037 h 808891"/>
                  <a:gd name="connsiteX7" fmla="*/ 240507 w 851000"/>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5625"/>
                  <a:gd name="connsiteY0" fmla="*/ 0 h 808891"/>
                  <a:gd name="connsiteX1" fmla="*/ 827526 w 845625"/>
                  <a:gd name="connsiteY1" fmla="*/ 17835 h 808891"/>
                  <a:gd name="connsiteX2" fmla="*/ 780798 w 845625"/>
                  <a:gd name="connsiteY2" fmla="*/ 808891 h 808891"/>
                  <a:gd name="connsiteX3" fmla="*/ 240507 w 845625"/>
                  <a:gd name="connsiteY3" fmla="*/ 481013 h 808891"/>
                  <a:gd name="connsiteX4" fmla="*/ 4886 w 845625"/>
                  <a:gd name="connsiteY4" fmla="*/ 288976 h 808891"/>
                  <a:gd name="connsiteX5" fmla="*/ 0 w 845625"/>
                  <a:gd name="connsiteY5" fmla="*/ 240507 h 808891"/>
                  <a:gd name="connsiteX6" fmla="*/ 4886 w 845625"/>
                  <a:gd name="connsiteY6" fmla="*/ 192037 h 808891"/>
                  <a:gd name="connsiteX7" fmla="*/ 240507 w 845625"/>
                  <a:gd name="connsiteY7" fmla="*/ 0 h 808891"/>
                  <a:gd name="connsiteX0" fmla="*/ 240507 w 841726"/>
                  <a:gd name="connsiteY0" fmla="*/ 0 h 808891"/>
                  <a:gd name="connsiteX1" fmla="*/ 827526 w 841726"/>
                  <a:gd name="connsiteY1" fmla="*/ 17835 h 808891"/>
                  <a:gd name="connsiteX2" fmla="*/ 780798 w 841726"/>
                  <a:gd name="connsiteY2" fmla="*/ 808891 h 808891"/>
                  <a:gd name="connsiteX3" fmla="*/ 240507 w 841726"/>
                  <a:gd name="connsiteY3" fmla="*/ 481013 h 808891"/>
                  <a:gd name="connsiteX4" fmla="*/ 4886 w 841726"/>
                  <a:gd name="connsiteY4" fmla="*/ 288976 h 808891"/>
                  <a:gd name="connsiteX5" fmla="*/ 0 w 841726"/>
                  <a:gd name="connsiteY5" fmla="*/ 240507 h 808891"/>
                  <a:gd name="connsiteX6" fmla="*/ 4886 w 841726"/>
                  <a:gd name="connsiteY6" fmla="*/ 192037 h 808891"/>
                  <a:gd name="connsiteX7" fmla="*/ 240507 w 841726"/>
                  <a:gd name="connsiteY7" fmla="*/ 0 h 808891"/>
                  <a:gd name="connsiteX0" fmla="*/ 240507 w 841725"/>
                  <a:gd name="connsiteY0" fmla="*/ 0 h 808891"/>
                  <a:gd name="connsiteX1" fmla="*/ 827526 w 841725"/>
                  <a:gd name="connsiteY1" fmla="*/ 17835 h 808891"/>
                  <a:gd name="connsiteX2" fmla="*/ 780798 w 841725"/>
                  <a:gd name="connsiteY2" fmla="*/ 808891 h 808891"/>
                  <a:gd name="connsiteX3" fmla="*/ 240507 w 841725"/>
                  <a:gd name="connsiteY3" fmla="*/ 481013 h 808891"/>
                  <a:gd name="connsiteX4" fmla="*/ 4886 w 841725"/>
                  <a:gd name="connsiteY4" fmla="*/ 288976 h 808891"/>
                  <a:gd name="connsiteX5" fmla="*/ 0 w 841725"/>
                  <a:gd name="connsiteY5" fmla="*/ 240507 h 808891"/>
                  <a:gd name="connsiteX6" fmla="*/ 4886 w 841725"/>
                  <a:gd name="connsiteY6" fmla="*/ 192037 h 808891"/>
                  <a:gd name="connsiteX7" fmla="*/ 240507 w 841725"/>
                  <a:gd name="connsiteY7" fmla="*/ 0 h 808891"/>
                  <a:gd name="connsiteX0" fmla="*/ 240507 w 841724"/>
                  <a:gd name="connsiteY0" fmla="*/ 0 h 808891"/>
                  <a:gd name="connsiteX1" fmla="*/ 827526 w 841724"/>
                  <a:gd name="connsiteY1" fmla="*/ 17835 h 808891"/>
                  <a:gd name="connsiteX2" fmla="*/ 780798 w 841724"/>
                  <a:gd name="connsiteY2" fmla="*/ 808891 h 808891"/>
                  <a:gd name="connsiteX3" fmla="*/ 240507 w 841724"/>
                  <a:gd name="connsiteY3" fmla="*/ 481013 h 808891"/>
                  <a:gd name="connsiteX4" fmla="*/ 4886 w 841724"/>
                  <a:gd name="connsiteY4" fmla="*/ 288976 h 808891"/>
                  <a:gd name="connsiteX5" fmla="*/ 0 w 841724"/>
                  <a:gd name="connsiteY5" fmla="*/ 240507 h 808891"/>
                  <a:gd name="connsiteX6" fmla="*/ 4886 w 841724"/>
                  <a:gd name="connsiteY6" fmla="*/ 192037 h 808891"/>
                  <a:gd name="connsiteX7" fmla="*/ 240507 w 841724"/>
                  <a:gd name="connsiteY7" fmla="*/ 0 h 808891"/>
                  <a:gd name="connsiteX0" fmla="*/ 240507 w 848292"/>
                  <a:gd name="connsiteY0" fmla="*/ 0 h 808891"/>
                  <a:gd name="connsiteX1" fmla="*/ 827526 w 848292"/>
                  <a:gd name="connsiteY1" fmla="*/ 17835 h 808891"/>
                  <a:gd name="connsiteX2" fmla="*/ 780798 w 848292"/>
                  <a:gd name="connsiteY2" fmla="*/ 808891 h 808891"/>
                  <a:gd name="connsiteX3" fmla="*/ 240507 w 848292"/>
                  <a:gd name="connsiteY3" fmla="*/ 481013 h 808891"/>
                  <a:gd name="connsiteX4" fmla="*/ 4886 w 848292"/>
                  <a:gd name="connsiteY4" fmla="*/ 288976 h 808891"/>
                  <a:gd name="connsiteX5" fmla="*/ 0 w 848292"/>
                  <a:gd name="connsiteY5" fmla="*/ 240507 h 808891"/>
                  <a:gd name="connsiteX6" fmla="*/ 4886 w 848292"/>
                  <a:gd name="connsiteY6" fmla="*/ 192037 h 808891"/>
                  <a:gd name="connsiteX7" fmla="*/ 240507 w 848292"/>
                  <a:gd name="connsiteY7" fmla="*/ 0 h 808891"/>
                  <a:gd name="connsiteX0" fmla="*/ 240507 w 848292"/>
                  <a:gd name="connsiteY0" fmla="*/ 0 h 808891"/>
                  <a:gd name="connsiteX1" fmla="*/ 827526 w 848292"/>
                  <a:gd name="connsiteY1" fmla="*/ 17835 h 808891"/>
                  <a:gd name="connsiteX2" fmla="*/ 780798 w 848292"/>
                  <a:gd name="connsiteY2" fmla="*/ 808891 h 808891"/>
                  <a:gd name="connsiteX3" fmla="*/ 240507 w 848292"/>
                  <a:gd name="connsiteY3" fmla="*/ 481013 h 808891"/>
                  <a:gd name="connsiteX4" fmla="*/ 4886 w 848292"/>
                  <a:gd name="connsiteY4" fmla="*/ 288976 h 808891"/>
                  <a:gd name="connsiteX5" fmla="*/ 0 w 848292"/>
                  <a:gd name="connsiteY5" fmla="*/ 240507 h 808891"/>
                  <a:gd name="connsiteX6" fmla="*/ 4886 w 848292"/>
                  <a:gd name="connsiteY6" fmla="*/ 192037 h 808891"/>
                  <a:gd name="connsiteX7" fmla="*/ 240507 w 848292"/>
                  <a:gd name="connsiteY7" fmla="*/ 0 h 808891"/>
                  <a:gd name="connsiteX0" fmla="*/ 240507 w 848292"/>
                  <a:gd name="connsiteY0" fmla="*/ 0 h 808891"/>
                  <a:gd name="connsiteX1" fmla="*/ 827526 w 848292"/>
                  <a:gd name="connsiteY1" fmla="*/ 17835 h 808891"/>
                  <a:gd name="connsiteX2" fmla="*/ 780798 w 848292"/>
                  <a:gd name="connsiteY2" fmla="*/ 808891 h 808891"/>
                  <a:gd name="connsiteX3" fmla="*/ 240507 w 848292"/>
                  <a:gd name="connsiteY3" fmla="*/ 481013 h 808891"/>
                  <a:gd name="connsiteX4" fmla="*/ 4886 w 848292"/>
                  <a:gd name="connsiteY4" fmla="*/ 288976 h 808891"/>
                  <a:gd name="connsiteX5" fmla="*/ 0 w 848292"/>
                  <a:gd name="connsiteY5" fmla="*/ 240507 h 808891"/>
                  <a:gd name="connsiteX6" fmla="*/ 4886 w 848292"/>
                  <a:gd name="connsiteY6" fmla="*/ 192037 h 808891"/>
                  <a:gd name="connsiteX7" fmla="*/ 240507 w 848292"/>
                  <a:gd name="connsiteY7" fmla="*/ 0 h 808891"/>
                  <a:gd name="connsiteX0" fmla="*/ 240507 w 839757"/>
                  <a:gd name="connsiteY0" fmla="*/ 0 h 808891"/>
                  <a:gd name="connsiteX1" fmla="*/ 827526 w 839757"/>
                  <a:gd name="connsiteY1" fmla="*/ 17835 h 808891"/>
                  <a:gd name="connsiteX2" fmla="*/ 764109 w 839757"/>
                  <a:gd name="connsiteY2" fmla="*/ 808891 h 808891"/>
                  <a:gd name="connsiteX3" fmla="*/ 240507 w 839757"/>
                  <a:gd name="connsiteY3" fmla="*/ 481013 h 808891"/>
                  <a:gd name="connsiteX4" fmla="*/ 4886 w 839757"/>
                  <a:gd name="connsiteY4" fmla="*/ 288976 h 808891"/>
                  <a:gd name="connsiteX5" fmla="*/ 0 w 839757"/>
                  <a:gd name="connsiteY5" fmla="*/ 240507 h 808891"/>
                  <a:gd name="connsiteX6" fmla="*/ 4886 w 839757"/>
                  <a:gd name="connsiteY6" fmla="*/ 192037 h 808891"/>
                  <a:gd name="connsiteX7" fmla="*/ 240507 w 839757"/>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 name="connsiteX0" fmla="*/ 240507 w 853726"/>
                  <a:gd name="connsiteY0" fmla="*/ 0 h 808891"/>
                  <a:gd name="connsiteX1" fmla="*/ 827526 w 853726"/>
                  <a:gd name="connsiteY1" fmla="*/ 17835 h 808891"/>
                  <a:gd name="connsiteX2" fmla="*/ 764109 w 853726"/>
                  <a:gd name="connsiteY2" fmla="*/ 808891 h 808891"/>
                  <a:gd name="connsiteX3" fmla="*/ 240507 w 853726"/>
                  <a:gd name="connsiteY3" fmla="*/ 481013 h 808891"/>
                  <a:gd name="connsiteX4" fmla="*/ 4886 w 853726"/>
                  <a:gd name="connsiteY4" fmla="*/ 288976 h 808891"/>
                  <a:gd name="connsiteX5" fmla="*/ 0 w 853726"/>
                  <a:gd name="connsiteY5" fmla="*/ 240507 h 808891"/>
                  <a:gd name="connsiteX6" fmla="*/ 4886 w 853726"/>
                  <a:gd name="connsiteY6" fmla="*/ 192037 h 808891"/>
                  <a:gd name="connsiteX7" fmla="*/ 240507 w 853726"/>
                  <a:gd name="connsiteY7" fmla="*/ 0 h 8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53726" h="808891">
                    <a:moveTo>
                      <a:pt x="240507" y="0"/>
                    </a:moveTo>
                    <a:lnTo>
                      <a:pt x="827526" y="17835"/>
                    </a:lnTo>
                    <a:cubicBezTo>
                      <a:pt x="828876" y="185604"/>
                      <a:pt x="916291" y="784395"/>
                      <a:pt x="764109" y="808891"/>
                    </a:cubicBezTo>
                    <a:cubicBezTo>
                      <a:pt x="1037566" y="474228"/>
                      <a:pt x="415925" y="481013"/>
                      <a:pt x="240507" y="481013"/>
                    </a:cubicBezTo>
                    <a:cubicBezTo>
                      <a:pt x="124282" y="481013"/>
                      <a:pt x="27312" y="398571"/>
                      <a:pt x="4886" y="288976"/>
                    </a:cubicBezTo>
                    <a:lnTo>
                      <a:pt x="0" y="240507"/>
                    </a:lnTo>
                    <a:lnTo>
                      <a:pt x="4886" y="192037"/>
                    </a:lnTo>
                    <a:cubicBezTo>
                      <a:pt x="27312" y="82442"/>
                      <a:pt x="124282" y="0"/>
                      <a:pt x="240507" y="0"/>
                    </a:cubicBezTo>
                    <a:close/>
                  </a:path>
                </a:pathLst>
              </a:custGeom>
              <a:gradFill flip="none" rotWithShape="1">
                <a:gsLst>
                  <a:gs pos="100000">
                    <a:schemeClr val="accent2">
                      <a:lumMod val="50000"/>
                    </a:schemeClr>
                  </a:gs>
                  <a:gs pos="94000">
                    <a:schemeClr val="accent2">
                      <a:lumMod val="40000"/>
                      <a:lumOff val="60000"/>
                    </a:schemeClr>
                  </a:gs>
                  <a:gs pos="84000">
                    <a:schemeClr val="accent2"/>
                  </a:gs>
                  <a:gs pos="31000">
                    <a:schemeClr val="accent2">
                      <a:lumMod val="75000"/>
                    </a:schemeClr>
                  </a:gs>
                  <a:gs pos="15000">
                    <a:schemeClr val="accent2"/>
                  </a:gs>
                  <a:gs pos="0">
                    <a:schemeClr val="accent2">
                      <a:lumMod val="5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9" name="Oval 8">
                <a:extLst>
                  <a:ext uri="{FF2B5EF4-FFF2-40B4-BE49-F238E27FC236}">
                    <a16:creationId xmlns:a16="http://schemas.microsoft.com/office/drawing/2014/main" id="{5F053A03-0700-4185-ABAC-5BD296A70EF0}"/>
                  </a:ext>
                </a:extLst>
              </p:cNvPr>
              <p:cNvSpPr/>
              <p:nvPr/>
            </p:nvSpPr>
            <p:spPr>
              <a:xfrm>
                <a:off x="6634555" y="2692276"/>
                <a:ext cx="865399" cy="355108"/>
              </a:xfrm>
              <a:prstGeom prst="ellipse">
                <a:avLst/>
              </a:prstGeom>
              <a:solidFill>
                <a:schemeClr val="tx1"/>
              </a:solidFill>
              <a:ln>
                <a:noFill/>
              </a:ln>
              <a:effectLst>
                <a:softEdge rad="139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Freeform: Shape 31">
                <a:extLst>
                  <a:ext uri="{FF2B5EF4-FFF2-40B4-BE49-F238E27FC236}">
                    <a16:creationId xmlns:a16="http://schemas.microsoft.com/office/drawing/2014/main" id="{6E73F46D-563A-478F-9E70-1BEA7B22C7B4}"/>
                  </a:ext>
                </a:extLst>
              </p:cNvPr>
              <p:cNvSpPr/>
              <p:nvPr/>
            </p:nvSpPr>
            <p:spPr>
              <a:xfrm rot="5400000">
                <a:off x="7130651" y="1106315"/>
                <a:ext cx="1637797" cy="2429654"/>
              </a:xfrm>
              <a:custGeom>
                <a:avLst/>
                <a:gdLst>
                  <a:gd name="connsiteX0" fmla="*/ 449 w 1349410"/>
                  <a:gd name="connsiteY0" fmla="*/ 641128 h 2001835"/>
                  <a:gd name="connsiteX1" fmla="*/ 674028 w 1349410"/>
                  <a:gd name="connsiteY1" fmla="*/ 14 h 2001835"/>
                  <a:gd name="connsiteX2" fmla="*/ 1336491 w 1349410"/>
                  <a:gd name="connsiteY2" fmla="*/ 651599 h 2001835"/>
                  <a:gd name="connsiteX3" fmla="*/ 1182938 w 1349410"/>
                  <a:gd name="connsiteY3" fmla="*/ 664141 h 2001835"/>
                  <a:gd name="connsiteX4" fmla="*/ 1175092 w 1349410"/>
                  <a:gd name="connsiteY4" fmla="*/ 664375 h 2001835"/>
                  <a:gd name="connsiteX5" fmla="*/ 1180532 w 1349410"/>
                  <a:gd name="connsiteY5" fmla="*/ 691319 h 2001835"/>
                  <a:gd name="connsiteX6" fmla="*/ 1178150 w 1349410"/>
                  <a:gd name="connsiteY6" fmla="*/ 1881222 h 2001835"/>
                  <a:gd name="connsiteX7" fmla="*/ 1062300 w 1349410"/>
                  <a:gd name="connsiteY7" fmla="*/ 2001835 h 2001835"/>
                  <a:gd name="connsiteX8" fmla="*/ 246507 w 1349410"/>
                  <a:gd name="connsiteY8" fmla="*/ 2001835 h 2001835"/>
                  <a:gd name="connsiteX9" fmla="*/ 128275 w 1349410"/>
                  <a:gd name="connsiteY9" fmla="*/ 1883603 h 2001835"/>
                  <a:gd name="connsiteX10" fmla="*/ 128275 w 1349410"/>
                  <a:gd name="connsiteY10" fmla="*/ 691319 h 2001835"/>
                  <a:gd name="connsiteX11" fmla="*/ 134601 w 1349410"/>
                  <a:gd name="connsiteY11" fmla="*/ 659985 h 2001835"/>
                  <a:gd name="connsiteX12" fmla="*/ 93043 w 1349410"/>
                  <a:gd name="connsiteY12" fmla="*/ 658235 h 2001835"/>
                  <a:gd name="connsiteX13" fmla="*/ 11565 w 1349410"/>
                  <a:gd name="connsiteY13" fmla="*/ 651599 h 2001835"/>
                  <a:gd name="connsiteX14" fmla="*/ 449 w 1349410"/>
                  <a:gd name="connsiteY14" fmla="*/ 641128 h 200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49410" h="2001835">
                    <a:moveTo>
                      <a:pt x="449" y="641128"/>
                    </a:moveTo>
                    <a:cubicBezTo>
                      <a:pt x="-17508" y="555678"/>
                      <a:pt x="508836" y="-3168"/>
                      <a:pt x="674028" y="14"/>
                    </a:cubicBezTo>
                    <a:cubicBezTo>
                      <a:pt x="850232" y="3407"/>
                      <a:pt x="1444006" y="622187"/>
                      <a:pt x="1336491" y="651599"/>
                    </a:cubicBezTo>
                    <a:cubicBezTo>
                      <a:pt x="1316332" y="657114"/>
                      <a:pt x="1260699" y="661225"/>
                      <a:pt x="1182938" y="664141"/>
                    </a:cubicBezTo>
                    <a:lnTo>
                      <a:pt x="1175092" y="664375"/>
                    </a:lnTo>
                    <a:lnTo>
                      <a:pt x="1180532" y="691319"/>
                    </a:lnTo>
                    <a:lnTo>
                      <a:pt x="1178150" y="1881222"/>
                    </a:lnTo>
                    <a:cubicBezTo>
                      <a:pt x="1185293" y="2017958"/>
                      <a:pt x="1463355" y="1997072"/>
                      <a:pt x="1062300" y="2001835"/>
                    </a:cubicBezTo>
                    <a:lnTo>
                      <a:pt x="246507" y="2001835"/>
                    </a:lnTo>
                    <a:cubicBezTo>
                      <a:pt x="181209" y="2001835"/>
                      <a:pt x="128275" y="1948901"/>
                      <a:pt x="128275" y="1883603"/>
                    </a:cubicBezTo>
                    <a:lnTo>
                      <a:pt x="128275" y="691319"/>
                    </a:lnTo>
                    <a:lnTo>
                      <a:pt x="134601" y="659985"/>
                    </a:lnTo>
                    <a:lnTo>
                      <a:pt x="93043" y="658235"/>
                    </a:lnTo>
                    <a:cubicBezTo>
                      <a:pt x="52650" y="656195"/>
                      <a:pt x="24173" y="653963"/>
                      <a:pt x="11565" y="651599"/>
                    </a:cubicBezTo>
                    <a:cubicBezTo>
                      <a:pt x="5262" y="650417"/>
                      <a:pt x="1646" y="646824"/>
                      <a:pt x="449" y="641128"/>
                    </a:cubicBezTo>
                    <a:close/>
                  </a:path>
                </a:pathLst>
              </a:custGeom>
              <a:gradFill flip="none" rotWithShape="1">
                <a:gsLst>
                  <a:gs pos="100000">
                    <a:schemeClr val="accent2">
                      <a:lumMod val="50000"/>
                    </a:schemeClr>
                  </a:gs>
                  <a:gs pos="94000">
                    <a:schemeClr val="accent2">
                      <a:lumMod val="60000"/>
                      <a:lumOff val="40000"/>
                    </a:schemeClr>
                  </a:gs>
                  <a:gs pos="86000">
                    <a:schemeClr val="accent2"/>
                  </a:gs>
                  <a:gs pos="22000">
                    <a:schemeClr val="accent2"/>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13" name="TextBox 12">
                <a:extLst>
                  <a:ext uri="{FF2B5EF4-FFF2-40B4-BE49-F238E27FC236}">
                    <a16:creationId xmlns:a16="http://schemas.microsoft.com/office/drawing/2014/main" id="{EF0AA06B-AA9B-492E-A430-7692CAC580F1}"/>
                  </a:ext>
                </a:extLst>
              </p:cNvPr>
              <p:cNvSpPr txBox="1"/>
              <p:nvPr/>
            </p:nvSpPr>
            <p:spPr>
              <a:xfrm>
                <a:off x="7419831" y="1936422"/>
                <a:ext cx="1059436" cy="769441"/>
              </a:xfrm>
              <a:prstGeom prst="rect">
                <a:avLst/>
              </a:prstGeom>
              <a:noFill/>
            </p:spPr>
            <p:txBody>
              <a:bodyPr wrap="square" rtlCol="0">
                <a:spAutoFit/>
              </a:bodyPr>
              <a:lstStyle/>
              <a:p>
                <a:pPr algn="ctr"/>
                <a:r>
                  <a:rPr lang="en-US" sz="44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rPr>
                  <a:t>02</a:t>
                </a:r>
                <a:endParaRPr lang="en-IN" sz="4400" dirty="0">
                  <a:solidFill>
                    <a:schemeClr val="bg1"/>
                  </a:solidFill>
                  <a:effectLst>
                    <a:outerShdw blurRad="50800" dist="38100" dir="2700000" algn="tl" rotWithShape="0">
                      <a:prstClr val="black">
                        <a:alpha val="40000"/>
                      </a:prstClr>
                    </a:outerShdw>
                  </a:effectLst>
                  <a:latin typeface="Cambria" panose="02040503050406030204" pitchFamily="18" charset="0"/>
                  <a:ea typeface="Cambria" panose="02040503050406030204" pitchFamily="18" charset="0"/>
                </a:endParaRPr>
              </a:p>
            </p:txBody>
          </p:sp>
        </p:grpSp>
        <p:grpSp>
          <p:nvGrpSpPr>
            <p:cNvPr id="62" name="Group 61">
              <a:extLst>
                <a:ext uri="{FF2B5EF4-FFF2-40B4-BE49-F238E27FC236}">
                  <a16:creationId xmlns:a16="http://schemas.microsoft.com/office/drawing/2014/main" id="{C7673C80-3DEF-4487-B298-6AB407DC16AD}"/>
                </a:ext>
              </a:extLst>
            </p:cNvPr>
            <p:cNvGrpSpPr/>
            <p:nvPr/>
          </p:nvGrpSpPr>
          <p:grpSpPr>
            <a:xfrm>
              <a:off x="5668365" y="653586"/>
              <a:ext cx="725075" cy="5616589"/>
              <a:chOff x="5790024" y="145294"/>
              <a:chExt cx="725075" cy="5616589"/>
            </a:xfrm>
          </p:grpSpPr>
          <p:sp>
            <p:nvSpPr>
              <p:cNvPr id="46" name="Rectangle 45">
                <a:extLst>
                  <a:ext uri="{FF2B5EF4-FFF2-40B4-BE49-F238E27FC236}">
                    <a16:creationId xmlns:a16="http://schemas.microsoft.com/office/drawing/2014/main" id="{271523D9-3013-4D5E-89A4-E95AB12F4B5D}"/>
                  </a:ext>
                </a:extLst>
              </p:cNvPr>
              <p:cNvSpPr/>
              <p:nvPr/>
            </p:nvSpPr>
            <p:spPr>
              <a:xfrm>
                <a:off x="5835483" y="2022393"/>
                <a:ext cx="647998" cy="2320302"/>
              </a:xfrm>
              <a:prstGeom prst="rect">
                <a:avLst/>
              </a:prstGeom>
              <a:gradFill flip="none" rotWithShape="1">
                <a:gsLst>
                  <a:gs pos="83000">
                    <a:schemeClr val="tx1">
                      <a:lumMod val="75000"/>
                      <a:lumOff val="25000"/>
                    </a:schemeClr>
                  </a:gs>
                  <a:gs pos="53250">
                    <a:schemeClr val="tx1"/>
                  </a:gs>
                  <a:gs pos="17000">
                    <a:schemeClr val="tx1">
                      <a:lumMod val="85000"/>
                      <a:lumOff val="15000"/>
                    </a:schemeClr>
                  </a:gs>
                  <a:gs pos="0">
                    <a:schemeClr val="tx1"/>
                  </a:gs>
                  <a:gs pos="100000">
                    <a:schemeClr val="tx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8" name="Group 27">
                <a:extLst>
                  <a:ext uri="{FF2B5EF4-FFF2-40B4-BE49-F238E27FC236}">
                    <a16:creationId xmlns:a16="http://schemas.microsoft.com/office/drawing/2014/main" id="{EE218B82-7076-4F7C-9861-FDBCD5306C28}"/>
                  </a:ext>
                </a:extLst>
              </p:cNvPr>
              <p:cNvGrpSpPr/>
              <p:nvPr/>
            </p:nvGrpSpPr>
            <p:grpSpPr>
              <a:xfrm>
                <a:off x="5816868" y="4598870"/>
                <a:ext cx="673085" cy="1163013"/>
                <a:chOff x="4775197" y="1423988"/>
                <a:chExt cx="825502" cy="1141197"/>
              </a:xfrm>
            </p:grpSpPr>
            <p:sp>
              <p:nvSpPr>
                <p:cNvPr id="23" name="Freeform: Shape 22">
                  <a:extLst>
                    <a:ext uri="{FF2B5EF4-FFF2-40B4-BE49-F238E27FC236}">
                      <a16:creationId xmlns:a16="http://schemas.microsoft.com/office/drawing/2014/main" id="{A2B69F09-84E0-41DE-BFDB-6D726D18FEC3}"/>
                    </a:ext>
                  </a:extLst>
                </p:cNvPr>
                <p:cNvSpPr/>
                <p:nvPr/>
              </p:nvSpPr>
              <p:spPr>
                <a:xfrm flipH="1">
                  <a:off x="4775197" y="1495426"/>
                  <a:ext cx="825502" cy="1069759"/>
                </a:xfrm>
                <a:custGeom>
                  <a:avLst/>
                  <a:gdLst>
                    <a:gd name="connsiteX0" fmla="*/ 725533 w 825502"/>
                    <a:gd name="connsiteY0" fmla="*/ 0 h 1292930"/>
                    <a:gd name="connsiteX1" fmla="*/ 415131 w 825502"/>
                    <a:gd name="connsiteY1" fmla="*/ 0 h 1292930"/>
                    <a:gd name="connsiteX2" fmla="*/ 410371 w 825502"/>
                    <a:gd name="connsiteY2" fmla="*/ 0 h 1292930"/>
                    <a:gd name="connsiteX3" fmla="*/ 99970 w 825502"/>
                    <a:gd name="connsiteY3" fmla="*/ 0 h 1292930"/>
                    <a:gd name="connsiteX4" fmla="*/ 0 w 825502"/>
                    <a:gd name="connsiteY4" fmla="*/ 519112 h 1292930"/>
                    <a:gd name="connsiteX5" fmla="*/ 4761 w 825502"/>
                    <a:gd name="connsiteY5" fmla="*/ 519112 h 1292930"/>
                    <a:gd name="connsiteX6" fmla="*/ 413297 w 825502"/>
                    <a:gd name="connsiteY6" fmla="*/ 1292930 h 1292930"/>
                    <a:gd name="connsiteX7" fmla="*/ 415131 w 825502"/>
                    <a:gd name="connsiteY7" fmla="*/ 1289456 h 1292930"/>
                    <a:gd name="connsiteX8" fmla="*/ 416965 w 825502"/>
                    <a:gd name="connsiteY8" fmla="*/ 1292930 h 1292930"/>
                    <a:gd name="connsiteX9" fmla="*/ 825501 w 825502"/>
                    <a:gd name="connsiteY9" fmla="*/ 519112 h 1292930"/>
                    <a:gd name="connsiteX10" fmla="*/ 825502 w 825502"/>
                    <a:gd name="connsiteY10" fmla="*/ 519112 h 1292930"/>
                    <a:gd name="connsiteX11" fmla="*/ 725533 w 825502"/>
                    <a:gd name="connsiteY11" fmla="*/ 0 h 1292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5502" h="1292930">
                      <a:moveTo>
                        <a:pt x="725533" y="0"/>
                      </a:moveTo>
                      <a:lnTo>
                        <a:pt x="415131" y="0"/>
                      </a:lnTo>
                      <a:lnTo>
                        <a:pt x="410371" y="0"/>
                      </a:lnTo>
                      <a:lnTo>
                        <a:pt x="99970" y="0"/>
                      </a:lnTo>
                      <a:cubicBezTo>
                        <a:pt x="154693" y="218281"/>
                        <a:pt x="33323" y="346075"/>
                        <a:pt x="0" y="519112"/>
                      </a:cubicBezTo>
                      <a:lnTo>
                        <a:pt x="4761" y="519112"/>
                      </a:lnTo>
                      <a:cubicBezTo>
                        <a:pt x="298690" y="775037"/>
                        <a:pt x="277118" y="1034991"/>
                        <a:pt x="413297" y="1292930"/>
                      </a:cubicBezTo>
                      <a:lnTo>
                        <a:pt x="415131" y="1289456"/>
                      </a:lnTo>
                      <a:lnTo>
                        <a:pt x="416965" y="1292930"/>
                      </a:lnTo>
                      <a:cubicBezTo>
                        <a:pt x="553144" y="1034991"/>
                        <a:pt x="531573" y="775037"/>
                        <a:pt x="825501" y="519112"/>
                      </a:cubicBezTo>
                      <a:lnTo>
                        <a:pt x="825502" y="519112"/>
                      </a:lnTo>
                      <a:cubicBezTo>
                        <a:pt x="792179" y="346075"/>
                        <a:pt x="670809" y="218281"/>
                        <a:pt x="725533" y="0"/>
                      </a:cubicBezTo>
                      <a:close/>
                    </a:path>
                  </a:pathLst>
                </a:custGeom>
                <a:gradFill flip="none" rotWithShape="1">
                  <a:gsLst>
                    <a:gs pos="6000">
                      <a:schemeClr val="accent4">
                        <a:lumMod val="50000"/>
                      </a:schemeClr>
                    </a:gs>
                    <a:gs pos="49000">
                      <a:schemeClr val="accent4">
                        <a:lumMod val="50000"/>
                      </a:schemeClr>
                    </a:gs>
                    <a:gs pos="73000">
                      <a:schemeClr val="accent4"/>
                    </a:gs>
                    <a:gs pos="81000">
                      <a:schemeClr val="accent4">
                        <a:lumMod val="75000"/>
                      </a:schemeClr>
                    </a:gs>
                    <a:gs pos="33000">
                      <a:schemeClr val="accent4"/>
                    </a:gs>
                    <a:gs pos="18000">
                      <a:schemeClr val="accent4">
                        <a:lumMod val="75000"/>
                      </a:schemeClr>
                    </a:gs>
                    <a:gs pos="100000">
                      <a:schemeClr val="accent4">
                        <a:lumMod val="5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5D813B28-78C0-452F-91BF-63A7253B27D6}"/>
                    </a:ext>
                  </a:extLst>
                </p:cNvPr>
                <p:cNvSpPr/>
                <p:nvPr/>
              </p:nvSpPr>
              <p:spPr>
                <a:xfrm>
                  <a:off x="4873641" y="1423988"/>
                  <a:ext cx="625497" cy="71438"/>
                </a:xfrm>
                <a:prstGeom prst="rect">
                  <a:avLst/>
                </a:prstGeom>
                <a:gradFill flip="none" rotWithShape="1">
                  <a:gsLst>
                    <a:gs pos="16000">
                      <a:schemeClr val="accent4">
                        <a:lumMod val="75000"/>
                      </a:schemeClr>
                    </a:gs>
                    <a:gs pos="49000">
                      <a:schemeClr val="accent4">
                        <a:lumMod val="50000"/>
                      </a:schemeClr>
                    </a:gs>
                    <a:gs pos="68000">
                      <a:schemeClr val="accent4">
                        <a:lumMod val="75000"/>
                      </a:schemeClr>
                    </a:gs>
                    <a:gs pos="81000">
                      <a:schemeClr val="accent4"/>
                    </a:gs>
                    <a:gs pos="33000">
                      <a:schemeClr val="accent4">
                        <a:lumMod val="75000"/>
                      </a:schemeClr>
                    </a:gs>
                    <a:gs pos="18000">
                      <a:schemeClr val="accent4"/>
                    </a:gs>
                    <a:gs pos="91000">
                      <a:schemeClr val="accent4">
                        <a:lumMod val="5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cxnSp>
              <p:nvCxnSpPr>
                <p:cNvPr id="25" name="Straight Connector 24">
                  <a:extLst>
                    <a:ext uri="{FF2B5EF4-FFF2-40B4-BE49-F238E27FC236}">
                      <a16:creationId xmlns:a16="http://schemas.microsoft.com/office/drawing/2014/main" id="{E7D49C07-F150-48E7-8799-34276ED3C83D}"/>
                    </a:ext>
                  </a:extLst>
                </p:cNvPr>
                <p:cNvCxnSpPr>
                  <a:cxnSpLocks/>
                </p:cNvCxnSpPr>
                <p:nvPr/>
              </p:nvCxnSpPr>
              <p:spPr>
                <a:xfrm flipV="1">
                  <a:off x="5169171" y="2019300"/>
                  <a:ext cx="1" cy="54588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C8CD1707-F829-4E26-882D-3E699C3CB45A}"/>
                    </a:ext>
                  </a:extLst>
                </p:cNvPr>
                <p:cNvSpPr/>
                <p:nvPr/>
              </p:nvSpPr>
              <p:spPr>
                <a:xfrm flipV="1">
                  <a:off x="5145282" y="1942394"/>
                  <a:ext cx="76906" cy="76906"/>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1" name="Trapezoid 40">
                <a:extLst>
                  <a:ext uri="{FF2B5EF4-FFF2-40B4-BE49-F238E27FC236}">
                    <a16:creationId xmlns:a16="http://schemas.microsoft.com/office/drawing/2014/main" id="{CBC10653-FC47-4B05-867A-5471D694F446}"/>
                  </a:ext>
                </a:extLst>
              </p:cNvPr>
              <p:cNvSpPr/>
              <p:nvPr/>
            </p:nvSpPr>
            <p:spPr>
              <a:xfrm flipV="1">
                <a:off x="5827225" y="4367510"/>
                <a:ext cx="656256" cy="231358"/>
              </a:xfrm>
              <a:custGeom>
                <a:avLst/>
                <a:gdLst>
                  <a:gd name="connsiteX0" fmla="*/ 0 w 781050"/>
                  <a:gd name="connsiteY0" fmla="*/ 160338 h 160338"/>
                  <a:gd name="connsiteX1" fmla="*/ 40085 w 781050"/>
                  <a:gd name="connsiteY1" fmla="*/ 0 h 160338"/>
                  <a:gd name="connsiteX2" fmla="*/ 740966 w 781050"/>
                  <a:gd name="connsiteY2" fmla="*/ 0 h 160338"/>
                  <a:gd name="connsiteX3" fmla="*/ 781050 w 781050"/>
                  <a:gd name="connsiteY3" fmla="*/ 160338 h 160338"/>
                  <a:gd name="connsiteX4" fmla="*/ 0 w 781050"/>
                  <a:gd name="connsiteY4" fmla="*/ 160338 h 160338"/>
                  <a:gd name="connsiteX0" fmla="*/ 0 w 790575"/>
                  <a:gd name="connsiteY0" fmla="*/ 172245 h 172245"/>
                  <a:gd name="connsiteX1" fmla="*/ 49610 w 790575"/>
                  <a:gd name="connsiteY1" fmla="*/ 0 h 172245"/>
                  <a:gd name="connsiteX2" fmla="*/ 750491 w 790575"/>
                  <a:gd name="connsiteY2" fmla="*/ 0 h 172245"/>
                  <a:gd name="connsiteX3" fmla="*/ 790575 w 790575"/>
                  <a:gd name="connsiteY3" fmla="*/ 160338 h 172245"/>
                  <a:gd name="connsiteX4" fmla="*/ 0 w 790575"/>
                  <a:gd name="connsiteY4" fmla="*/ 172245 h 172245"/>
                  <a:gd name="connsiteX0" fmla="*/ 0 w 804862"/>
                  <a:gd name="connsiteY0" fmla="*/ 172245 h 174626"/>
                  <a:gd name="connsiteX1" fmla="*/ 49610 w 804862"/>
                  <a:gd name="connsiteY1" fmla="*/ 0 h 174626"/>
                  <a:gd name="connsiteX2" fmla="*/ 750491 w 804862"/>
                  <a:gd name="connsiteY2" fmla="*/ 0 h 174626"/>
                  <a:gd name="connsiteX3" fmla="*/ 804862 w 804862"/>
                  <a:gd name="connsiteY3" fmla="*/ 174626 h 174626"/>
                  <a:gd name="connsiteX4" fmla="*/ 0 w 804862"/>
                  <a:gd name="connsiteY4" fmla="*/ 172245 h 1746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4862" h="174626">
                    <a:moveTo>
                      <a:pt x="0" y="172245"/>
                    </a:moveTo>
                    <a:lnTo>
                      <a:pt x="49610" y="0"/>
                    </a:lnTo>
                    <a:lnTo>
                      <a:pt x="750491" y="0"/>
                    </a:lnTo>
                    <a:lnTo>
                      <a:pt x="804862" y="174626"/>
                    </a:lnTo>
                    <a:lnTo>
                      <a:pt x="0" y="172245"/>
                    </a:lnTo>
                    <a:close/>
                  </a:path>
                </a:pathLst>
              </a:cu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Rounded Corners 44">
                <a:extLst>
                  <a:ext uri="{FF2B5EF4-FFF2-40B4-BE49-F238E27FC236}">
                    <a16:creationId xmlns:a16="http://schemas.microsoft.com/office/drawing/2014/main" id="{4C9FC190-FBB0-414E-94FB-2E04D102C760}"/>
                  </a:ext>
                </a:extLst>
              </p:cNvPr>
              <p:cNvSpPr/>
              <p:nvPr/>
            </p:nvSpPr>
            <p:spPr>
              <a:xfrm>
                <a:off x="5823033" y="4339541"/>
                <a:ext cx="660757" cy="60572"/>
              </a:xfrm>
              <a:prstGeom prst="roundRect">
                <a:avLst>
                  <a:gd name="adj" fmla="val 50000"/>
                </a:avLst>
              </a:prstGeom>
              <a:gradFill flip="none" rotWithShape="1">
                <a:gsLst>
                  <a:gs pos="56000">
                    <a:schemeClr val="accent4"/>
                  </a:gs>
                  <a:gs pos="16000">
                    <a:schemeClr val="accent4">
                      <a:lumMod val="75000"/>
                    </a:schemeClr>
                  </a:gs>
                  <a:gs pos="88000">
                    <a:schemeClr val="accent4">
                      <a:lumMod val="7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Freeform: Shape 49">
                <a:extLst>
                  <a:ext uri="{FF2B5EF4-FFF2-40B4-BE49-F238E27FC236}">
                    <a16:creationId xmlns:a16="http://schemas.microsoft.com/office/drawing/2014/main" id="{53FBE362-6C84-4342-B73F-13EC2F954454}"/>
                  </a:ext>
                </a:extLst>
              </p:cNvPr>
              <p:cNvSpPr/>
              <p:nvPr/>
            </p:nvSpPr>
            <p:spPr>
              <a:xfrm>
                <a:off x="5795606" y="145294"/>
                <a:ext cx="719493" cy="2832477"/>
              </a:xfrm>
              <a:custGeom>
                <a:avLst/>
                <a:gdLst>
                  <a:gd name="connsiteX0" fmla="*/ 459105 w 918210"/>
                  <a:gd name="connsiteY0" fmla="*/ 0 h 1933009"/>
                  <a:gd name="connsiteX1" fmla="*/ 918210 w 918210"/>
                  <a:gd name="connsiteY1" fmla="*/ 459105 h 1933009"/>
                  <a:gd name="connsiteX2" fmla="*/ 918210 w 918210"/>
                  <a:gd name="connsiteY2" fmla="*/ 1933009 h 1933009"/>
                  <a:gd name="connsiteX3" fmla="*/ 0 w 918210"/>
                  <a:gd name="connsiteY3" fmla="*/ 1933009 h 1933009"/>
                  <a:gd name="connsiteX4" fmla="*/ 0 w 918210"/>
                  <a:gd name="connsiteY4" fmla="*/ 459105 h 1933009"/>
                  <a:gd name="connsiteX5" fmla="*/ 459105 w 918210"/>
                  <a:gd name="connsiteY5" fmla="*/ 0 h 1933009"/>
                  <a:gd name="connsiteX0" fmla="*/ 459105 w 918210"/>
                  <a:gd name="connsiteY0" fmla="*/ 0 h 2216661"/>
                  <a:gd name="connsiteX1" fmla="*/ 918210 w 918210"/>
                  <a:gd name="connsiteY1" fmla="*/ 459105 h 2216661"/>
                  <a:gd name="connsiteX2" fmla="*/ 918210 w 918210"/>
                  <a:gd name="connsiteY2" fmla="*/ 1933009 h 2216661"/>
                  <a:gd name="connsiteX3" fmla="*/ 0 w 918210"/>
                  <a:gd name="connsiteY3" fmla="*/ 1933009 h 2216661"/>
                  <a:gd name="connsiteX4" fmla="*/ 0 w 918210"/>
                  <a:gd name="connsiteY4" fmla="*/ 459105 h 2216661"/>
                  <a:gd name="connsiteX5" fmla="*/ 459105 w 918210"/>
                  <a:gd name="connsiteY5" fmla="*/ 0 h 2216661"/>
                  <a:gd name="connsiteX0" fmla="*/ 459105 w 918210"/>
                  <a:gd name="connsiteY0" fmla="*/ 0 h 2216661"/>
                  <a:gd name="connsiteX1" fmla="*/ 918210 w 918210"/>
                  <a:gd name="connsiteY1" fmla="*/ 459105 h 2216661"/>
                  <a:gd name="connsiteX2" fmla="*/ 918210 w 918210"/>
                  <a:gd name="connsiteY2" fmla="*/ 1933009 h 2216661"/>
                  <a:gd name="connsiteX3" fmla="*/ 0 w 918210"/>
                  <a:gd name="connsiteY3" fmla="*/ 1933009 h 2216661"/>
                  <a:gd name="connsiteX4" fmla="*/ 0 w 918210"/>
                  <a:gd name="connsiteY4" fmla="*/ 459105 h 2216661"/>
                  <a:gd name="connsiteX5" fmla="*/ 459105 w 918210"/>
                  <a:gd name="connsiteY5" fmla="*/ 0 h 2216661"/>
                  <a:gd name="connsiteX0" fmla="*/ 465454 w 924559"/>
                  <a:gd name="connsiteY0" fmla="*/ 0 h 2068180"/>
                  <a:gd name="connsiteX1" fmla="*/ 924559 w 924559"/>
                  <a:gd name="connsiteY1" fmla="*/ 459105 h 2068180"/>
                  <a:gd name="connsiteX2" fmla="*/ 924559 w 924559"/>
                  <a:gd name="connsiteY2" fmla="*/ 1933009 h 2068180"/>
                  <a:gd name="connsiteX3" fmla="*/ 6349 w 924559"/>
                  <a:gd name="connsiteY3" fmla="*/ 1933009 h 2068180"/>
                  <a:gd name="connsiteX4" fmla="*/ 6349 w 924559"/>
                  <a:gd name="connsiteY4" fmla="*/ 459105 h 2068180"/>
                  <a:gd name="connsiteX5" fmla="*/ 465454 w 924559"/>
                  <a:gd name="connsiteY5" fmla="*/ 0 h 2068180"/>
                  <a:gd name="connsiteX0" fmla="*/ 465454 w 924577"/>
                  <a:gd name="connsiteY0" fmla="*/ 0 h 2053085"/>
                  <a:gd name="connsiteX1" fmla="*/ 924559 w 924577"/>
                  <a:gd name="connsiteY1" fmla="*/ 459105 h 2053085"/>
                  <a:gd name="connsiteX2" fmla="*/ 924559 w 924577"/>
                  <a:gd name="connsiteY2" fmla="*/ 1933009 h 2053085"/>
                  <a:gd name="connsiteX3" fmla="*/ 6349 w 924577"/>
                  <a:gd name="connsiteY3" fmla="*/ 1933009 h 2053085"/>
                  <a:gd name="connsiteX4" fmla="*/ 6349 w 924577"/>
                  <a:gd name="connsiteY4" fmla="*/ 459105 h 2053085"/>
                  <a:gd name="connsiteX5" fmla="*/ 465454 w 924577"/>
                  <a:gd name="connsiteY5" fmla="*/ 0 h 2053085"/>
                  <a:gd name="connsiteX0" fmla="*/ 465454 w 924632"/>
                  <a:gd name="connsiteY0" fmla="*/ 0 h 2031178"/>
                  <a:gd name="connsiteX1" fmla="*/ 924559 w 924632"/>
                  <a:gd name="connsiteY1" fmla="*/ 459105 h 2031178"/>
                  <a:gd name="connsiteX2" fmla="*/ 924559 w 924632"/>
                  <a:gd name="connsiteY2" fmla="*/ 1933009 h 2031178"/>
                  <a:gd name="connsiteX3" fmla="*/ 6349 w 924632"/>
                  <a:gd name="connsiteY3" fmla="*/ 1933009 h 2031178"/>
                  <a:gd name="connsiteX4" fmla="*/ 6349 w 924632"/>
                  <a:gd name="connsiteY4" fmla="*/ 459105 h 2031178"/>
                  <a:gd name="connsiteX5" fmla="*/ 465454 w 924632"/>
                  <a:gd name="connsiteY5" fmla="*/ 0 h 2031178"/>
                  <a:gd name="connsiteX0" fmla="*/ 465454 w 924632"/>
                  <a:gd name="connsiteY0" fmla="*/ 0 h 2014037"/>
                  <a:gd name="connsiteX1" fmla="*/ 924559 w 924632"/>
                  <a:gd name="connsiteY1" fmla="*/ 459105 h 2014037"/>
                  <a:gd name="connsiteX2" fmla="*/ 924559 w 924632"/>
                  <a:gd name="connsiteY2" fmla="*/ 1933009 h 2014037"/>
                  <a:gd name="connsiteX3" fmla="*/ 6349 w 924632"/>
                  <a:gd name="connsiteY3" fmla="*/ 1933009 h 2014037"/>
                  <a:gd name="connsiteX4" fmla="*/ 6349 w 924632"/>
                  <a:gd name="connsiteY4" fmla="*/ 459105 h 2014037"/>
                  <a:gd name="connsiteX5" fmla="*/ 465454 w 924632"/>
                  <a:gd name="connsiteY5" fmla="*/ 0 h 2014037"/>
                  <a:gd name="connsiteX0" fmla="*/ 477929 w 924632"/>
                  <a:gd name="connsiteY0" fmla="*/ 0 h 2145005"/>
                  <a:gd name="connsiteX1" fmla="*/ 924559 w 924632"/>
                  <a:gd name="connsiteY1" fmla="*/ 590073 h 2145005"/>
                  <a:gd name="connsiteX2" fmla="*/ 924559 w 924632"/>
                  <a:gd name="connsiteY2" fmla="*/ 2063977 h 2145005"/>
                  <a:gd name="connsiteX3" fmla="*/ 6349 w 924632"/>
                  <a:gd name="connsiteY3" fmla="*/ 2063977 h 2145005"/>
                  <a:gd name="connsiteX4" fmla="*/ 6349 w 924632"/>
                  <a:gd name="connsiteY4" fmla="*/ 590073 h 2145005"/>
                  <a:gd name="connsiteX5" fmla="*/ 477929 w 924632"/>
                  <a:gd name="connsiteY5" fmla="*/ 0 h 2145005"/>
                  <a:gd name="connsiteX0" fmla="*/ 477929 w 924632"/>
                  <a:gd name="connsiteY0" fmla="*/ 109 h 2145114"/>
                  <a:gd name="connsiteX1" fmla="*/ 924559 w 924632"/>
                  <a:gd name="connsiteY1" fmla="*/ 590182 h 2145114"/>
                  <a:gd name="connsiteX2" fmla="*/ 924559 w 924632"/>
                  <a:gd name="connsiteY2" fmla="*/ 2064086 h 2145114"/>
                  <a:gd name="connsiteX3" fmla="*/ 6349 w 924632"/>
                  <a:gd name="connsiteY3" fmla="*/ 2064086 h 2145114"/>
                  <a:gd name="connsiteX4" fmla="*/ 6349 w 924632"/>
                  <a:gd name="connsiteY4" fmla="*/ 590182 h 2145114"/>
                  <a:gd name="connsiteX5" fmla="*/ 477929 w 924632"/>
                  <a:gd name="connsiteY5" fmla="*/ 109 h 2145114"/>
                  <a:gd name="connsiteX0" fmla="*/ 477929 w 924632"/>
                  <a:gd name="connsiteY0" fmla="*/ 109 h 2145114"/>
                  <a:gd name="connsiteX1" fmla="*/ 924559 w 924632"/>
                  <a:gd name="connsiteY1" fmla="*/ 590182 h 2145114"/>
                  <a:gd name="connsiteX2" fmla="*/ 924559 w 924632"/>
                  <a:gd name="connsiteY2" fmla="*/ 2064086 h 2145114"/>
                  <a:gd name="connsiteX3" fmla="*/ 6349 w 924632"/>
                  <a:gd name="connsiteY3" fmla="*/ 2064086 h 2145114"/>
                  <a:gd name="connsiteX4" fmla="*/ 6349 w 924632"/>
                  <a:gd name="connsiteY4" fmla="*/ 590182 h 2145114"/>
                  <a:gd name="connsiteX5" fmla="*/ 477929 w 924632"/>
                  <a:gd name="connsiteY5" fmla="*/ 109 h 2145114"/>
                  <a:gd name="connsiteX0" fmla="*/ 477929 w 924632"/>
                  <a:gd name="connsiteY0" fmla="*/ 13 h 2145018"/>
                  <a:gd name="connsiteX1" fmla="*/ 924559 w 924632"/>
                  <a:gd name="connsiteY1" fmla="*/ 590086 h 2145018"/>
                  <a:gd name="connsiteX2" fmla="*/ 924559 w 924632"/>
                  <a:gd name="connsiteY2" fmla="*/ 2063990 h 2145018"/>
                  <a:gd name="connsiteX3" fmla="*/ 6349 w 924632"/>
                  <a:gd name="connsiteY3" fmla="*/ 2063990 h 2145018"/>
                  <a:gd name="connsiteX4" fmla="*/ 6349 w 924632"/>
                  <a:gd name="connsiteY4" fmla="*/ 590086 h 2145018"/>
                  <a:gd name="connsiteX5" fmla="*/ 477929 w 924632"/>
                  <a:gd name="connsiteY5" fmla="*/ 13 h 2145018"/>
                  <a:gd name="connsiteX0" fmla="*/ 477929 w 924632"/>
                  <a:gd name="connsiteY0" fmla="*/ 49 h 2145054"/>
                  <a:gd name="connsiteX1" fmla="*/ 924559 w 924632"/>
                  <a:gd name="connsiteY1" fmla="*/ 590122 h 2145054"/>
                  <a:gd name="connsiteX2" fmla="*/ 924559 w 924632"/>
                  <a:gd name="connsiteY2" fmla="*/ 2064026 h 2145054"/>
                  <a:gd name="connsiteX3" fmla="*/ 6349 w 924632"/>
                  <a:gd name="connsiteY3" fmla="*/ 2064026 h 2145054"/>
                  <a:gd name="connsiteX4" fmla="*/ 6349 w 924632"/>
                  <a:gd name="connsiteY4" fmla="*/ 590122 h 2145054"/>
                  <a:gd name="connsiteX5" fmla="*/ 477929 w 924632"/>
                  <a:gd name="connsiteY5" fmla="*/ 49 h 2145054"/>
                  <a:gd name="connsiteX0" fmla="*/ 475434 w 924632"/>
                  <a:gd name="connsiteY0" fmla="*/ 51 h 2137912"/>
                  <a:gd name="connsiteX1" fmla="*/ 924559 w 924632"/>
                  <a:gd name="connsiteY1" fmla="*/ 582980 h 2137912"/>
                  <a:gd name="connsiteX2" fmla="*/ 924559 w 924632"/>
                  <a:gd name="connsiteY2" fmla="*/ 2056884 h 2137912"/>
                  <a:gd name="connsiteX3" fmla="*/ 6349 w 924632"/>
                  <a:gd name="connsiteY3" fmla="*/ 2056884 h 2137912"/>
                  <a:gd name="connsiteX4" fmla="*/ 6349 w 924632"/>
                  <a:gd name="connsiteY4" fmla="*/ 582980 h 2137912"/>
                  <a:gd name="connsiteX5" fmla="*/ 475434 w 924632"/>
                  <a:gd name="connsiteY5" fmla="*/ 51 h 2137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24632" h="2137912">
                    <a:moveTo>
                      <a:pt x="475434" y="51"/>
                    </a:moveTo>
                    <a:cubicBezTo>
                      <a:pt x="651641" y="-4711"/>
                      <a:pt x="924559" y="329423"/>
                      <a:pt x="924559" y="582980"/>
                    </a:cubicBezTo>
                    <a:cubicBezTo>
                      <a:pt x="924559" y="1074281"/>
                      <a:pt x="915034" y="1941821"/>
                      <a:pt x="924559" y="2056884"/>
                    </a:cubicBezTo>
                    <a:cubicBezTo>
                      <a:pt x="934084" y="2171947"/>
                      <a:pt x="20636" y="2157660"/>
                      <a:pt x="6349" y="2056884"/>
                    </a:cubicBezTo>
                    <a:cubicBezTo>
                      <a:pt x="-7938" y="1956108"/>
                      <a:pt x="6349" y="1074281"/>
                      <a:pt x="6349" y="582980"/>
                    </a:cubicBezTo>
                    <a:cubicBezTo>
                      <a:pt x="6349" y="329423"/>
                      <a:pt x="299227" y="4813"/>
                      <a:pt x="475434" y="51"/>
                    </a:cubicBezTo>
                    <a:close/>
                  </a:path>
                </a:pathLst>
              </a:custGeom>
              <a:gradFill flip="none" rotWithShape="1">
                <a:gsLst>
                  <a:gs pos="83000">
                    <a:schemeClr val="tx1">
                      <a:lumMod val="75000"/>
                      <a:lumOff val="25000"/>
                    </a:schemeClr>
                  </a:gs>
                  <a:gs pos="53250">
                    <a:schemeClr val="tx1"/>
                  </a:gs>
                  <a:gs pos="17000">
                    <a:schemeClr val="tx1">
                      <a:lumMod val="85000"/>
                      <a:lumOff val="15000"/>
                    </a:schemeClr>
                  </a:gs>
                  <a:gs pos="0">
                    <a:schemeClr val="tx1"/>
                  </a:gs>
                  <a:gs pos="100000">
                    <a:schemeClr val="tx1"/>
                  </a:gs>
                </a:gsLst>
                <a:lin ang="0" scaled="1"/>
                <a:tileRect/>
              </a:gradFill>
              <a:ln>
                <a:noFill/>
              </a:ln>
              <a:effectLst>
                <a:outerShdw blurRad="50800" dist="635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52" name="Rectangle 51">
                <a:extLst>
                  <a:ext uri="{FF2B5EF4-FFF2-40B4-BE49-F238E27FC236}">
                    <a16:creationId xmlns:a16="http://schemas.microsoft.com/office/drawing/2014/main" id="{BCAE3CAA-0F74-4D80-A9D7-7A4784A6024A}"/>
                  </a:ext>
                </a:extLst>
              </p:cNvPr>
              <p:cNvSpPr/>
              <p:nvPr/>
            </p:nvSpPr>
            <p:spPr>
              <a:xfrm>
                <a:off x="5790024" y="2546100"/>
                <a:ext cx="725073" cy="89929"/>
              </a:xfrm>
              <a:custGeom>
                <a:avLst/>
                <a:gdLst>
                  <a:gd name="connsiteX0" fmla="*/ 0 w 848781"/>
                  <a:gd name="connsiteY0" fmla="*/ 0 h 60733"/>
                  <a:gd name="connsiteX1" fmla="*/ 848781 w 848781"/>
                  <a:gd name="connsiteY1" fmla="*/ 0 h 60733"/>
                  <a:gd name="connsiteX2" fmla="*/ 848781 w 848781"/>
                  <a:gd name="connsiteY2" fmla="*/ 60733 h 60733"/>
                  <a:gd name="connsiteX3" fmla="*/ 0 w 848781"/>
                  <a:gd name="connsiteY3" fmla="*/ 60733 h 60733"/>
                  <a:gd name="connsiteX4" fmla="*/ 0 w 848781"/>
                  <a:gd name="connsiteY4" fmla="*/ 0 h 60733"/>
                  <a:gd name="connsiteX0" fmla="*/ 0 w 867831"/>
                  <a:gd name="connsiteY0" fmla="*/ 2382 h 63115"/>
                  <a:gd name="connsiteX1" fmla="*/ 867831 w 867831"/>
                  <a:gd name="connsiteY1" fmla="*/ 0 h 63115"/>
                  <a:gd name="connsiteX2" fmla="*/ 848781 w 867831"/>
                  <a:gd name="connsiteY2" fmla="*/ 63115 h 63115"/>
                  <a:gd name="connsiteX3" fmla="*/ 0 w 867831"/>
                  <a:gd name="connsiteY3" fmla="*/ 63115 h 63115"/>
                  <a:gd name="connsiteX4" fmla="*/ 0 w 867831"/>
                  <a:gd name="connsiteY4" fmla="*/ 2382 h 63115"/>
                  <a:gd name="connsiteX0" fmla="*/ 0 w 867831"/>
                  <a:gd name="connsiteY0" fmla="*/ 2382 h 65496"/>
                  <a:gd name="connsiteX1" fmla="*/ 867831 w 867831"/>
                  <a:gd name="connsiteY1" fmla="*/ 0 h 65496"/>
                  <a:gd name="connsiteX2" fmla="*/ 858306 w 867831"/>
                  <a:gd name="connsiteY2" fmla="*/ 65496 h 65496"/>
                  <a:gd name="connsiteX3" fmla="*/ 0 w 867831"/>
                  <a:gd name="connsiteY3" fmla="*/ 63115 h 65496"/>
                  <a:gd name="connsiteX4" fmla="*/ 0 w 867831"/>
                  <a:gd name="connsiteY4" fmla="*/ 2382 h 65496"/>
                  <a:gd name="connsiteX0" fmla="*/ 0 w 858306"/>
                  <a:gd name="connsiteY0" fmla="*/ 1 h 63115"/>
                  <a:gd name="connsiteX1" fmla="*/ 846400 w 858306"/>
                  <a:gd name="connsiteY1" fmla="*/ 0 h 63115"/>
                  <a:gd name="connsiteX2" fmla="*/ 858306 w 858306"/>
                  <a:gd name="connsiteY2" fmla="*/ 63115 h 63115"/>
                  <a:gd name="connsiteX3" fmla="*/ 0 w 858306"/>
                  <a:gd name="connsiteY3" fmla="*/ 60734 h 63115"/>
                  <a:gd name="connsiteX4" fmla="*/ 0 w 858306"/>
                  <a:gd name="connsiteY4" fmla="*/ 1 h 63115"/>
                  <a:gd name="connsiteX0" fmla="*/ 0 w 848781"/>
                  <a:gd name="connsiteY0" fmla="*/ 1 h 63115"/>
                  <a:gd name="connsiteX1" fmla="*/ 846400 w 848781"/>
                  <a:gd name="connsiteY1" fmla="*/ 0 h 63115"/>
                  <a:gd name="connsiteX2" fmla="*/ 848781 w 848781"/>
                  <a:gd name="connsiteY2" fmla="*/ 63115 h 63115"/>
                  <a:gd name="connsiteX3" fmla="*/ 0 w 848781"/>
                  <a:gd name="connsiteY3" fmla="*/ 60734 h 63115"/>
                  <a:gd name="connsiteX4" fmla="*/ 0 w 848781"/>
                  <a:gd name="connsiteY4" fmla="*/ 1 h 63115"/>
                  <a:gd name="connsiteX0" fmla="*/ 0 w 886881"/>
                  <a:gd name="connsiteY0" fmla="*/ 4764 h 63115"/>
                  <a:gd name="connsiteX1" fmla="*/ 884500 w 886881"/>
                  <a:gd name="connsiteY1" fmla="*/ 0 h 63115"/>
                  <a:gd name="connsiteX2" fmla="*/ 886881 w 886881"/>
                  <a:gd name="connsiteY2" fmla="*/ 63115 h 63115"/>
                  <a:gd name="connsiteX3" fmla="*/ 38100 w 886881"/>
                  <a:gd name="connsiteY3" fmla="*/ 60734 h 63115"/>
                  <a:gd name="connsiteX4" fmla="*/ 0 w 886881"/>
                  <a:gd name="connsiteY4" fmla="*/ 4764 h 63115"/>
                  <a:gd name="connsiteX0" fmla="*/ 0 w 886881"/>
                  <a:gd name="connsiteY0" fmla="*/ 4764 h 75021"/>
                  <a:gd name="connsiteX1" fmla="*/ 884500 w 886881"/>
                  <a:gd name="connsiteY1" fmla="*/ 0 h 75021"/>
                  <a:gd name="connsiteX2" fmla="*/ 886881 w 886881"/>
                  <a:gd name="connsiteY2" fmla="*/ 63115 h 75021"/>
                  <a:gd name="connsiteX3" fmla="*/ 4763 w 886881"/>
                  <a:gd name="connsiteY3" fmla="*/ 75021 h 75021"/>
                  <a:gd name="connsiteX4" fmla="*/ 0 w 886881"/>
                  <a:gd name="connsiteY4" fmla="*/ 4764 h 75021"/>
                  <a:gd name="connsiteX0" fmla="*/ 0 w 886881"/>
                  <a:gd name="connsiteY0" fmla="*/ 4764 h 70259"/>
                  <a:gd name="connsiteX1" fmla="*/ 884500 w 886881"/>
                  <a:gd name="connsiteY1" fmla="*/ 0 h 70259"/>
                  <a:gd name="connsiteX2" fmla="*/ 886881 w 886881"/>
                  <a:gd name="connsiteY2" fmla="*/ 63115 h 70259"/>
                  <a:gd name="connsiteX3" fmla="*/ 4763 w 886881"/>
                  <a:gd name="connsiteY3" fmla="*/ 70259 h 70259"/>
                  <a:gd name="connsiteX4" fmla="*/ 0 w 886881"/>
                  <a:gd name="connsiteY4" fmla="*/ 4764 h 70259"/>
                  <a:gd name="connsiteX0" fmla="*/ 0 w 886881"/>
                  <a:gd name="connsiteY0" fmla="*/ 4764 h 67877"/>
                  <a:gd name="connsiteX1" fmla="*/ 884500 w 886881"/>
                  <a:gd name="connsiteY1" fmla="*/ 0 h 67877"/>
                  <a:gd name="connsiteX2" fmla="*/ 886881 w 886881"/>
                  <a:gd name="connsiteY2" fmla="*/ 63115 h 67877"/>
                  <a:gd name="connsiteX3" fmla="*/ 2381 w 886881"/>
                  <a:gd name="connsiteY3" fmla="*/ 67877 h 67877"/>
                  <a:gd name="connsiteX4" fmla="*/ 0 w 886881"/>
                  <a:gd name="connsiteY4" fmla="*/ 4764 h 67877"/>
                  <a:gd name="connsiteX0" fmla="*/ 0 w 889263"/>
                  <a:gd name="connsiteY0" fmla="*/ 4764 h 67877"/>
                  <a:gd name="connsiteX1" fmla="*/ 886882 w 889263"/>
                  <a:gd name="connsiteY1" fmla="*/ 0 h 67877"/>
                  <a:gd name="connsiteX2" fmla="*/ 889263 w 889263"/>
                  <a:gd name="connsiteY2" fmla="*/ 63115 h 67877"/>
                  <a:gd name="connsiteX3" fmla="*/ 4763 w 889263"/>
                  <a:gd name="connsiteY3" fmla="*/ 67877 h 67877"/>
                  <a:gd name="connsiteX4" fmla="*/ 0 w 889263"/>
                  <a:gd name="connsiteY4" fmla="*/ 4764 h 67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263" h="67877">
                    <a:moveTo>
                      <a:pt x="0" y="4764"/>
                    </a:moveTo>
                    <a:lnTo>
                      <a:pt x="886882" y="0"/>
                    </a:lnTo>
                    <a:cubicBezTo>
                      <a:pt x="887676" y="21038"/>
                      <a:pt x="888469" y="42077"/>
                      <a:pt x="889263" y="63115"/>
                    </a:cubicBezTo>
                    <a:lnTo>
                      <a:pt x="4763" y="67877"/>
                    </a:lnTo>
                    <a:cubicBezTo>
                      <a:pt x="3969" y="46839"/>
                      <a:pt x="794" y="25802"/>
                      <a:pt x="0" y="4764"/>
                    </a:cubicBezTo>
                    <a:close/>
                  </a:path>
                </a:pathLst>
              </a:custGeom>
              <a:gradFill flip="none" rotWithShape="1">
                <a:gsLst>
                  <a:gs pos="7000">
                    <a:schemeClr val="accent4"/>
                  </a:gs>
                  <a:gs pos="91500">
                    <a:srgbClr val="DFA800"/>
                  </a:gs>
                  <a:gs pos="91000">
                    <a:srgbClr val="BF9000"/>
                  </a:gs>
                  <a:gs pos="90000">
                    <a:schemeClr val="accent4"/>
                  </a:gs>
                  <a:gs pos="52500">
                    <a:schemeClr val="accent4"/>
                  </a:gs>
                  <a:gs pos="15000">
                    <a:schemeClr val="accent4">
                      <a:lumMod val="40000"/>
                      <a:lumOff val="60000"/>
                    </a:schemeClr>
                  </a:gs>
                  <a:gs pos="0">
                    <a:schemeClr val="accent4"/>
                  </a:gs>
                  <a:gs pos="100000">
                    <a:schemeClr val="accent4">
                      <a:lumMod val="20000"/>
                      <a:lumOff val="8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53" name="Rectangle 51">
                <a:extLst>
                  <a:ext uri="{FF2B5EF4-FFF2-40B4-BE49-F238E27FC236}">
                    <a16:creationId xmlns:a16="http://schemas.microsoft.com/office/drawing/2014/main" id="{C2C89442-F503-4DAC-9B59-D969B2B38650}"/>
                  </a:ext>
                </a:extLst>
              </p:cNvPr>
              <p:cNvSpPr/>
              <p:nvPr/>
            </p:nvSpPr>
            <p:spPr>
              <a:xfrm>
                <a:off x="5790024" y="2363870"/>
                <a:ext cx="725073" cy="89929"/>
              </a:xfrm>
              <a:custGeom>
                <a:avLst/>
                <a:gdLst>
                  <a:gd name="connsiteX0" fmla="*/ 0 w 848781"/>
                  <a:gd name="connsiteY0" fmla="*/ 0 h 60733"/>
                  <a:gd name="connsiteX1" fmla="*/ 848781 w 848781"/>
                  <a:gd name="connsiteY1" fmla="*/ 0 h 60733"/>
                  <a:gd name="connsiteX2" fmla="*/ 848781 w 848781"/>
                  <a:gd name="connsiteY2" fmla="*/ 60733 h 60733"/>
                  <a:gd name="connsiteX3" fmla="*/ 0 w 848781"/>
                  <a:gd name="connsiteY3" fmla="*/ 60733 h 60733"/>
                  <a:gd name="connsiteX4" fmla="*/ 0 w 848781"/>
                  <a:gd name="connsiteY4" fmla="*/ 0 h 60733"/>
                  <a:gd name="connsiteX0" fmla="*/ 0 w 867831"/>
                  <a:gd name="connsiteY0" fmla="*/ 2382 h 63115"/>
                  <a:gd name="connsiteX1" fmla="*/ 867831 w 867831"/>
                  <a:gd name="connsiteY1" fmla="*/ 0 h 63115"/>
                  <a:gd name="connsiteX2" fmla="*/ 848781 w 867831"/>
                  <a:gd name="connsiteY2" fmla="*/ 63115 h 63115"/>
                  <a:gd name="connsiteX3" fmla="*/ 0 w 867831"/>
                  <a:gd name="connsiteY3" fmla="*/ 63115 h 63115"/>
                  <a:gd name="connsiteX4" fmla="*/ 0 w 867831"/>
                  <a:gd name="connsiteY4" fmla="*/ 2382 h 63115"/>
                  <a:gd name="connsiteX0" fmla="*/ 0 w 867831"/>
                  <a:gd name="connsiteY0" fmla="*/ 2382 h 65496"/>
                  <a:gd name="connsiteX1" fmla="*/ 867831 w 867831"/>
                  <a:gd name="connsiteY1" fmla="*/ 0 h 65496"/>
                  <a:gd name="connsiteX2" fmla="*/ 858306 w 867831"/>
                  <a:gd name="connsiteY2" fmla="*/ 65496 h 65496"/>
                  <a:gd name="connsiteX3" fmla="*/ 0 w 867831"/>
                  <a:gd name="connsiteY3" fmla="*/ 63115 h 65496"/>
                  <a:gd name="connsiteX4" fmla="*/ 0 w 867831"/>
                  <a:gd name="connsiteY4" fmla="*/ 2382 h 65496"/>
                  <a:gd name="connsiteX0" fmla="*/ 0 w 858306"/>
                  <a:gd name="connsiteY0" fmla="*/ 1 h 63115"/>
                  <a:gd name="connsiteX1" fmla="*/ 846400 w 858306"/>
                  <a:gd name="connsiteY1" fmla="*/ 0 h 63115"/>
                  <a:gd name="connsiteX2" fmla="*/ 858306 w 858306"/>
                  <a:gd name="connsiteY2" fmla="*/ 63115 h 63115"/>
                  <a:gd name="connsiteX3" fmla="*/ 0 w 858306"/>
                  <a:gd name="connsiteY3" fmla="*/ 60734 h 63115"/>
                  <a:gd name="connsiteX4" fmla="*/ 0 w 858306"/>
                  <a:gd name="connsiteY4" fmla="*/ 1 h 63115"/>
                  <a:gd name="connsiteX0" fmla="*/ 0 w 848781"/>
                  <a:gd name="connsiteY0" fmla="*/ 1 h 63115"/>
                  <a:gd name="connsiteX1" fmla="*/ 846400 w 848781"/>
                  <a:gd name="connsiteY1" fmla="*/ 0 h 63115"/>
                  <a:gd name="connsiteX2" fmla="*/ 848781 w 848781"/>
                  <a:gd name="connsiteY2" fmla="*/ 63115 h 63115"/>
                  <a:gd name="connsiteX3" fmla="*/ 0 w 848781"/>
                  <a:gd name="connsiteY3" fmla="*/ 60734 h 63115"/>
                  <a:gd name="connsiteX4" fmla="*/ 0 w 848781"/>
                  <a:gd name="connsiteY4" fmla="*/ 1 h 63115"/>
                  <a:gd name="connsiteX0" fmla="*/ 0 w 886881"/>
                  <a:gd name="connsiteY0" fmla="*/ 4764 h 63115"/>
                  <a:gd name="connsiteX1" fmla="*/ 884500 w 886881"/>
                  <a:gd name="connsiteY1" fmla="*/ 0 h 63115"/>
                  <a:gd name="connsiteX2" fmla="*/ 886881 w 886881"/>
                  <a:gd name="connsiteY2" fmla="*/ 63115 h 63115"/>
                  <a:gd name="connsiteX3" fmla="*/ 38100 w 886881"/>
                  <a:gd name="connsiteY3" fmla="*/ 60734 h 63115"/>
                  <a:gd name="connsiteX4" fmla="*/ 0 w 886881"/>
                  <a:gd name="connsiteY4" fmla="*/ 4764 h 63115"/>
                  <a:gd name="connsiteX0" fmla="*/ 0 w 886881"/>
                  <a:gd name="connsiteY0" fmla="*/ 4764 h 75021"/>
                  <a:gd name="connsiteX1" fmla="*/ 884500 w 886881"/>
                  <a:gd name="connsiteY1" fmla="*/ 0 h 75021"/>
                  <a:gd name="connsiteX2" fmla="*/ 886881 w 886881"/>
                  <a:gd name="connsiteY2" fmla="*/ 63115 h 75021"/>
                  <a:gd name="connsiteX3" fmla="*/ 4763 w 886881"/>
                  <a:gd name="connsiteY3" fmla="*/ 75021 h 75021"/>
                  <a:gd name="connsiteX4" fmla="*/ 0 w 886881"/>
                  <a:gd name="connsiteY4" fmla="*/ 4764 h 75021"/>
                  <a:gd name="connsiteX0" fmla="*/ 0 w 886881"/>
                  <a:gd name="connsiteY0" fmla="*/ 4764 h 70259"/>
                  <a:gd name="connsiteX1" fmla="*/ 884500 w 886881"/>
                  <a:gd name="connsiteY1" fmla="*/ 0 h 70259"/>
                  <a:gd name="connsiteX2" fmla="*/ 886881 w 886881"/>
                  <a:gd name="connsiteY2" fmla="*/ 63115 h 70259"/>
                  <a:gd name="connsiteX3" fmla="*/ 4763 w 886881"/>
                  <a:gd name="connsiteY3" fmla="*/ 70259 h 70259"/>
                  <a:gd name="connsiteX4" fmla="*/ 0 w 886881"/>
                  <a:gd name="connsiteY4" fmla="*/ 4764 h 70259"/>
                  <a:gd name="connsiteX0" fmla="*/ 0 w 886881"/>
                  <a:gd name="connsiteY0" fmla="*/ 4764 h 67877"/>
                  <a:gd name="connsiteX1" fmla="*/ 884500 w 886881"/>
                  <a:gd name="connsiteY1" fmla="*/ 0 h 67877"/>
                  <a:gd name="connsiteX2" fmla="*/ 886881 w 886881"/>
                  <a:gd name="connsiteY2" fmla="*/ 63115 h 67877"/>
                  <a:gd name="connsiteX3" fmla="*/ 2381 w 886881"/>
                  <a:gd name="connsiteY3" fmla="*/ 67877 h 67877"/>
                  <a:gd name="connsiteX4" fmla="*/ 0 w 886881"/>
                  <a:gd name="connsiteY4" fmla="*/ 4764 h 67877"/>
                  <a:gd name="connsiteX0" fmla="*/ 0 w 889263"/>
                  <a:gd name="connsiteY0" fmla="*/ 4764 h 67877"/>
                  <a:gd name="connsiteX1" fmla="*/ 886882 w 889263"/>
                  <a:gd name="connsiteY1" fmla="*/ 0 h 67877"/>
                  <a:gd name="connsiteX2" fmla="*/ 889263 w 889263"/>
                  <a:gd name="connsiteY2" fmla="*/ 63115 h 67877"/>
                  <a:gd name="connsiteX3" fmla="*/ 4763 w 889263"/>
                  <a:gd name="connsiteY3" fmla="*/ 67877 h 67877"/>
                  <a:gd name="connsiteX4" fmla="*/ 0 w 889263"/>
                  <a:gd name="connsiteY4" fmla="*/ 4764 h 67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263" h="67877">
                    <a:moveTo>
                      <a:pt x="0" y="4764"/>
                    </a:moveTo>
                    <a:lnTo>
                      <a:pt x="886882" y="0"/>
                    </a:lnTo>
                    <a:cubicBezTo>
                      <a:pt x="887676" y="21038"/>
                      <a:pt x="888469" y="42077"/>
                      <a:pt x="889263" y="63115"/>
                    </a:cubicBezTo>
                    <a:lnTo>
                      <a:pt x="4763" y="67877"/>
                    </a:lnTo>
                    <a:cubicBezTo>
                      <a:pt x="3969" y="46839"/>
                      <a:pt x="794" y="25802"/>
                      <a:pt x="0" y="4764"/>
                    </a:cubicBezTo>
                    <a:close/>
                  </a:path>
                </a:pathLst>
              </a:custGeom>
              <a:gradFill flip="none" rotWithShape="1">
                <a:gsLst>
                  <a:gs pos="7000">
                    <a:schemeClr val="accent4"/>
                  </a:gs>
                  <a:gs pos="91500">
                    <a:srgbClr val="DFA800"/>
                  </a:gs>
                  <a:gs pos="91000">
                    <a:srgbClr val="BF9000"/>
                  </a:gs>
                  <a:gs pos="90000">
                    <a:schemeClr val="accent4"/>
                  </a:gs>
                  <a:gs pos="52500">
                    <a:schemeClr val="accent4"/>
                  </a:gs>
                  <a:gs pos="15000">
                    <a:schemeClr val="accent4">
                      <a:lumMod val="40000"/>
                      <a:lumOff val="60000"/>
                    </a:schemeClr>
                  </a:gs>
                  <a:gs pos="0">
                    <a:schemeClr val="accent4"/>
                  </a:gs>
                  <a:gs pos="100000">
                    <a:schemeClr val="accent4">
                      <a:lumMod val="20000"/>
                      <a:lumOff val="8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54" name="Rectangle 51">
                <a:extLst>
                  <a:ext uri="{FF2B5EF4-FFF2-40B4-BE49-F238E27FC236}">
                    <a16:creationId xmlns:a16="http://schemas.microsoft.com/office/drawing/2014/main" id="{031013F4-A252-4015-82CE-704DA57A44EB}"/>
                  </a:ext>
                </a:extLst>
              </p:cNvPr>
              <p:cNvSpPr/>
              <p:nvPr/>
            </p:nvSpPr>
            <p:spPr>
              <a:xfrm>
                <a:off x="5790024" y="2181641"/>
                <a:ext cx="725073" cy="89929"/>
              </a:xfrm>
              <a:custGeom>
                <a:avLst/>
                <a:gdLst>
                  <a:gd name="connsiteX0" fmla="*/ 0 w 848781"/>
                  <a:gd name="connsiteY0" fmla="*/ 0 h 60733"/>
                  <a:gd name="connsiteX1" fmla="*/ 848781 w 848781"/>
                  <a:gd name="connsiteY1" fmla="*/ 0 h 60733"/>
                  <a:gd name="connsiteX2" fmla="*/ 848781 w 848781"/>
                  <a:gd name="connsiteY2" fmla="*/ 60733 h 60733"/>
                  <a:gd name="connsiteX3" fmla="*/ 0 w 848781"/>
                  <a:gd name="connsiteY3" fmla="*/ 60733 h 60733"/>
                  <a:gd name="connsiteX4" fmla="*/ 0 w 848781"/>
                  <a:gd name="connsiteY4" fmla="*/ 0 h 60733"/>
                  <a:gd name="connsiteX0" fmla="*/ 0 w 867831"/>
                  <a:gd name="connsiteY0" fmla="*/ 2382 h 63115"/>
                  <a:gd name="connsiteX1" fmla="*/ 867831 w 867831"/>
                  <a:gd name="connsiteY1" fmla="*/ 0 h 63115"/>
                  <a:gd name="connsiteX2" fmla="*/ 848781 w 867831"/>
                  <a:gd name="connsiteY2" fmla="*/ 63115 h 63115"/>
                  <a:gd name="connsiteX3" fmla="*/ 0 w 867831"/>
                  <a:gd name="connsiteY3" fmla="*/ 63115 h 63115"/>
                  <a:gd name="connsiteX4" fmla="*/ 0 w 867831"/>
                  <a:gd name="connsiteY4" fmla="*/ 2382 h 63115"/>
                  <a:gd name="connsiteX0" fmla="*/ 0 w 867831"/>
                  <a:gd name="connsiteY0" fmla="*/ 2382 h 65496"/>
                  <a:gd name="connsiteX1" fmla="*/ 867831 w 867831"/>
                  <a:gd name="connsiteY1" fmla="*/ 0 h 65496"/>
                  <a:gd name="connsiteX2" fmla="*/ 858306 w 867831"/>
                  <a:gd name="connsiteY2" fmla="*/ 65496 h 65496"/>
                  <a:gd name="connsiteX3" fmla="*/ 0 w 867831"/>
                  <a:gd name="connsiteY3" fmla="*/ 63115 h 65496"/>
                  <a:gd name="connsiteX4" fmla="*/ 0 w 867831"/>
                  <a:gd name="connsiteY4" fmla="*/ 2382 h 65496"/>
                  <a:gd name="connsiteX0" fmla="*/ 0 w 858306"/>
                  <a:gd name="connsiteY0" fmla="*/ 1 h 63115"/>
                  <a:gd name="connsiteX1" fmla="*/ 846400 w 858306"/>
                  <a:gd name="connsiteY1" fmla="*/ 0 h 63115"/>
                  <a:gd name="connsiteX2" fmla="*/ 858306 w 858306"/>
                  <a:gd name="connsiteY2" fmla="*/ 63115 h 63115"/>
                  <a:gd name="connsiteX3" fmla="*/ 0 w 858306"/>
                  <a:gd name="connsiteY3" fmla="*/ 60734 h 63115"/>
                  <a:gd name="connsiteX4" fmla="*/ 0 w 858306"/>
                  <a:gd name="connsiteY4" fmla="*/ 1 h 63115"/>
                  <a:gd name="connsiteX0" fmla="*/ 0 w 848781"/>
                  <a:gd name="connsiteY0" fmla="*/ 1 h 63115"/>
                  <a:gd name="connsiteX1" fmla="*/ 846400 w 848781"/>
                  <a:gd name="connsiteY1" fmla="*/ 0 h 63115"/>
                  <a:gd name="connsiteX2" fmla="*/ 848781 w 848781"/>
                  <a:gd name="connsiteY2" fmla="*/ 63115 h 63115"/>
                  <a:gd name="connsiteX3" fmla="*/ 0 w 848781"/>
                  <a:gd name="connsiteY3" fmla="*/ 60734 h 63115"/>
                  <a:gd name="connsiteX4" fmla="*/ 0 w 848781"/>
                  <a:gd name="connsiteY4" fmla="*/ 1 h 63115"/>
                  <a:gd name="connsiteX0" fmla="*/ 0 w 886881"/>
                  <a:gd name="connsiteY0" fmla="*/ 4764 h 63115"/>
                  <a:gd name="connsiteX1" fmla="*/ 884500 w 886881"/>
                  <a:gd name="connsiteY1" fmla="*/ 0 h 63115"/>
                  <a:gd name="connsiteX2" fmla="*/ 886881 w 886881"/>
                  <a:gd name="connsiteY2" fmla="*/ 63115 h 63115"/>
                  <a:gd name="connsiteX3" fmla="*/ 38100 w 886881"/>
                  <a:gd name="connsiteY3" fmla="*/ 60734 h 63115"/>
                  <a:gd name="connsiteX4" fmla="*/ 0 w 886881"/>
                  <a:gd name="connsiteY4" fmla="*/ 4764 h 63115"/>
                  <a:gd name="connsiteX0" fmla="*/ 0 w 886881"/>
                  <a:gd name="connsiteY0" fmla="*/ 4764 h 75021"/>
                  <a:gd name="connsiteX1" fmla="*/ 884500 w 886881"/>
                  <a:gd name="connsiteY1" fmla="*/ 0 h 75021"/>
                  <a:gd name="connsiteX2" fmla="*/ 886881 w 886881"/>
                  <a:gd name="connsiteY2" fmla="*/ 63115 h 75021"/>
                  <a:gd name="connsiteX3" fmla="*/ 4763 w 886881"/>
                  <a:gd name="connsiteY3" fmla="*/ 75021 h 75021"/>
                  <a:gd name="connsiteX4" fmla="*/ 0 w 886881"/>
                  <a:gd name="connsiteY4" fmla="*/ 4764 h 75021"/>
                  <a:gd name="connsiteX0" fmla="*/ 0 w 886881"/>
                  <a:gd name="connsiteY0" fmla="*/ 4764 h 70259"/>
                  <a:gd name="connsiteX1" fmla="*/ 884500 w 886881"/>
                  <a:gd name="connsiteY1" fmla="*/ 0 h 70259"/>
                  <a:gd name="connsiteX2" fmla="*/ 886881 w 886881"/>
                  <a:gd name="connsiteY2" fmla="*/ 63115 h 70259"/>
                  <a:gd name="connsiteX3" fmla="*/ 4763 w 886881"/>
                  <a:gd name="connsiteY3" fmla="*/ 70259 h 70259"/>
                  <a:gd name="connsiteX4" fmla="*/ 0 w 886881"/>
                  <a:gd name="connsiteY4" fmla="*/ 4764 h 70259"/>
                  <a:gd name="connsiteX0" fmla="*/ 0 w 886881"/>
                  <a:gd name="connsiteY0" fmla="*/ 4764 h 67877"/>
                  <a:gd name="connsiteX1" fmla="*/ 884500 w 886881"/>
                  <a:gd name="connsiteY1" fmla="*/ 0 h 67877"/>
                  <a:gd name="connsiteX2" fmla="*/ 886881 w 886881"/>
                  <a:gd name="connsiteY2" fmla="*/ 63115 h 67877"/>
                  <a:gd name="connsiteX3" fmla="*/ 2381 w 886881"/>
                  <a:gd name="connsiteY3" fmla="*/ 67877 h 67877"/>
                  <a:gd name="connsiteX4" fmla="*/ 0 w 886881"/>
                  <a:gd name="connsiteY4" fmla="*/ 4764 h 67877"/>
                  <a:gd name="connsiteX0" fmla="*/ 0 w 889263"/>
                  <a:gd name="connsiteY0" fmla="*/ 4764 h 67877"/>
                  <a:gd name="connsiteX1" fmla="*/ 886882 w 889263"/>
                  <a:gd name="connsiteY1" fmla="*/ 0 h 67877"/>
                  <a:gd name="connsiteX2" fmla="*/ 889263 w 889263"/>
                  <a:gd name="connsiteY2" fmla="*/ 63115 h 67877"/>
                  <a:gd name="connsiteX3" fmla="*/ 4763 w 889263"/>
                  <a:gd name="connsiteY3" fmla="*/ 67877 h 67877"/>
                  <a:gd name="connsiteX4" fmla="*/ 0 w 889263"/>
                  <a:gd name="connsiteY4" fmla="*/ 4764 h 678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263" h="67877">
                    <a:moveTo>
                      <a:pt x="0" y="4764"/>
                    </a:moveTo>
                    <a:lnTo>
                      <a:pt x="886882" y="0"/>
                    </a:lnTo>
                    <a:cubicBezTo>
                      <a:pt x="887676" y="21038"/>
                      <a:pt x="888469" y="42077"/>
                      <a:pt x="889263" y="63115"/>
                    </a:cubicBezTo>
                    <a:lnTo>
                      <a:pt x="4763" y="67877"/>
                    </a:lnTo>
                    <a:cubicBezTo>
                      <a:pt x="3969" y="46839"/>
                      <a:pt x="794" y="25802"/>
                      <a:pt x="0" y="4764"/>
                    </a:cubicBezTo>
                    <a:close/>
                  </a:path>
                </a:pathLst>
              </a:custGeom>
              <a:gradFill flip="none" rotWithShape="1">
                <a:gsLst>
                  <a:gs pos="7000">
                    <a:schemeClr val="accent4"/>
                  </a:gs>
                  <a:gs pos="91500">
                    <a:srgbClr val="DFA800"/>
                  </a:gs>
                  <a:gs pos="91000">
                    <a:srgbClr val="BF9000"/>
                  </a:gs>
                  <a:gs pos="90000">
                    <a:schemeClr val="accent4"/>
                  </a:gs>
                  <a:gs pos="52500">
                    <a:schemeClr val="accent4"/>
                  </a:gs>
                  <a:gs pos="15000">
                    <a:schemeClr val="accent4">
                      <a:lumMod val="40000"/>
                      <a:lumOff val="60000"/>
                    </a:schemeClr>
                  </a:gs>
                  <a:gs pos="0">
                    <a:schemeClr val="accent4"/>
                  </a:gs>
                  <a:gs pos="100000">
                    <a:schemeClr val="accent4">
                      <a:lumMod val="20000"/>
                      <a:lumOff val="8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55" name="Rectangle 51">
                <a:extLst>
                  <a:ext uri="{FF2B5EF4-FFF2-40B4-BE49-F238E27FC236}">
                    <a16:creationId xmlns:a16="http://schemas.microsoft.com/office/drawing/2014/main" id="{4B1FBAEB-8B04-4368-A648-C70591296E85}"/>
                  </a:ext>
                </a:extLst>
              </p:cNvPr>
              <p:cNvSpPr/>
              <p:nvPr/>
            </p:nvSpPr>
            <p:spPr>
              <a:xfrm>
                <a:off x="5815243" y="700880"/>
                <a:ext cx="692087" cy="47696"/>
              </a:xfrm>
              <a:custGeom>
                <a:avLst/>
                <a:gdLst>
                  <a:gd name="connsiteX0" fmla="*/ 0 w 848781"/>
                  <a:gd name="connsiteY0" fmla="*/ 0 h 60733"/>
                  <a:gd name="connsiteX1" fmla="*/ 848781 w 848781"/>
                  <a:gd name="connsiteY1" fmla="*/ 0 h 60733"/>
                  <a:gd name="connsiteX2" fmla="*/ 848781 w 848781"/>
                  <a:gd name="connsiteY2" fmla="*/ 60733 h 60733"/>
                  <a:gd name="connsiteX3" fmla="*/ 0 w 848781"/>
                  <a:gd name="connsiteY3" fmla="*/ 60733 h 60733"/>
                  <a:gd name="connsiteX4" fmla="*/ 0 w 848781"/>
                  <a:gd name="connsiteY4" fmla="*/ 0 h 60733"/>
                  <a:gd name="connsiteX0" fmla="*/ 0 w 867831"/>
                  <a:gd name="connsiteY0" fmla="*/ 2382 h 63115"/>
                  <a:gd name="connsiteX1" fmla="*/ 867831 w 867831"/>
                  <a:gd name="connsiteY1" fmla="*/ 0 h 63115"/>
                  <a:gd name="connsiteX2" fmla="*/ 848781 w 867831"/>
                  <a:gd name="connsiteY2" fmla="*/ 63115 h 63115"/>
                  <a:gd name="connsiteX3" fmla="*/ 0 w 867831"/>
                  <a:gd name="connsiteY3" fmla="*/ 63115 h 63115"/>
                  <a:gd name="connsiteX4" fmla="*/ 0 w 867831"/>
                  <a:gd name="connsiteY4" fmla="*/ 2382 h 63115"/>
                  <a:gd name="connsiteX0" fmla="*/ 0 w 867831"/>
                  <a:gd name="connsiteY0" fmla="*/ 2382 h 65496"/>
                  <a:gd name="connsiteX1" fmla="*/ 867831 w 867831"/>
                  <a:gd name="connsiteY1" fmla="*/ 0 h 65496"/>
                  <a:gd name="connsiteX2" fmla="*/ 858306 w 867831"/>
                  <a:gd name="connsiteY2" fmla="*/ 65496 h 65496"/>
                  <a:gd name="connsiteX3" fmla="*/ 0 w 867831"/>
                  <a:gd name="connsiteY3" fmla="*/ 63115 h 65496"/>
                  <a:gd name="connsiteX4" fmla="*/ 0 w 867831"/>
                  <a:gd name="connsiteY4" fmla="*/ 2382 h 65496"/>
                  <a:gd name="connsiteX0" fmla="*/ 0 w 858306"/>
                  <a:gd name="connsiteY0" fmla="*/ 1 h 63115"/>
                  <a:gd name="connsiteX1" fmla="*/ 846400 w 858306"/>
                  <a:gd name="connsiteY1" fmla="*/ 0 h 63115"/>
                  <a:gd name="connsiteX2" fmla="*/ 858306 w 858306"/>
                  <a:gd name="connsiteY2" fmla="*/ 63115 h 63115"/>
                  <a:gd name="connsiteX3" fmla="*/ 0 w 858306"/>
                  <a:gd name="connsiteY3" fmla="*/ 60734 h 63115"/>
                  <a:gd name="connsiteX4" fmla="*/ 0 w 858306"/>
                  <a:gd name="connsiteY4" fmla="*/ 1 h 63115"/>
                  <a:gd name="connsiteX0" fmla="*/ 0 w 848781"/>
                  <a:gd name="connsiteY0" fmla="*/ 1 h 63115"/>
                  <a:gd name="connsiteX1" fmla="*/ 846400 w 848781"/>
                  <a:gd name="connsiteY1" fmla="*/ 0 h 63115"/>
                  <a:gd name="connsiteX2" fmla="*/ 848781 w 848781"/>
                  <a:gd name="connsiteY2" fmla="*/ 63115 h 63115"/>
                  <a:gd name="connsiteX3" fmla="*/ 0 w 848781"/>
                  <a:gd name="connsiteY3" fmla="*/ 60734 h 63115"/>
                  <a:gd name="connsiteX4" fmla="*/ 0 w 848781"/>
                  <a:gd name="connsiteY4" fmla="*/ 1 h 63115"/>
                  <a:gd name="connsiteX0" fmla="*/ 0 w 886881"/>
                  <a:gd name="connsiteY0" fmla="*/ 4764 h 63115"/>
                  <a:gd name="connsiteX1" fmla="*/ 884500 w 886881"/>
                  <a:gd name="connsiteY1" fmla="*/ 0 h 63115"/>
                  <a:gd name="connsiteX2" fmla="*/ 886881 w 886881"/>
                  <a:gd name="connsiteY2" fmla="*/ 63115 h 63115"/>
                  <a:gd name="connsiteX3" fmla="*/ 38100 w 886881"/>
                  <a:gd name="connsiteY3" fmla="*/ 60734 h 63115"/>
                  <a:gd name="connsiteX4" fmla="*/ 0 w 886881"/>
                  <a:gd name="connsiteY4" fmla="*/ 4764 h 63115"/>
                  <a:gd name="connsiteX0" fmla="*/ 0 w 886881"/>
                  <a:gd name="connsiteY0" fmla="*/ 4764 h 75021"/>
                  <a:gd name="connsiteX1" fmla="*/ 884500 w 886881"/>
                  <a:gd name="connsiteY1" fmla="*/ 0 h 75021"/>
                  <a:gd name="connsiteX2" fmla="*/ 886881 w 886881"/>
                  <a:gd name="connsiteY2" fmla="*/ 63115 h 75021"/>
                  <a:gd name="connsiteX3" fmla="*/ 4763 w 886881"/>
                  <a:gd name="connsiteY3" fmla="*/ 75021 h 75021"/>
                  <a:gd name="connsiteX4" fmla="*/ 0 w 886881"/>
                  <a:gd name="connsiteY4" fmla="*/ 4764 h 75021"/>
                  <a:gd name="connsiteX0" fmla="*/ 0 w 886881"/>
                  <a:gd name="connsiteY0" fmla="*/ 4764 h 70259"/>
                  <a:gd name="connsiteX1" fmla="*/ 884500 w 886881"/>
                  <a:gd name="connsiteY1" fmla="*/ 0 h 70259"/>
                  <a:gd name="connsiteX2" fmla="*/ 886881 w 886881"/>
                  <a:gd name="connsiteY2" fmla="*/ 63115 h 70259"/>
                  <a:gd name="connsiteX3" fmla="*/ 4763 w 886881"/>
                  <a:gd name="connsiteY3" fmla="*/ 70259 h 70259"/>
                  <a:gd name="connsiteX4" fmla="*/ 0 w 886881"/>
                  <a:gd name="connsiteY4" fmla="*/ 4764 h 70259"/>
                  <a:gd name="connsiteX0" fmla="*/ 0 w 886881"/>
                  <a:gd name="connsiteY0" fmla="*/ 4764 h 67877"/>
                  <a:gd name="connsiteX1" fmla="*/ 884500 w 886881"/>
                  <a:gd name="connsiteY1" fmla="*/ 0 h 67877"/>
                  <a:gd name="connsiteX2" fmla="*/ 886881 w 886881"/>
                  <a:gd name="connsiteY2" fmla="*/ 63115 h 67877"/>
                  <a:gd name="connsiteX3" fmla="*/ 2381 w 886881"/>
                  <a:gd name="connsiteY3" fmla="*/ 67877 h 67877"/>
                  <a:gd name="connsiteX4" fmla="*/ 0 w 886881"/>
                  <a:gd name="connsiteY4" fmla="*/ 4764 h 67877"/>
                  <a:gd name="connsiteX0" fmla="*/ 0 w 889263"/>
                  <a:gd name="connsiteY0" fmla="*/ 4764 h 67877"/>
                  <a:gd name="connsiteX1" fmla="*/ 886882 w 889263"/>
                  <a:gd name="connsiteY1" fmla="*/ 0 h 67877"/>
                  <a:gd name="connsiteX2" fmla="*/ 889263 w 889263"/>
                  <a:gd name="connsiteY2" fmla="*/ 63115 h 67877"/>
                  <a:gd name="connsiteX3" fmla="*/ 4763 w 889263"/>
                  <a:gd name="connsiteY3" fmla="*/ 67877 h 67877"/>
                  <a:gd name="connsiteX4" fmla="*/ 0 w 889263"/>
                  <a:gd name="connsiteY4" fmla="*/ 4764 h 67877"/>
                  <a:gd name="connsiteX0" fmla="*/ 0 w 889263"/>
                  <a:gd name="connsiteY0" fmla="*/ 1229 h 64342"/>
                  <a:gd name="connsiteX1" fmla="*/ 865450 w 889263"/>
                  <a:gd name="connsiteY1" fmla="*/ 0 h 64342"/>
                  <a:gd name="connsiteX2" fmla="*/ 889263 w 889263"/>
                  <a:gd name="connsiteY2" fmla="*/ 59580 h 64342"/>
                  <a:gd name="connsiteX3" fmla="*/ 4763 w 889263"/>
                  <a:gd name="connsiteY3" fmla="*/ 64342 h 64342"/>
                  <a:gd name="connsiteX4" fmla="*/ 0 w 889263"/>
                  <a:gd name="connsiteY4" fmla="*/ 1229 h 64342"/>
                  <a:gd name="connsiteX0" fmla="*/ 0 w 872594"/>
                  <a:gd name="connsiteY0" fmla="*/ 1229 h 80792"/>
                  <a:gd name="connsiteX1" fmla="*/ 865450 w 872594"/>
                  <a:gd name="connsiteY1" fmla="*/ 0 h 80792"/>
                  <a:gd name="connsiteX2" fmla="*/ 872594 w 872594"/>
                  <a:gd name="connsiteY2" fmla="*/ 80792 h 80792"/>
                  <a:gd name="connsiteX3" fmla="*/ 4763 w 872594"/>
                  <a:gd name="connsiteY3" fmla="*/ 64342 h 80792"/>
                  <a:gd name="connsiteX4" fmla="*/ 0 w 872594"/>
                  <a:gd name="connsiteY4" fmla="*/ 1229 h 80792"/>
                  <a:gd name="connsiteX0" fmla="*/ 42873 w 867842"/>
                  <a:gd name="connsiteY0" fmla="*/ 1229 h 80792"/>
                  <a:gd name="connsiteX1" fmla="*/ 860698 w 867842"/>
                  <a:gd name="connsiteY1" fmla="*/ 0 h 80792"/>
                  <a:gd name="connsiteX2" fmla="*/ 867842 w 867842"/>
                  <a:gd name="connsiteY2" fmla="*/ 80792 h 80792"/>
                  <a:gd name="connsiteX3" fmla="*/ 11 w 867842"/>
                  <a:gd name="connsiteY3" fmla="*/ 64342 h 80792"/>
                  <a:gd name="connsiteX4" fmla="*/ 42873 w 867842"/>
                  <a:gd name="connsiteY4" fmla="*/ 1229 h 80792"/>
                  <a:gd name="connsiteX0" fmla="*/ 16695 w 841664"/>
                  <a:gd name="connsiteY0" fmla="*/ 1229 h 80792"/>
                  <a:gd name="connsiteX1" fmla="*/ 834520 w 841664"/>
                  <a:gd name="connsiteY1" fmla="*/ 0 h 80792"/>
                  <a:gd name="connsiteX2" fmla="*/ 841664 w 841664"/>
                  <a:gd name="connsiteY2" fmla="*/ 80792 h 80792"/>
                  <a:gd name="connsiteX3" fmla="*/ 26 w 841664"/>
                  <a:gd name="connsiteY3" fmla="*/ 60807 h 80792"/>
                  <a:gd name="connsiteX4" fmla="*/ 16695 w 841664"/>
                  <a:gd name="connsiteY4" fmla="*/ 1229 h 80792"/>
                  <a:gd name="connsiteX0" fmla="*/ 16695 w 848807"/>
                  <a:gd name="connsiteY0" fmla="*/ 1229 h 63116"/>
                  <a:gd name="connsiteX1" fmla="*/ 834520 w 848807"/>
                  <a:gd name="connsiteY1" fmla="*/ 0 h 63116"/>
                  <a:gd name="connsiteX2" fmla="*/ 848807 w 848807"/>
                  <a:gd name="connsiteY2" fmla="*/ 63116 h 63116"/>
                  <a:gd name="connsiteX3" fmla="*/ 26 w 848807"/>
                  <a:gd name="connsiteY3" fmla="*/ 60807 h 63116"/>
                  <a:gd name="connsiteX4" fmla="*/ 16695 w 848807"/>
                  <a:gd name="connsiteY4" fmla="*/ 1229 h 63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807" h="63116">
                    <a:moveTo>
                      <a:pt x="16695" y="1229"/>
                    </a:moveTo>
                    <a:lnTo>
                      <a:pt x="834520" y="0"/>
                    </a:lnTo>
                    <a:cubicBezTo>
                      <a:pt x="835314" y="21038"/>
                      <a:pt x="848013" y="42078"/>
                      <a:pt x="848807" y="63116"/>
                    </a:cubicBezTo>
                    <a:lnTo>
                      <a:pt x="26" y="60807"/>
                    </a:lnTo>
                    <a:cubicBezTo>
                      <a:pt x="-768" y="39769"/>
                      <a:pt x="17489" y="22267"/>
                      <a:pt x="16695" y="1229"/>
                    </a:cubicBezTo>
                    <a:close/>
                  </a:path>
                </a:pathLst>
              </a:custGeom>
              <a:gradFill flip="none" rotWithShape="1">
                <a:gsLst>
                  <a:gs pos="7000">
                    <a:schemeClr val="accent4"/>
                  </a:gs>
                  <a:gs pos="91500">
                    <a:srgbClr val="DFA800"/>
                  </a:gs>
                  <a:gs pos="91000">
                    <a:srgbClr val="BF9000"/>
                  </a:gs>
                  <a:gs pos="90000">
                    <a:schemeClr val="accent4"/>
                  </a:gs>
                  <a:gs pos="52500">
                    <a:schemeClr val="accent4"/>
                  </a:gs>
                  <a:gs pos="15000">
                    <a:schemeClr val="accent4">
                      <a:lumMod val="40000"/>
                      <a:lumOff val="60000"/>
                    </a:schemeClr>
                  </a:gs>
                  <a:gs pos="0">
                    <a:schemeClr val="accent4"/>
                  </a:gs>
                  <a:gs pos="100000">
                    <a:schemeClr val="accent4">
                      <a:lumMod val="20000"/>
                      <a:lumOff val="8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59" name="Freeform: Shape 58">
                <a:extLst>
                  <a:ext uri="{FF2B5EF4-FFF2-40B4-BE49-F238E27FC236}">
                    <a16:creationId xmlns:a16="http://schemas.microsoft.com/office/drawing/2014/main" id="{6BC4CE7B-0964-4414-9847-C2CE2E518FDB}"/>
                  </a:ext>
                </a:extLst>
              </p:cNvPr>
              <p:cNvSpPr/>
              <p:nvPr/>
            </p:nvSpPr>
            <p:spPr>
              <a:xfrm flipV="1">
                <a:off x="5935954" y="701586"/>
                <a:ext cx="57651" cy="1204064"/>
              </a:xfrm>
              <a:custGeom>
                <a:avLst/>
                <a:gdLst>
                  <a:gd name="connsiteX0" fmla="*/ 24342 w 50800"/>
                  <a:gd name="connsiteY0" fmla="*/ 0 h 1476943"/>
                  <a:gd name="connsiteX1" fmla="*/ 26458 w 50800"/>
                  <a:gd name="connsiteY1" fmla="*/ 0 h 1476943"/>
                  <a:gd name="connsiteX2" fmla="*/ 50800 w 50800"/>
                  <a:gd name="connsiteY2" fmla="*/ 24342 h 1476943"/>
                  <a:gd name="connsiteX3" fmla="*/ 50800 w 50800"/>
                  <a:gd name="connsiteY3" fmla="*/ 1476943 h 1476943"/>
                  <a:gd name="connsiteX4" fmla="*/ 0 w 50800"/>
                  <a:gd name="connsiteY4" fmla="*/ 1476943 h 1476943"/>
                  <a:gd name="connsiteX5" fmla="*/ 0 w 50800"/>
                  <a:gd name="connsiteY5" fmla="*/ 24342 h 1476943"/>
                  <a:gd name="connsiteX6" fmla="*/ 24342 w 50800"/>
                  <a:gd name="connsiteY6" fmla="*/ 0 h 1476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800" h="1476943">
                    <a:moveTo>
                      <a:pt x="24342" y="0"/>
                    </a:moveTo>
                    <a:lnTo>
                      <a:pt x="26458" y="0"/>
                    </a:lnTo>
                    <a:cubicBezTo>
                      <a:pt x="39902" y="0"/>
                      <a:pt x="50800" y="10898"/>
                      <a:pt x="50800" y="24342"/>
                    </a:cubicBezTo>
                    <a:lnTo>
                      <a:pt x="50800" y="1476943"/>
                    </a:lnTo>
                    <a:lnTo>
                      <a:pt x="0" y="1476943"/>
                    </a:lnTo>
                    <a:lnTo>
                      <a:pt x="0" y="24342"/>
                    </a:lnTo>
                    <a:cubicBezTo>
                      <a:pt x="0" y="10898"/>
                      <a:pt x="10898" y="0"/>
                      <a:pt x="24342" y="0"/>
                    </a:cubicBezTo>
                    <a:close/>
                  </a:path>
                </a:pathLst>
              </a:custGeom>
              <a:gradFill flip="none" rotWithShape="1">
                <a:gsLst>
                  <a:gs pos="7000">
                    <a:schemeClr val="accent4"/>
                  </a:gs>
                  <a:gs pos="91500">
                    <a:srgbClr val="DFA800"/>
                  </a:gs>
                  <a:gs pos="91000">
                    <a:srgbClr val="BF9000"/>
                  </a:gs>
                  <a:gs pos="63000">
                    <a:schemeClr val="accent4">
                      <a:lumMod val="20000"/>
                      <a:lumOff val="80000"/>
                    </a:schemeClr>
                  </a:gs>
                  <a:gs pos="31000">
                    <a:schemeClr val="accent4"/>
                  </a:gs>
                  <a:gs pos="15000">
                    <a:schemeClr val="accent4">
                      <a:lumMod val="60000"/>
                      <a:lumOff val="40000"/>
                    </a:schemeClr>
                  </a:gs>
                  <a:gs pos="0">
                    <a:schemeClr val="accent4"/>
                  </a:gs>
                  <a:gs pos="100000">
                    <a:schemeClr val="accent4"/>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grpSp>
        <p:grpSp>
          <p:nvGrpSpPr>
            <p:cNvPr id="6" name="Group 5">
              <a:extLst>
                <a:ext uri="{FF2B5EF4-FFF2-40B4-BE49-F238E27FC236}">
                  <a16:creationId xmlns:a16="http://schemas.microsoft.com/office/drawing/2014/main" id="{7770F561-B887-4286-A8D6-3719FE8DA665}"/>
                </a:ext>
              </a:extLst>
            </p:cNvPr>
            <p:cNvGrpSpPr/>
            <p:nvPr/>
          </p:nvGrpSpPr>
          <p:grpSpPr>
            <a:xfrm>
              <a:off x="9264544" y="2132966"/>
              <a:ext cx="2667990" cy="1733247"/>
              <a:chOff x="9264544" y="1800729"/>
              <a:chExt cx="2667990" cy="1733247"/>
            </a:xfrm>
          </p:grpSpPr>
          <p:sp>
            <p:nvSpPr>
              <p:cNvPr id="17" name="TextBox 16">
                <a:extLst>
                  <a:ext uri="{FF2B5EF4-FFF2-40B4-BE49-F238E27FC236}">
                    <a16:creationId xmlns:a16="http://schemas.microsoft.com/office/drawing/2014/main" id="{BEDBC2A6-F866-43C6-AFC0-39B1AB46BF2E}"/>
                  </a:ext>
                </a:extLst>
              </p:cNvPr>
              <p:cNvSpPr txBox="1"/>
              <p:nvPr/>
            </p:nvSpPr>
            <p:spPr>
              <a:xfrm>
                <a:off x="9264544" y="2179759"/>
                <a:ext cx="2667990" cy="1354217"/>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Train models on larger, cross-hospital datasets to enhance generalization, reduce variance, and improve model robustness</a:t>
                </a:r>
                <a:r>
                  <a:rPr lang="en-US" dirty="0">
                    <a:latin typeface="Cambria" panose="02040503050406030204" pitchFamily="18" charset="0"/>
                    <a:ea typeface="Cambria" panose="02040503050406030204" pitchFamily="18" charset="0"/>
                  </a:rPr>
                  <a:t>.</a:t>
                </a:r>
                <a:endParaRPr lang="en-IN" dirty="0">
                  <a:latin typeface="Cambria" panose="02040503050406030204" pitchFamily="18" charset="0"/>
                  <a:ea typeface="Cambria" panose="02040503050406030204" pitchFamily="18" charset="0"/>
                </a:endParaRPr>
              </a:p>
            </p:txBody>
          </p:sp>
          <p:sp>
            <p:nvSpPr>
              <p:cNvPr id="78" name="TextBox 77">
                <a:extLst>
                  <a:ext uri="{FF2B5EF4-FFF2-40B4-BE49-F238E27FC236}">
                    <a16:creationId xmlns:a16="http://schemas.microsoft.com/office/drawing/2014/main" id="{253F2E41-8E81-4E11-A5B6-2E122C7A6996}"/>
                  </a:ext>
                </a:extLst>
              </p:cNvPr>
              <p:cNvSpPr txBox="1"/>
              <p:nvPr/>
            </p:nvSpPr>
            <p:spPr>
              <a:xfrm>
                <a:off x="9264544" y="1800729"/>
                <a:ext cx="2667990" cy="338554"/>
              </a:xfrm>
              <a:prstGeom prst="rect">
                <a:avLst/>
              </a:prstGeom>
              <a:noFill/>
            </p:spPr>
            <p:txBody>
              <a:bodyPr wrap="square" rtlCol="0">
                <a:spAutoFit/>
              </a:bodyPr>
              <a:lstStyle/>
              <a:p>
                <a:r>
                  <a:rPr lang="en-US" sz="1600" b="1" dirty="0">
                    <a:latin typeface="Cambria" panose="02040503050406030204" pitchFamily="18" charset="0"/>
                    <a:ea typeface="Cambria" panose="02040503050406030204" pitchFamily="18" charset="0"/>
                  </a:rPr>
                  <a:t>Multi-Site Data Scaling</a:t>
                </a:r>
              </a:p>
            </p:txBody>
          </p:sp>
        </p:grpSp>
        <p:grpSp>
          <p:nvGrpSpPr>
            <p:cNvPr id="8" name="Group 7">
              <a:extLst>
                <a:ext uri="{FF2B5EF4-FFF2-40B4-BE49-F238E27FC236}">
                  <a16:creationId xmlns:a16="http://schemas.microsoft.com/office/drawing/2014/main" id="{D5B56007-46A0-4926-8EDF-C06F9DC7D1C2}"/>
                </a:ext>
              </a:extLst>
            </p:cNvPr>
            <p:cNvGrpSpPr/>
            <p:nvPr/>
          </p:nvGrpSpPr>
          <p:grpSpPr>
            <a:xfrm>
              <a:off x="0" y="911220"/>
              <a:ext cx="2927456" cy="1702469"/>
              <a:chOff x="0" y="884835"/>
              <a:chExt cx="2927456" cy="1702469"/>
            </a:xfrm>
          </p:grpSpPr>
          <p:sp>
            <p:nvSpPr>
              <p:cNvPr id="83" name="TextBox 82">
                <a:extLst>
                  <a:ext uri="{FF2B5EF4-FFF2-40B4-BE49-F238E27FC236}">
                    <a16:creationId xmlns:a16="http://schemas.microsoft.com/office/drawing/2014/main" id="{B1D5D98E-06B2-4D7B-B57E-02A0E99AD2E0}"/>
                  </a:ext>
                </a:extLst>
              </p:cNvPr>
              <p:cNvSpPr txBox="1"/>
              <p:nvPr/>
            </p:nvSpPr>
            <p:spPr>
              <a:xfrm>
                <a:off x="259466" y="1263865"/>
                <a:ext cx="2667990" cy="1323439"/>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Incorporate streaming data from hospital information systems to enable dynamic, continuously updated predictions.</a:t>
                </a:r>
                <a:endParaRPr lang="en-IN" sz="1600" dirty="0">
                  <a:latin typeface="Cambria" panose="02040503050406030204" pitchFamily="18" charset="0"/>
                  <a:ea typeface="Cambria" panose="02040503050406030204" pitchFamily="18" charset="0"/>
                </a:endParaRPr>
              </a:p>
            </p:txBody>
          </p:sp>
          <p:sp>
            <p:nvSpPr>
              <p:cNvPr id="84" name="TextBox 83">
                <a:extLst>
                  <a:ext uri="{FF2B5EF4-FFF2-40B4-BE49-F238E27FC236}">
                    <a16:creationId xmlns:a16="http://schemas.microsoft.com/office/drawing/2014/main" id="{6146799D-8CC4-461D-80C9-03199E984D38}"/>
                  </a:ext>
                </a:extLst>
              </p:cNvPr>
              <p:cNvSpPr txBox="1"/>
              <p:nvPr/>
            </p:nvSpPr>
            <p:spPr>
              <a:xfrm>
                <a:off x="0" y="884835"/>
                <a:ext cx="2927456" cy="338554"/>
              </a:xfrm>
              <a:prstGeom prst="rect">
                <a:avLst/>
              </a:prstGeom>
              <a:noFill/>
            </p:spPr>
            <p:txBody>
              <a:bodyPr wrap="square" rtlCol="0">
                <a:spAutoFit/>
              </a:bodyPr>
              <a:lstStyle/>
              <a:p>
                <a:pPr algn="r"/>
                <a:r>
                  <a:rPr lang="en-US" sz="1600" b="1" dirty="0">
                    <a:latin typeface="Cambria" panose="02040503050406030204" pitchFamily="18" charset="0"/>
                    <a:ea typeface="Cambria" panose="02040503050406030204" pitchFamily="18" charset="0"/>
                  </a:rPr>
                  <a:t>Real Time Data Integration</a:t>
                </a:r>
              </a:p>
            </p:txBody>
          </p:sp>
        </p:grpSp>
        <p:grpSp>
          <p:nvGrpSpPr>
            <p:cNvPr id="7" name="Group 6">
              <a:extLst>
                <a:ext uri="{FF2B5EF4-FFF2-40B4-BE49-F238E27FC236}">
                  <a16:creationId xmlns:a16="http://schemas.microsoft.com/office/drawing/2014/main" id="{D93F5CC8-9887-43F7-A114-9F51DA266AF5}"/>
                </a:ext>
              </a:extLst>
            </p:cNvPr>
            <p:cNvGrpSpPr/>
            <p:nvPr/>
          </p:nvGrpSpPr>
          <p:grpSpPr>
            <a:xfrm>
              <a:off x="259466" y="3372398"/>
              <a:ext cx="2667990" cy="1702469"/>
              <a:chOff x="259466" y="2666073"/>
              <a:chExt cx="2667990" cy="1702469"/>
            </a:xfrm>
          </p:grpSpPr>
          <p:sp>
            <p:nvSpPr>
              <p:cNvPr id="86" name="TextBox 85">
                <a:extLst>
                  <a:ext uri="{FF2B5EF4-FFF2-40B4-BE49-F238E27FC236}">
                    <a16:creationId xmlns:a16="http://schemas.microsoft.com/office/drawing/2014/main" id="{8D89958A-6EF6-4475-B585-59295454EBBD}"/>
                  </a:ext>
                </a:extLst>
              </p:cNvPr>
              <p:cNvSpPr txBox="1"/>
              <p:nvPr/>
            </p:nvSpPr>
            <p:spPr>
              <a:xfrm>
                <a:off x="259466" y="3045103"/>
                <a:ext cx="2667990" cy="1323439"/>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Implement a scalable dashboard with model APIs for real-time inference, monitoring, and decision-support analytics.</a:t>
                </a:r>
                <a:endParaRPr lang="en-IN" sz="1600" dirty="0">
                  <a:latin typeface="Cambria" panose="02040503050406030204" pitchFamily="18" charset="0"/>
                  <a:ea typeface="Cambria" panose="02040503050406030204" pitchFamily="18" charset="0"/>
                </a:endParaRPr>
              </a:p>
            </p:txBody>
          </p:sp>
          <p:sp>
            <p:nvSpPr>
              <p:cNvPr id="87" name="TextBox 86">
                <a:extLst>
                  <a:ext uri="{FF2B5EF4-FFF2-40B4-BE49-F238E27FC236}">
                    <a16:creationId xmlns:a16="http://schemas.microsoft.com/office/drawing/2014/main" id="{CB674423-C61C-4693-930B-7B85D253D58D}"/>
                  </a:ext>
                </a:extLst>
              </p:cNvPr>
              <p:cNvSpPr txBox="1"/>
              <p:nvPr/>
            </p:nvSpPr>
            <p:spPr>
              <a:xfrm>
                <a:off x="259466" y="2666073"/>
                <a:ext cx="2667990" cy="338554"/>
              </a:xfrm>
              <a:prstGeom prst="rect">
                <a:avLst/>
              </a:prstGeom>
              <a:noFill/>
            </p:spPr>
            <p:txBody>
              <a:bodyPr wrap="square" rtlCol="0">
                <a:spAutoFit/>
              </a:bodyPr>
              <a:lstStyle/>
              <a:p>
                <a:r>
                  <a:rPr lang="en-IN" sz="1600" b="1" dirty="0"/>
                  <a:t>Deployment &amp; Visualization</a:t>
                </a:r>
                <a:endParaRPr lang="en-US" sz="1600" b="1" dirty="0">
                  <a:latin typeface="Cambria" panose="02040503050406030204" pitchFamily="18" charset="0"/>
                  <a:ea typeface="Cambria" panose="02040503050406030204" pitchFamily="18" charset="0"/>
                </a:endParaRPr>
              </a:p>
            </p:txBody>
          </p:sp>
        </p:grpSp>
        <p:sp>
          <p:nvSpPr>
            <p:cNvPr id="36" name="Oval 35">
              <a:extLst>
                <a:ext uri="{FF2B5EF4-FFF2-40B4-BE49-F238E27FC236}">
                  <a16:creationId xmlns:a16="http://schemas.microsoft.com/office/drawing/2014/main" id="{8ED53F7F-6A55-4ED2-979A-5CA1E9B0ACDF}"/>
                </a:ext>
              </a:extLst>
            </p:cNvPr>
            <p:cNvSpPr/>
            <p:nvPr/>
          </p:nvSpPr>
          <p:spPr>
            <a:xfrm>
              <a:off x="5637173" y="6188641"/>
              <a:ext cx="846754" cy="384558"/>
            </a:xfrm>
            <a:prstGeom prst="ellipse">
              <a:avLst/>
            </a:prstGeom>
            <a:solidFill>
              <a:schemeClr val="tx1">
                <a:alpha val="98000"/>
              </a:schemeClr>
            </a:solidFill>
            <a:ln>
              <a:noFill/>
            </a:ln>
            <a:effectLst>
              <a:softEdge rad="165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7" name="Rectangle 36">
            <a:extLst>
              <a:ext uri="{FF2B5EF4-FFF2-40B4-BE49-F238E27FC236}">
                <a16:creationId xmlns:a16="http://schemas.microsoft.com/office/drawing/2014/main" id="{4FD3ECA3-DCAB-49BF-905F-00E1D9F83A56}"/>
              </a:ext>
            </a:extLst>
          </p:cNvPr>
          <p:cNvSpPr/>
          <p:nvPr/>
        </p:nvSpPr>
        <p:spPr>
          <a:xfrm>
            <a:off x="7653866" y="25551"/>
            <a:ext cx="4538133" cy="646331"/>
          </a:xfrm>
          <a:prstGeom prst="rect">
            <a:avLst/>
          </a:prstGeom>
        </p:spPr>
        <p:txBody>
          <a:bodyPr wrap="square">
            <a:spAutoFit/>
          </a:bodyPr>
          <a:lstStyle/>
          <a:p>
            <a:pPr algn="ctr"/>
            <a:r>
              <a:rPr lang="en-IN" sz="3600" dirty="0"/>
              <a:t>Future Improvements</a:t>
            </a:r>
            <a:endParaRPr lang="en-IN" sz="3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113153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ircle(in)">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678AB1F-B349-4424-BCFC-012E04DB3226}"/>
              </a:ext>
            </a:extLst>
          </p:cNvPr>
          <p:cNvSpPr/>
          <p:nvPr/>
        </p:nvSpPr>
        <p:spPr>
          <a:xfrm>
            <a:off x="0" y="-19163"/>
            <a:ext cx="11306629" cy="87550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Isosceles Triangle 2">
            <a:extLst>
              <a:ext uri="{FF2B5EF4-FFF2-40B4-BE49-F238E27FC236}">
                <a16:creationId xmlns:a16="http://schemas.microsoft.com/office/drawing/2014/main" id="{02545B07-3CD2-4EE4-AA83-0BA7A9047D31}"/>
              </a:ext>
            </a:extLst>
          </p:cNvPr>
          <p:cNvSpPr/>
          <p:nvPr/>
        </p:nvSpPr>
        <p:spPr>
          <a:xfrm rot="16200000">
            <a:off x="10086668" y="-139198"/>
            <a:ext cx="1984171" cy="2213814"/>
          </a:xfrm>
          <a:custGeom>
            <a:avLst/>
            <a:gdLst>
              <a:gd name="connsiteX0" fmla="*/ 0 w 1190625"/>
              <a:gd name="connsiteY0" fmla="*/ 1085850 h 1085850"/>
              <a:gd name="connsiteX1" fmla="*/ 595313 w 1190625"/>
              <a:gd name="connsiteY1" fmla="*/ 0 h 1085850"/>
              <a:gd name="connsiteX2" fmla="*/ 1190625 w 1190625"/>
              <a:gd name="connsiteY2" fmla="*/ 1085850 h 1085850"/>
              <a:gd name="connsiteX3" fmla="*/ 0 w 1190625"/>
              <a:gd name="connsiteY3" fmla="*/ 1085850 h 1085850"/>
              <a:gd name="connsiteX0" fmla="*/ 0 w 1195391"/>
              <a:gd name="connsiteY0" fmla="*/ 1400176 h 1400176"/>
              <a:gd name="connsiteX1" fmla="*/ 1195391 w 1195391"/>
              <a:gd name="connsiteY1" fmla="*/ 0 h 1400176"/>
              <a:gd name="connsiteX2" fmla="*/ 1190625 w 1195391"/>
              <a:gd name="connsiteY2" fmla="*/ 1400176 h 1400176"/>
              <a:gd name="connsiteX3" fmla="*/ 0 w 1195391"/>
              <a:gd name="connsiteY3" fmla="*/ 1400176 h 1400176"/>
              <a:gd name="connsiteX0" fmla="*/ 0 w 1672467"/>
              <a:gd name="connsiteY0" fmla="*/ 1386927 h 1400176"/>
              <a:gd name="connsiteX1" fmla="*/ 1672467 w 1672467"/>
              <a:gd name="connsiteY1" fmla="*/ 0 h 1400176"/>
              <a:gd name="connsiteX2" fmla="*/ 1667701 w 1672467"/>
              <a:gd name="connsiteY2" fmla="*/ 1400176 h 1400176"/>
              <a:gd name="connsiteX3" fmla="*/ 0 w 1672467"/>
              <a:gd name="connsiteY3" fmla="*/ 1386927 h 1400176"/>
              <a:gd name="connsiteX0" fmla="*/ 0 w 1685722"/>
              <a:gd name="connsiteY0" fmla="*/ 1864006 h 1877255"/>
              <a:gd name="connsiteX1" fmla="*/ 1685722 w 1685722"/>
              <a:gd name="connsiteY1" fmla="*/ 0 h 1877255"/>
              <a:gd name="connsiteX2" fmla="*/ 1667701 w 1685722"/>
              <a:gd name="connsiteY2" fmla="*/ 1877255 h 1877255"/>
              <a:gd name="connsiteX3" fmla="*/ 0 w 1685722"/>
              <a:gd name="connsiteY3" fmla="*/ 1864006 h 1877255"/>
              <a:gd name="connsiteX0" fmla="*/ 0 w 1692070"/>
              <a:gd name="connsiteY0" fmla="*/ 1870359 h 1877255"/>
              <a:gd name="connsiteX1" fmla="*/ 1692070 w 1692070"/>
              <a:gd name="connsiteY1" fmla="*/ 0 h 1877255"/>
              <a:gd name="connsiteX2" fmla="*/ 1674049 w 1692070"/>
              <a:gd name="connsiteY2" fmla="*/ 1877255 h 1877255"/>
              <a:gd name="connsiteX3" fmla="*/ 0 w 1692070"/>
              <a:gd name="connsiteY3" fmla="*/ 1870359 h 1877255"/>
              <a:gd name="connsiteX0" fmla="*/ 0 w 1692070"/>
              <a:gd name="connsiteY0" fmla="*/ 1870359 h 1877258"/>
              <a:gd name="connsiteX1" fmla="*/ 1692070 w 1692070"/>
              <a:gd name="connsiteY1" fmla="*/ 0 h 1877258"/>
              <a:gd name="connsiteX2" fmla="*/ 1674051 w 1692070"/>
              <a:gd name="connsiteY2" fmla="*/ 1877258 h 1877258"/>
              <a:gd name="connsiteX3" fmla="*/ 0 w 1692070"/>
              <a:gd name="connsiteY3" fmla="*/ 1870359 h 1877258"/>
              <a:gd name="connsiteX0" fmla="*/ 0 w 1692070"/>
              <a:gd name="connsiteY0" fmla="*/ 1870359 h 1877258"/>
              <a:gd name="connsiteX1" fmla="*/ 1692070 w 1692070"/>
              <a:gd name="connsiteY1" fmla="*/ 0 h 1877258"/>
              <a:gd name="connsiteX2" fmla="*/ 1674051 w 1692070"/>
              <a:gd name="connsiteY2" fmla="*/ 1877258 h 1877258"/>
              <a:gd name="connsiteX3" fmla="*/ 0 w 1692070"/>
              <a:gd name="connsiteY3" fmla="*/ 1870359 h 1877258"/>
              <a:gd name="connsiteX0" fmla="*/ 0 w 1692070"/>
              <a:gd name="connsiteY0" fmla="*/ 1870359 h 1870359"/>
              <a:gd name="connsiteX1" fmla="*/ 1692070 w 1692070"/>
              <a:gd name="connsiteY1" fmla="*/ 0 h 1870359"/>
              <a:gd name="connsiteX2" fmla="*/ 1674051 w 1692070"/>
              <a:gd name="connsiteY2" fmla="*/ 1864558 h 1870359"/>
              <a:gd name="connsiteX3" fmla="*/ 0 w 1692070"/>
              <a:gd name="connsiteY3" fmla="*/ 1870359 h 1870359"/>
              <a:gd name="connsiteX0" fmla="*/ 0 w 1692070"/>
              <a:gd name="connsiteY0" fmla="*/ 1870359 h 1870359"/>
              <a:gd name="connsiteX1" fmla="*/ 1692070 w 1692070"/>
              <a:gd name="connsiteY1" fmla="*/ 0 h 1870359"/>
              <a:gd name="connsiteX2" fmla="*/ 1680403 w 1692070"/>
              <a:gd name="connsiteY2" fmla="*/ 1858211 h 1870359"/>
              <a:gd name="connsiteX3" fmla="*/ 0 w 1692070"/>
              <a:gd name="connsiteY3" fmla="*/ 1870359 h 1870359"/>
              <a:gd name="connsiteX0" fmla="*/ 0 w 1693469"/>
              <a:gd name="connsiteY0" fmla="*/ 1870359 h 1870914"/>
              <a:gd name="connsiteX1" fmla="*/ 1692070 w 1693469"/>
              <a:gd name="connsiteY1" fmla="*/ 0 h 1870914"/>
              <a:gd name="connsiteX2" fmla="*/ 1693105 w 1693469"/>
              <a:gd name="connsiteY2" fmla="*/ 1870914 h 1870914"/>
              <a:gd name="connsiteX3" fmla="*/ 0 w 1693469"/>
              <a:gd name="connsiteY3" fmla="*/ 1870359 h 1870914"/>
              <a:gd name="connsiteX0" fmla="*/ 0 w 1687117"/>
              <a:gd name="connsiteY0" fmla="*/ 1876712 h 1876712"/>
              <a:gd name="connsiteX1" fmla="*/ 1685718 w 1687117"/>
              <a:gd name="connsiteY1" fmla="*/ 0 h 1876712"/>
              <a:gd name="connsiteX2" fmla="*/ 1686753 w 1687117"/>
              <a:gd name="connsiteY2" fmla="*/ 1870914 h 1876712"/>
              <a:gd name="connsiteX3" fmla="*/ 0 w 1687117"/>
              <a:gd name="connsiteY3" fmla="*/ 1876712 h 1876712"/>
              <a:gd name="connsiteX0" fmla="*/ 0 w 1687118"/>
              <a:gd name="connsiteY0" fmla="*/ 1895762 h 1895762"/>
              <a:gd name="connsiteX1" fmla="*/ 1685721 w 1687118"/>
              <a:gd name="connsiteY1" fmla="*/ 0 h 1895762"/>
              <a:gd name="connsiteX2" fmla="*/ 1686753 w 1687118"/>
              <a:gd name="connsiteY2" fmla="*/ 1889964 h 1895762"/>
              <a:gd name="connsiteX3" fmla="*/ 0 w 1687118"/>
              <a:gd name="connsiteY3" fmla="*/ 1895762 h 1895762"/>
              <a:gd name="connsiteX0" fmla="*/ 0 w 2042718"/>
              <a:gd name="connsiteY0" fmla="*/ 1908462 h 1908462"/>
              <a:gd name="connsiteX1" fmla="*/ 2041321 w 2042718"/>
              <a:gd name="connsiteY1" fmla="*/ 0 h 1908462"/>
              <a:gd name="connsiteX2" fmla="*/ 2042353 w 2042718"/>
              <a:gd name="connsiteY2" fmla="*/ 1889964 h 1908462"/>
              <a:gd name="connsiteX3" fmla="*/ 0 w 2042718"/>
              <a:gd name="connsiteY3" fmla="*/ 1908462 h 1908462"/>
              <a:gd name="connsiteX0" fmla="*/ 0 w 2042458"/>
              <a:gd name="connsiteY0" fmla="*/ 2187862 h 2187862"/>
              <a:gd name="connsiteX1" fmla="*/ 2028621 w 2042458"/>
              <a:gd name="connsiteY1" fmla="*/ 0 h 2187862"/>
              <a:gd name="connsiteX2" fmla="*/ 2042353 w 2042458"/>
              <a:gd name="connsiteY2" fmla="*/ 2169364 h 2187862"/>
              <a:gd name="connsiteX3" fmla="*/ 0 w 2042458"/>
              <a:gd name="connsiteY3" fmla="*/ 2187862 h 2187862"/>
              <a:gd name="connsiteX0" fmla="*/ 0 w 1978958"/>
              <a:gd name="connsiteY0" fmla="*/ 2200562 h 2200562"/>
              <a:gd name="connsiteX1" fmla="*/ 1965121 w 1978958"/>
              <a:gd name="connsiteY1" fmla="*/ 0 h 2200562"/>
              <a:gd name="connsiteX2" fmla="*/ 1978853 w 1978958"/>
              <a:gd name="connsiteY2" fmla="*/ 2169364 h 2200562"/>
              <a:gd name="connsiteX3" fmla="*/ 0 w 1978958"/>
              <a:gd name="connsiteY3" fmla="*/ 2200562 h 2200562"/>
              <a:gd name="connsiteX0" fmla="*/ 0 w 1978958"/>
              <a:gd name="connsiteY0" fmla="*/ 2162462 h 2169364"/>
              <a:gd name="connsiteX1" fmla="*/ 1965121 w 1978958"/>
              <a:gd name="connsiteY1" fmla="*/ 0 h 2169364"/>
              <a:gd name="connsiteX2" fmla="*/ 1978853 w 1978958"/>
              <a:gd name="connsiteY2" fmla="*/ 2169364 h 2169364"/>
              <a:gd name="connsiteX3" fmla="*/ 0 w 1978958"/>
              <a:gd name="connsiteY3" fmla="*/ 2162462 h 2169364"/>
              <a:gd name="connsiteX0" fmla="*/ 0 w 1979016"/>
              <a:gd name="connsiteY0" fmla="*/ 2175162 h 2182064"/>
              <a:gd name="connsiteX1" fmla="*/ 1971471 w 1979016"/>
              <a:gd name="connsiteY1" fmla="*/ 0 h 2182064"/>
              <a:gd name="connsiteX2" fmla="*/ 1978853 w 1979016"/>
              <a:gd name="connsiteY2" fmla="*/ 2182064 h 2182064"/>
              <a:gd name="connsiteX3" fmla="*/ 0 w 1979016"/>
              <a:gd name="connsiteY3" fmla="*/ 2175162 h 2182064"/>
              <a:gd name="connsiteX0" fmla="*/ 0 w 1984171"/>
              <a:gd name="connsiteY0" fmla="*/ 2206912 h 2213814"/>
              <a:gd name="connsiteX1" fmla="*/ 1984171 w 1984171"/>
              <a:gd name="connsiteY1" fmla="*/ 0 h 2213814"/>
              <a:gd name="connsiteX2" fmla="*/ 1978853 w 1984171"/>
              <a:gd name="connsiteY2" fmla="*/ 2213814 h 2213814"/>
              <a:gd name="connsiteX3" fmla="*/ 0 w 1984171"/>
              <a:gd name="connsiteY3" fmla="*/ 2206912 h 2213814"/>
            </a:gdLst>
            <a:ahLst/>
            <a:cxnLst>
              <a:cxn ang="0">
                <a:pos x="connsiteX0" y="connsiteY0"/>
              </a:cxn>
              <a:cxn ang="0">
                <a:pos x="connsiteX1" y="connsiteY1"/>
              </a:cxn>
              <a:cxn ang="0">
                <a:pos x="connsiteX2" y="connsiteY2"/>
              </a:cxn>
              <a:cxn ang="0">
                <a:pos x="connsiteX3" y="connsiteY3"/>
              </a:cxn>
            </a:cxnLst>
            <a:rect l="l" t="t" r="r" b="b"/>
            <a:pathLst>
              <a:path w="1984171" h="2213814">
                <a:moveTo>
                  <a:pt x="0" y="2206912"/>
                </a:moveTo>
                <a:lnTo>
                  <a:pt x="1984171" y="0"/>
                </a:lnTo>
                <a:cubicBezTo>
                  <a:pt x="1982582" y="466725"/>
                  <a:pt x="1980442" y="1747089"/>
                  <a:pt x="1978853" y="2213814"/>
                </a:cubicBezTo>
                <a:lnTo>
                  <a:pt x="0" y="220691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5B209C57-D3F4-44D1-ADEC-3EB3B44C705C}"/>
              </a:ext>
            </a:extLst>
          </p:cNvPr>
          <p:cNvSpPr txBox="1"/>
          <p:nvPr/>
        </p:nvSpPr>
        <p:spPr>
          <a:xfrm>
            <a:off x="174170" y="57619"/>
            <a:ext cx="9290463" cy="707886"/>
          </a:xfrm>
          <a:prstGeom prst="rect">
            <a:avLst/>
          </a:prstGeom>
          <a:noFill/>
        </p:spPr>
        <p:txBody>
          <a:bodyPr wrap="square" rtlCol="0">
            <a:spAutoFit/>
          </a:bodyPr>
          <a:lstStyle/>
          <a:p>
            <a:r>
              <a:rPr lang="en-US" sz="4000" dirty="0">
                <a:solidFill>
                  <a:schemeClr val="bg1"/>
                </a:solidFill>
                <a:latin typeface="Georgia" panose="02040502050405020303" pitchFamily="18" charset="0"/>
              </a:rPr>
              <a:t>Conclusion</a:t>
            </a:r>
          </a:p>
        </p:txBody>
      </p:sp>
      <p:grpSp>
        <p:nvGrpSpPr>
          <p:cNvPr id="8" name="Group 7">
            <a:extLst>
              <a:ext uri="{FF2B5EF4-FFF2-40B4-BE49-F238E27FC236}">
                <a16:creationId xmlns:a16="http://schemas.microsoft.com/office/drawing/2014/main" id="{609913D4-7BBB-401F-BE32-1D52707F4A90}"/>
              </a:ext>
            </a:extLst>
          </p:cNvPr>
          <p:cNvGrpSpPr/>
          <p:nvPr/>
        </p:nvGrpSpPr>
        <p:grpSpPr>
          <a:xfrm>
            <a:off x="1550505" y="1714779"/>
            <a:ext cx="8746434" cy="4727155"/>
            <a:chOff x="1550505" y="1491278"/>
            <a:chExt cx="8746434" cy="4727155"/>
          </a:xfrm>
        </p:grpSpPr>
        <p:grpSp>
          <p:nvGrpSpPr>
            <p:cNvPr id="6" name="Group 5">
              <a:extLst>
                <a:ext uri="{FF2B5EF4-FFF2-40B4-BE49-F238E27FC236}">
                  <a16:creationId xmlns:a16="http://schemas.microsoft.com/office/drawing/2014/main" id="{A4C96507-410D-4245-B843-322064CD760F}"/>
                </a:ext>
              </a:extLst>
            </p:cNvPr>
            <p:cNvGrpSpPr/>
            <p:nvPr/>
          </p:nvGrpSpPr>
          <p:grpSpPr>
            <a:xfrm>
              <a:off x="1550505" y="1491278"/>
              <a:ext cx="8746434" cy="4727155"/>
              <a:chOff x="1550505" y="2079064"/>
              <a:chExt cx="8746434" cy="3551582"/>
            </a:xfrm>
          </p:grpSpPr>
          <p:sp>
            <p:nvSpPr>
              <p:cNvPr id="3" name="Rectangle: Diagonal Corners Rounded 2">
                <a:extLst>
                  <a:ext uri="{FF2B5EF4-FFF2-40B4-BE49-F238E27FC236}">
                    <a16:creationId xmlns:a16="http://schemas.microsoft.com/office/drawing/2014/main" id="{692B542C-7A81-4499-9886-317E7374041D}"/>
                  </a:ext>
                </a:extLst>
              </p:cNvPr>
              <p:cNvSpPr/>
              <p:nvPr/>
            </p:nvSpPr>
            <p:spPr>
              <a:xfrm>
                <a:off x="1550505" y="2079064"/>
                <a:ext cx="8746434" cy="2996518"/>
              </a:xfrm>
              <a:prstGeom prst="round2DiagRect">
                <a:avLst>
                  <a:gd name="adj1" fmla="val 50000"/>
                  <a:gd name="adj2" fmla="val 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ight Triangle 4">
                <a:extLst>
                  <a:ext uri="{FF2B5EF4-FFF2-40B4-BE49-F238E27FC236}">
                    <a16:creationId xmlns:a16="http://schemas.microsoft.com/office/drawing/2014/main" id="{9D8F5049-AD52-477F-B900-7E89F77E2FFE}"/>
                  </a:ext>
                </a:extLst>
              </p:cNvPr>
              <p:cNvSpPr/>
              <p:nvPr/>
            </p:nvSpPr>
            <p:spPr>
              <a:xfrm rot="10800000">
                <a:off x="1550505" y="5075582"/>
                <a:ext cx="543338" cy="555064"/>
              </a:xfrm>
              <a:prstGeom prst="r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extBox 6">
              <a:extLst>
                <a:ext uri="{FF2B5EF4-FFF2-40B4-BE49-F238E27FC236}">
                  <a16:creationId xmlns:a16="http://schemas.microsoft.com/office/drawing/2014/main" id="{6E27514D-CCE0-4728-8FC8-4C4F385A80E9}"/>
                </a:ext>
              </a:extLst>
            </p:cNvPr>
            <p:cNvSpPr txBox="1"/>
            <p:nvPr/>
          </p:nvSpPr>
          <p:spPr>
            <a:xfrm>
              <a:off x="2641578" y="1736294"/>
              <a:ext cx="7076661" cy="3693319"/>
            </a:xfrm>
            <a:prstGeom prst="rect">
              <a:avLst/>
            </a:prstGeom>
            <a:noFill/>
          </p:spPr>
          <p:txBody>
            <a:bodyPr wrap="square" rtlCol="0">
              <a:spAutoFit/>
            </a:bodyPr>
            <a:lstStyle/>
            <a:p>
              <a:r>
                <a:rPr lang="en-US" dirty="0"/>
                <a:t>The study demonstrates the effectiveness of applying machine learning classification models to forecast doctor availability and medicine stock status based on structured healthcare datasets. By leveraging engineered features such as doctor workload ratios, departmental density, patient influx patterns, inventory counts, and expiry-based indicators, the models were able to learn significant correlations and generate reliable predictions.</a:t>
              </a:r>
              <a:br>
                <a:rPr lang="en-US" dirty="0"/>
              </a:br>
              <a:r>
                <a:rPr lang="en-US" dirty="0"/>
                <a:t>The results validate that data-driven approaches can enhance operational decision-making in healthcare environments by improving scheduling efficiency and enabling proactive inventory management. Future work can further improve model robustness through real-time data integration, larger datasets, and advanced algorithms such as ensemble stacking or deep learning architectures.</a:t>
              </a:r>
              <a:endParaRPr lang="en-US" dirty="0">
                <a:solidFill>
                  <a:schemeClr val="bg1"/>
                </a:solidFill>
                <a:latin typeface="Georgia Pro Light" panose="02040302050405020303" pitchFamily="18" charset="0"/>
              </a:endParaRPr>
            </a:p>
          </p:txBody>
        </p:sp>
      </p:grpSp>
    </p:spTree>
    <p:extLst>
      <p:ext uri="{BB962C8B-B14F-4D97-AF65-F5344CB8AC3E}">
        <p14:creationId xmlns:p14="http://schemas.microsoft.com/office/powerpoint/2010/main" val="40723251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3537E960-1A7F-4923-892F-BE16E9993B6C}"/>
              </a:ext>
            </a:extLst>
          </p:cNvPr>
          <p:cNvGrpSpPr/>
          <p:nvPr/>
        </p:nvGrpSpPr>
        <p:grpSpPr>
          <a:xfrm>
            <a:off x="895350" y="970531"/>
            <a:ext cx="10401300" cy="4239830"/>
            <a:chOff x="895350" y="513055"/>
            <a:chExt cx="10401300" cy="4239830"/>
          </a:xfrm>
        </p:grpSpPr>
        <p:sp>
          <p:nvSpPr>
            <p:cNvPr id="6" name="TextBox 5">
              <a:extLst>
                <a:ext uri="{FF2B5EF4-FFF2-40B4-BE49-F238E27FC236}">
                  <a16:creationId xmlns:a16="http://schemas.microsoft.com/office/drawing/2014/main" id="{BDB9A1C3-B9B9-41F1-8443-25379E31F13E}"/>
                </a:ext>
              </a:extLst>
            </p:cNvPr>
            <p:cNvSpPr txBox="1"/>
            <p:nvPr/>
          </p:nvSpPr>
          <p:spPr>
            <a:xfrm>
              <a:off x="3702050" y="513055"/>
              <a:ext cx="4787900" cy="584775"/>
            </a:xfrm>
            <a:prstGeom prst="rect">
              <a:avLst/>
            </a:prstGeom>
            <a:noFill/>
          </p:spPr>
          <p:txBody>
            <a:bodyPr wrap="square">
              <a:spAutoFit/>
            </a:bodyPr>
            <a:lstStyle/>
            <a:p>
              <a:pPr algn="ctr"/>
              <a:r>
                <a:rPr lang="en-US" sz="3200" dirty="0">
                  <a:latin typeface="Georgia" panose="02040502050405020303" pitchFamily="18" charset="0"/>
                </a:rPr>
                <a:t>Acknowledgement</a:t>
              </a:r>
            </a:p>
          </p:txBody>
        </p:sp>
        <p:sp>
          <p:nvSpPr>
            <p:cNvPr id="8" name="TextBox 7">
              <a:extLst>
                <a:ext uri="{FF2B5EF4-FFF2-40B4-BE49-F238E27FC236}">
                  <a16:creationId xmlns:a16="http://schemas.microsoft.com/office/drawing/2014/main" id="{9D9A8FA8-F581-4FB2-A683-0DEB036A47E8}"/>
                </a:ext>
              </a:extLst>
            </p:cNvPr>
            <p:cNvSpPr txBox="1"/>
            <p:nvPr/>
          </p:nvSpPr>
          <p:spPr>
            <a:xfrm>
              <a:off x="895350" y="1336565"/>
              <a:ext cx="10401300" cy="3416320"/>
            </a:xfrm>
            <a:prstGeom prst="rect">
              <a:avLst/>
            </a:prstGeom>
            <a:noFill/>
          </p:spPr>
          <p:txBody>
            <a:bodyPr wrap="square">
              <a:spAutoFit/>
            </a:bodyPr>
            <a:lstStyle/>
            <a:p>
              <a:pPr algn="ctr"/>
              <a:r>
                <a:rPr lang="en-US" sz="2400" dirty="0">
                  <a:latin typeface="Georgia" panose="02040502050405020303" pitchFamily="18" charset="0"/>
                </a:rPr>
                <a:t>I express my sincere gratitude to </a:t>
              </a:r>
              <a:r>
                <a:rPr lang="en-US" sz="2400" b="1" dirty="0">
                  <a:latin typeface="Georgia" panose="02040502050405020303" pitchFamily="18" charset="0"/>
                </a:rPr>
                <a:t>Dr. Geetika Sethi</a:t>
              </a:r>
              <a:r>
                <a:rPr lang="en-US" sz="2400" dirty="0">
                  <a:latin typeface="Georgia" panose="02040502050405020303" pitchFamily="18" charset="0"/>
                </a:rPr>
                <a:t>, our faculty mentor, for her continuous guidance, insightful feedback, and valuable support throughout the development of this project. Her encouragement played a crucial role in shaping the direction and quality of our work. I would also like to acknowledge the contributions and teamwork of my group members, whose cooperation and dedication were essential to the successful completion of this project. Finally, I extend my appreciation to Lovely Professional University (LPU) for providing the academic resources and environment necessary for carrying out this research.</a:t>
              </a:r>
            </a:p>
          </p:txBody>
        </p:sp>
      </p:grpSp>
      <p:grpSp>
        <p:nvGrpSpPr>
          <p:cNvPr id="17" name="Group 16">
            <a:extLst>
              <a:ext uri="{FF2B5EF4-FFF2-40B4-BE49-F238E27FC236}">
                <a16:creationId xmlns:a16="http://schemas.microsoft.com/office/drawing/2014/main" id="{55CB3892-12F1-4BFE-8AE1-B40828BE1ADE}"/>
              </a:ext>
            </a:extLst>
          </p:cNvPr>
          <p:cNvGrpSpPr/>
          <p:nvPr/>
        </p:nvGrpSpPr>
        <p:grpSpPr>
          <a:xfrm>
            <a:off x="0" y="0"/>
            <a:ext cx="12192000" cy="4097707"/>
            <a:chOff x="0" y="0"/>
            <a:chExt cx="12192000" cy="4097707"/>
          </a:xfrm>
          <a:solidFill>
            <a:schemeClr val="accent5"/>
          </a:solidFill>
        </p:grpSpPr>
        <p:sp>
          <p:nvSpPr>
            <p:cNvPr id="10" name="Rectangle 9">
              <a:extLst>
                <a:ext uri="{FF2B5EF4-FFF2-40B4-BE49-F238E27FC236}">
                  <a16:creationId xmlns:a16="http://schemas.microsoft.com/office/drawing/2014/main" id="{7BB6F232-111D-4886-B968-FFF3C3249B00}"/>
                </a:ext>
              </a:extLst>
            </p:cNvPr>
            <p:cNvSpPr/>
            <p:nvPr/>
          </p:nvSpPr>
          <p:spPr>
            <a:xfrm>
              <a:off x="0" y="0"/>
              <a:ext cx="121920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18B667A-67E8-4B19-BDB3-02877DDA6E58}"/>
                </a:ext>
              </a:extLst>
            </p:cNvPr>
            <p:cNvSpPr/>
            <p:nvPr/>
          </p:nvSpPr>
          <p:spPr>
            <a:xfrm rot="16200000">
              <a:off x="11826239" y="604495"/>
              <a:ext cx="4572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08BB991-6C26-4339-B833-D485733CD8BD}"/>
                </a:ext>
              </a:extLst>
            </p:cNvPr>
            <p:cNvSpPr/>
            <p:nvPr/>
          </p:nvSpPr>
          <p:spPr>
            <a:xfrm rot="16200000">
              <a:off x="11826239" y="1386358"/>
              <a:ext cx="4572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C174F71-89AD-4994-ADC1-B134DF191F5E}"/>
                </a:ext>
              </a:extLst>
            </p:cNvPr>
            <p:cNvSpPr/>
            <p:nvPr/>
          </p:nvSpPr>
          <p:spPr>
            <a:xfrm rot="16200000">
              <a:off x="11826239" y="2168221"/>
              <a:ext cx="4572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211D4FC-BCA3-4E3D-9D6C-EC2BA871DFA3}"/>
                </a:ext>
              </a:extLst>
            </p:cNvPr>
            <p:cNvSpPr/>
            <p:nvPr/>
          </p:nvSpPr>
          <p:spPr>
            <a:xfrm rot="16200000">
              <a:off x="-777239" y="777240"/>
              <a:ext cx="18288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68BFBE4-BEA7-462B-AE90-2C6E1FD9E7EA}"/>
                </a:ext>
              </a:extLst>
            </p:cNvPr>
            <p:cNvSpPr/>
            <p:nvPr/>
          </p:nvSpPr>
          <p:spPr>
            <a:xfrm rot="16200000">
              <a:off x="11826239" y="2950084"/>
              <a:ext cx="4572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5C3FFBD-EAE9-43F6-A59F-6B7C3FC454B7}"/>
                </a:ext>
              </a:extLst>
            </p:cNvPr>
            <p:cNvSpPr/>
            <p:nvPr/>
          </p:nvSpPr>
          <p:spPr>
            <a:xfrm rot="16200000">
              <a:off x="11826239" y="3731947"/>
              <a:ext cx="4572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E06B6597-B458-45C0-BB86-10A6EC6E62FB}"/>
              </a:ext>
            </a:extLst>
          </p:cNvPr>
          <p:cNvGrpSpPr/>
          <p:nvPr/>
        </p:nvGrpSpPr>
        <p:grpSpPr>
          <a:xfrm flipH="1" flipV="1">
            <a:off x="0" y="2760293"/>
            <a:ext cx="12192000" cy="4097707"/>
            <a:chOff x="0" y="0"/>
            <a:chExt cx="12192000" cy="4097707"/>
          </a:xfrm>
          <a:solidFill>
            <a:schemeClr val="accent6">
              <a:lumMod val="75000"/>
            </a:schemeClr>
          </a:solidFill>
        </p:grpSpPr>
        <p:sp>
          <p:nvSpPr>
            <p:cNvPr id="19" name="Rectangle 18">
              <a:extLst>
                <a:ext uri="{FF2B5EF4-FFF2-40B4-BE49-F238E27FC236}">
                  <a16:creationId xmlns:a16="http://schemas.microsoft.com/office/drawing/2014/main" id="{518C8175-6828-411E-9195-704B44DE1555}"/>
                </a:ext>
              </a:extLst>
            </p:cNvPr>
            <p:cNvSpPr/>
            <p:nvPr/>
          </p:nvSpPr>
          <p:spPr>
            <a:xfrm>
              <a:off x="0" y="0"/>
              <a:ext cx="121920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BC1501F-94F6-41AF-8474-12A96828ED85}"/>
                </a:ext>
              </a:extLst>
            </p:cNvPr>
            <p:cNvSpPr/>
            <p:nvPr/>
          </p:nvSpPr>
          <p:spPr>
            <a:xfrm rot="16200000">
              <a:off x="11826239" y="604495"/>
              <a:ext cx="4572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3FDA3AB-1909-4318-8AC0-D86E56C323C3}"/>
                </a:ext>
              </a:extLst>
            </p:cNvPr>
            <p:cNvSpPr/>
            <p:nvPr/>
          </p:nvSpPr>
          <p:spPr>
            <a:xfrm rot="16200000">
              <a:off x="11826239" y="1386358"/>
              <a:ext cx="4572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A5D4F82-5722-4AEF-977A-BF49EA008B91}"/>
                </a:ext>
              </a:extLst>
            </p:cNvPr>
            <p:cNvSpPr/>
            <p:nvPr/>
          </p:nvSpPr>
          <p:spPr>
            <a:xfrm rot="16200000">
              <a:off x="11826239" y="2168221"/>
              <a:ext cx="4572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6D82DD8-0872-418C-8085-ACA5261C2EA7}"/>
                </a:ext>
              </a:extLst>
            </p:cNvPr>
            <p:cNvSpPr/>
            <p:nvPr/>
          </p:nvSpPr>
          <p:spPr>
            <a:xfrm rot="16200000">
              <a:off x="-777239" y="777240"/>
              <a:ext cx="18288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E6C6C6A-0350-4796-9527-47DFF1B8C4F1}"/>
                </a:ext>
              </a:extLst>
            </p:cNvPr>
            <p:cNvSpPr/>
            <p:nvPr/>
          </p:nvSpPr>
          <p:spPr>
            <a:xfrm rot="16200000">
              <a:off x="11826239" y="2950084"/>
              <a:ext cx="4572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10BF7DB-38D4-48BF-9BB2-5503B6683034}"/>
                </a:ext>
              </a:extLst>
            </p:cNvPr>
            <p:cNvSpPr/>
            <p:nvPr/>
          </p:nvSpPr>
          <p:spPr>
            <a:xfrm rot="16200000">
              <a:off x="11826239" y="3731947"/>
              <a:ext cx="457200" cy="2743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56519552"/>
      </p:ext>
    </p:extLst>
  </p:cSld>
  <p:clrMapOvr>
    <a:masterClrMapping/>
  </p:clrMapOvr>
  <p:transition spd="slow">
    <p:comb/>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8EEEEE-47B8-4204-8979-B69CF5EE8DCF}"/>
              </a:ext>
            </a:extLst>
          </p:cNvPr>
          <p:cNvSpPr txBox="1"/>
          <p:nvPr/>
        </p:nvSpPr>
        <p:spPr>
          <a:xfrm>
            <a:off x="0" y="318599"/>
            <a:ext cx="12192000" cy="584775"/>
          </a:xfrm>
          <a:prstGeom prst="rect">
            <a:avLst/>
          </a:prstGeom>
          <a:noFill/>
        </p:spPr>
        <p:txBody>
          <a:bodyPr wrap="square" rtlCol="0">
            <a:spAutoFit/>
          </a:bodyPr>
          <a:lstStyle/>
          <a:p>
            <a:pPr algn="ctr"/>
            <a:r>
              <a:rPr lang="en-US" sz="3200" dirty="0">
                <a:solidFill>
                  <a:schemeClr val="tx1">
                    <a:lumMod val="95000"/>
                    <a:lumOff val="5000"/>
                  </a:schemeClr>
                </a:solidFill>
                <a:latin typeface="Georgia" panose="02040502050405020303" pitchFamily="18" charset="0"/>
                <a:cs typeface="Arial" panose="020B0604020202020204" pitchFamily="34" charset="0"/>
              </a:rPr>
              <a:t>Thank You And Any Questions </a:t>
            </a:r>
            <a:endParaRPr lang="ko-KR" altLang="en-US" sz="3200" dirty="0">
              <a:solidFill>
                <a:schemeClr val="tx1">
                  <a:lumMod val="95000"/>
                  <a:lumOff val="5000"/>
                </a:schemeClr>
              </a:solidFill>
              <a:latin typeface="Georgia" panose="02040502050405020303" pitchFamily="18" charset="0"/>
              <a:cs typeface="Arial" panose="020B0604020202020204" pitchFamily="34" charset="0"/>
            </a:endParaRPr>
          </a:p>
        </p:txBody>
      </p:sp>
      <p:grpSp>
        <p:nvGrpSpPr>
          <p:cNvPr id="5" name="Group 4">
            <a:extLst>
              <a:ext uri="{FF2B5EF4-FFF2-40B4-BE49-F238E27FC236}">
                <a16:creationId xmlns:a16="http://schemas.microsoft.com/office/drawing/2014/main" id="{543A25B9-4366-4BD9-9CF6-09EEAE93959C}"/>
              </a:ext>
            </a:extLst>
          </p:cNvPr>
          <p:cNvGrpSpPr/>
          <p:nvPr/>
        </p:nvGrpSpPr>
        <p:grpSpPr>
          <a:xfrm>
            <a:off x="743595" y="397429"/>
            <a:ext cx="3565169" cy="1131520"/>
            <a:chOff x="743595" y="397429"/>
            <a:chExt cx="3565169" cy="1131520"/>
          </a:xfrm>
        </p:grpSpPr>
        <p:sp>
          <p:nvSpPr>
            <p:cNvPr id="6" name="Google Shape;1094;p45">
              <a:extLst>
                <a:ext uri="{FF2B5EF4-FFF2-40B4-BE49-F238E27FC236}">
                  <a16:creationId xmlns:a16="http://schemas.microsoft.com/office/drawing/2014/main" id="{AA441521-A57B-4973-9920-850B1BFDA9A2}"/>
                </a:ext>
              </a:extLst>
            </p:cNvPr>
            <p:cNvSpPr txBox="1"/>
            <p:nvPr/>
          </p:nvSpPr>
          <p:spPr>
            <a:xfrm>
              <a:off x="743595" y="397429"/>
              <a:ext cx="2068878" cy="334887"/>
            </a:xfrm>
            <a:prstGeom prst="rect">
              <a:avLst/>
            </a:prstGeom>
            <a:noFill/>
            <a:ln>
              <a:noFill/>
            </a:ln>
          </p:spPr>
          <p:txBody>
            <a:bodyPr spcFirstLastPara="1" wrap="square" lIns="91425" tIns="91425" rIns="91425" bIns="91425" anchor="ctr" anchorCtr="0">
              <a:noAutofit/>
            </a:bodyPr>
            <a:lstStyle/>
            <a:p>
              <a:r>
                <a:rPr lang="en-US" sz="1400" b="1" dirty="0">
                  <a:solidFill>
                    <a:schemeClr val="tx1">
                      <a:lumMod val="95000"/>
                      <a:lumOff val="5000"/>
                    </a:schemeClr>
                  </a:solidFill>
                  <a:latin typeface="Georgia" panose="02040502050405020303" pitchFamily="18" charset="0"/>
                </a:rPr>
                <a:t>Lorem ipsum dolor</a:t>
              </a:r>
            </a:p>
          </p:txBody>
        </p:sp>
        <p:sp>
          <p:nvSpPr>
            <p:cNvPr id="7" name="TextBox 6">
              <a:extLst>
                <a:ext uri="{FF2B5EF4-FFF2-40B4-BE49-F238E27FC236}">
                  <a16:creationId xmlns:a16="http://schemas.microsoft.com/office/drawing/2014/main" id="{9780B18E-92BA-4B1C-ADC5-989DF39CAEBF}"/>
                </a:ext>
              </a:extLst>
            </p:cNvPr>
            <p:cNvSpPr txBox="1"/>
            <p:nvPr/>
          </p:nvSpPr>
          <p:spPr>
            <a:xfrm>
              <a:off x="743595" y="697952"/>
              <a:ext cx="3565169" cy="830997"/>
            </a:xfrm>
            <a:prstGeom prst="rect">
              <a:avLst/>
            </a:prstGeom>
            <a:noFill/>
          </p:spPr>
          <p:txBody>
            <a:bodyPr wrap="square" rtlCol="0">
              <a:spAutoFit/>
            </a:bodyPr>
            <a:lstStyle/>
            <a:p>
              <a:r>
                <a:rPr lang="en-US" sz="1200" dirty="0">
                  <a:solidFill>
                    <a:schemeClr val="tx1">
                      <a:lumMod val="95000"/>
                      <a:lumOff val="5000"/>
                    </a:schemeClr>
                  </a:solidFill>
                  <a:latin typeface="Georgia Pro Light" panose="02040302050405020303" pitchFamily="18" charset="0"/>
                </a:rPr>
                <a:t>Lorem ipsum dolor sit </a:t>
              </a:r>
              <a:r>
                <a:rPr lang="en-US" sz="1200" dirty="0" err="1">
                  <a:solidFill>
                    <a:schemeClr val="tx1">
                      <a:lumMod val="95000"/>
                      <a:lumOff val="5000"/>
                    </a:schemeClr>
                  </a:solidFill>
                  <a:latin typeface="Georgia Pro Light" panose="02040302050405020303" pitchFamily="18" charset="0"/>
                </a:rPr>
                <a:t>amet</a:t>
              </a:r>
              <a:r>
                <a:rPr lang="en-US" sz="1200" dirty="0">
                  <a:solidFill>
                    <a:schemeClr val="tx1">
                      <a:lumMod val="95000"/>
                      <a:lumOff val="5000"/>
                    </a:schemeClr>
                  </a:solidFill>
                  <a:latin typeface="Georgia Pro Light" panose="02040302050405020303" pitchFamily="18" charset="0"/>
                </a:rPr>
                <a:t>, consectetur </a:t>
              </a:r>
              <a:r>
                <a:rPr lang="en-US" sz="1200" dirty="0" err="1">
                  <a:solidFill>
                    <a:schemeClr val="tx1">
                      <a:lumMod val="95000"/>
                      <a:lumOff val="5000"/>
                    </a:schemeClr>
                  </a:solidFill>
                  <a:latin typeface="Georgia Pro Light" panose="02040302050405020303" pitchFamily="18" charset="0"/>
                </a:rPr>
                <a:t>adipiscing</a:t>
              </a:r>
              <a:r>
                <a:rPr lang="en-US" sz="1200" dirty="0">
                  <a:solidFill>
                    <a:schemeClr val="tx1">
                      <a:lumMod val="95000"/>
                      <a:lumOff val="5000"/>
                    </a:schemeClr>
                  </a:solidFill>
                  <a:latin typeface="Georgia Pro Light" panose="02040302050405020303" pitchFamily="18" charset="0"/>
                </a:rPr>
                <a:t> elit, sed do eiusmod </a:t>
              </a:r>
              <a:r>
                <a:rPr lang="en-US" sz="1200" dirty="0" err="1">
                  <a:solidFill>
                    <a:schemeClr val="tx1">
                      <a:lumMod val="95000"/>
                      <a:lumOff val="5000"/>
                    </a:schemeClr>
                  </a:solidFill>
                  <a:latin typeface="Georgia Pro Light" panose="02040302050405020303" pitchFamily="18" charset="0"/>
                </a:rPr>
                <a:t>tempor</a:t>
              </a:r>
              <a:r>
                <a:rPr lang="en-US" sz="1200" dirty="0">
                  <a:solidFill>
                    <a:schemeClr val="tx1">
                      <a:lumMod val="95000"/>
                      <a:lumOff val="5000"/>
                    </a:schemeClr>
                  </a:solidFill>
                  <a:latin typeface="Georgia Pro Light" panose="02040302050405020303" pitchFamily="18" charset="0"/>
                </a:rPr>
                <a:t> </a:t>
              </a:r>
              <a:r>
                <a:rPr lang="en-US" sz="1200" dirty="0" err="1">
                  <a:solidFill>
                    <a:schemeClr val="tx1">
                      <a:lumMod val="95000"/>
                      <a:lumOff val="5000"/>
                    </a:schemeClr>
                  </a:solidFill>
                  <a:latin typeface="Georgia Pro Light" panose="02040302050405020303" pitchFamily="18" charset="0"/>
                </a:rPr>
                <a:t>incididunt</a:t>
              </a:r>
              <a:r>
                <a:rPr lang="en-US" sz="1200" dirty="0">
                  <a:solidFill>
                    <a:schemeClr val="tx1">
                      <a:lumMod val="95000"/>
                      <a:lumOff val="5000"/>
                    </a:schemeClr>
                  </a:solidFill>
                  <a:latin typeface="Georgia Pro Light" panose="02040302050405020303" pitchFamily="18" charset="0"/>
                </a:rPr>
                <a:t> </a:t>
              </a:r>
              <a:r>
                <a:rPr lang="en-US" sz="1200" dirty="0" err="1">
                  <a:solidFill>
                    <a:schemeClr val="tx1">
                      <a:lumMod val="95000"/>
                      <a:lumOff val="5000"/>
                    </a:schemeClr>
                  </a:solidFill>
                  <a:latin typeface="Georgia Pro Light" panose="02040302050405020303" pitchFamily="18" charset="0"/>
                </a:rPr>
                <a:t>ut</a:t>
              </a:r>
              <a:r>
                <a:rPr lang="en-US" sz="1200" dirty="0">
                  <a:solidFill>
                    <a:schemeClr val="tx1">
                      <a:lumMod val="95000"/>
                      <a:lumOff val="5000"/>
                    </a:schemeClr>
                  </a:solidFill>
                  <a:latin typeface="Georgia Pro Light" panose="02040302050405020303" pitchFamily="18" charset="0"/>
                </a:rPr>
                <a:t> labore et dolore magna </a:t>
              </a:r>
              <a:r>
                <a:rPr lang="en-US" sz="1200" dirty="0" err="1">
                  <a:solidFill>
                    <a:schemeClr val="tx1">
                      <a:lumMod val="95000"/>
                      <a:lumOff val="5000"/>
                    </a:schemeClr>
                  </a:solidFill>
                  <a:latin typeface="Georgia Pro Light" panose="02040302050405020303" pitchFamily="18" charset="0"/>
                </a:rPr>
                <a:t>aliqua</a:t>
              </a:r>
              <a:r>
                <a:rPr lang="en-US" sz="1200" dirty="0">
                  <a:solidFill>
                    <a:schemeClr val="tx1">
                      <a:lumMod val="95000"/>
                      <a:lumOff val="5000"/>
                    </a:schemeClr>
                  </a:solidFill>
                  <a:latin typeface="Georgia Pro Light" panose="02040302050405020303" pitchFamily="18" charset="0"/>
                </a:rPr>
                <a:t>. Ut </a:t>
              </a:r>
              <a:r>
                <a:rPr lang="en-US" sz="1200" dirty="0" err="1">
                  <a:solidFill>
                    <a:schemeClr val="tx1">
                      <a:lumMod val="95000"/>
                      <a:lumOff val="5000"/>
                    </a:schemeClr>
                  </a:solidFill>
                  <a:latin typeface="Georgia Pro Light" panose="02040302050405020303" pitchFamily="18" charset="0"/>
                </a:rPr>
                <a:t>enim</a:t>
              </a:r>
              <a:r>
                <a:rPr lang="en-US" sz="1200" dirty="0">
                  <a:solidFill>
                    <a:schemeClr val="tx1">
                      <a:lumMod val="95000"/>
                      <a:lumOff val="5000"/>
                    </a:schemeClr>
                  </a:solidFill>
                  <a:latin typeface="Georgia Pro Light" panose="02040302050405020303" pitchFamily="18" charset="0"/>
                </a:rPr>
                <a:t> ad minim </a:t>
              </a:r>
              <a:r>
                <a:rPr lang="en-US" sz="1200" dirty="0" err="1">
                  <a:solidFill>
                    <a:schemeClr val="tx1">
                      <a:lumMod val="95000"/>
                      <a:lumOff val="5000"/>
                    </a:schemeClr>
                  </a:solidFill>
                  <a:latin typeface="Georgia Pro Light" panose="02040302050405020303" pitchFamily="18" charset="0"/>
                </a:rPr>
                <a:t>veniam</a:t>
              </a:r>
              <a:r>
                <a:rPr lang="en-US" sz="1200" dirty="0">
                  <a:solidFill>
                    <a:schemeClr val="tx1">
                      <a:lumMod val="95000"/>
                      <a:lumOff val="5000"/>
                    </a:schemeClr>
                  </a:solidFill>
                  <a:latin typeface="Georgia Pro Light" panose="02040302050405020303" pitchFamily="18" charset="0"/>
                </a:rPr>
                <a:t>, </a:t>
              </a:r>
              <a:r>
                <a:rPr lang="en-US" sz="1200" dirty="0" err="1">
                  <a:solidFill>
                    <a:schemeClr val="tx1">
                      <a:lumMod val="95000"/>
                      <a:lumOff val="5000"/>
                    </a:schemeClr>
                  </a:solidFill>
                  <a:latin typeface="Georgia Pro Light" panose="02040302050405020303" pitchFamily="18" charset="0"/>
                </a:rPr>
                <a:t>quis</a:t>
              </a:r>
              <a:r>
                <a:rPr lang="en-US" sz="1200" dirty="0">
                  <a:solidFill>
                    <a:schemeClr val="tx1">
                      <a:lumMod val="95000"/>
                      <a:lumOff val="5000"/>
                    </a:schemeClr>
                  </a:solidFill>
                  <a:latin typeface="Georgia Pro Light" panose="02040302050405020303" pitchFamily="18" charset="0"/>
                </a:rPr>
                <a:t> </a:t>
              </a:r>
              <a:r>
                <a:rPr lang="en-US" sz="1200" dirty="0" err="1">
                  <a:solidFill>
                    <a:schemeClr val="tx1">
                      <a:lumMod val="95000"/>
                      <a:lumOff val="5000"/>
                    </a:schemeClr>
                  </a:solidFill>
                  <a:latin typeface="Georgia Pro Light" panose="02040302050405020303" pitchFamily="18" charset="0"/>
                </a:rPr>
                <a:t>nostrud</a:t>
              </a:r>
              <a:r>
                <a:rPr lang="en-US" sz="1200" dirty="0">
                  <a:solidFill>
                    <a:schemeClr val="tx1">
                      <a:lumMod val="95000"/>
                      <a:lumOff val="5000"/>
                    </a:schemeClr>
                  </a:solidFill>
                  <a:latin typeface="Georgia Pro Light" panose="02040302050405020303" pitchFamily="18" charset="0"/>
                </a:rPr>
                <a:t> exercitation.</a:t>
              </a:r>
              <a:r>
                <a:rPr lang="en-US" sz="1200" dirty="0">
                  <a:solidFill>
                    <a:schemeClr val="tx1">
                      <a:lumMod val="95000"/>
                      <a:lumOff val="5000"/>
                    </a:schemeClr>
                  </a:solidFill>
                  <a:latin typeface="Candara" panose="020E0502030303020204" pitchFamily="34" charset="0"/>
                </a:rPr>
                <a:t> </a:t>
              </a:r>
            </a:p>
          </p:txBody>
        </p:sp>
      </p:grpSp>
      <p:sp>
        <p:nvSpPr>
          <p:cNvPr id="8" name="TextBox 7">
            <a:extLst>
              <a:ext uri="{FF2B5EF4-FFF2-40B4-BE49-F238E27FC236}">
                <a16:creationId xmlns:a16="http://schemas.microsoft.com/office/drawing/2014/main" id="{B257C4F7-4A11-4A61-A80A-9E1E0907EDD4}"/>
              </a:ext>
            </a:extLst>
          </p:cNvPr>
          <p:cNvSpPr txBox="1"/>
          <p:nvPr/>
        </p:nvSpPr>
        <p:spPr>
          <a:xfrm>
            <a:off x="1050995" y="2735896"/>
            <a:ext cx="2579305" cy="590931"/>
          </a:xfrm>
          <a:prstGeom prst="rect">
            <a:avLst/>
          </a:prstGeom>
          <a:noFill/>
        </p:spPr>
        <p:txBody>
          <a:bodyPr wrap="square" lIns="0" tIns="0" rIns="0" bIns="0" rtlCol="0" anchor="ctr">
            <a:spAutoFit/>
          </a:bodyPr>
          <a:lstStyle/>
          <a:p>
            <a:pPr defTabSz="1219170">
              <a:spcBef>
                <a:spcPct val="20000"/>
              </a:spcBef>
              <a:defRPr/>
            </a:pPr>
            <a:r>
              <a:rPr lang="en-US" sz="1400" b="1" dirty="0">
                <a:solidFill>
                  <a:schemeClr val="tx1">
                    <a:lumMod val="95000"/>
                    <a:lumOff val="5000"/>
                  </a:schemeClr>
                </a:solidFill>
                <a:latin typeface="Georgia" panose="02040502050405020303" pitchFamily="18" charset="0"/>
              </a:rPr>
              <a:t>Lorem ipsum dolor</a:t>
            </a:r>
          </a:p>
          <a:p>
            <a:pPr defTabSz="1219170">
              <a:spcBef>
                <a:spcPct val="20000"/>
              </a:spcBef>
              <a:defRPr/>
            </a:pPr>
            <a:endParaRPr lang="en-US" sz="200" b="1" dirty="0">
              <a:solidFill>
                <a:srgbClr val="4D4D4D"/>
              </a:solidFill>
              <a:latin typeface="Candara" panose="020E0502030303020204" pitchFamily="34" charset="0"/>
            </a:endParaRPr>
          </a:p>
          <a:p>
            <a:r>
              <a:rPr lang="en-US" sz="1100" dirty="0">
                <a:solidFill>
                  <a:schemeClr val="tx1">
                    <a:lumMod val="95000"/>
                    <a:lumOff val="5000"/>
                  </a:schemeClr>
                </a:solidFill>
                <a:latin typeface="Georgia Pro Light" panose="02040302050405020303" pitchFamily="18" charset="0"/>
              </a:rPr>
              <a:t>Lorem ipsum dolor sit </a:t>
            </a:r>
            <a:r>
              <a:rPr lang="en-US" sz="1100" dirty="0" err="1">
                <a:solidFill>
                  <a:schemeClr val="tx1">
                    <a:lumMod val="95000"/>
                    <a:lumOff val="5000"/>
                  </a:schemeClr>
                </a:solidFill>
                <a:latin typeface="Georgia Pro Light" panose="02040302050405020303" pitchFamily="18" charset="0"/>
              </a:rPr>
              <a:t>amet</a:t>
            </a:r>
            <a:r>
              <a:rPr lang="en-US" sz="1100" dirty="0">
                <a:solidFill>
                  <a:schemeClr val="tx1">
                    <a:lumMod val="95000"/>
                    <a:lumOff val="5000"/>
                  </a:schemeClr>
                </a:solidFill>
                <a:latin typeface="Georgia Pro Light" panose="02040302050405020303" pitchFamily="18" charset="0"/>
              </a:rPr>
              <a:t>, consectetur </a:t>
            </a:r>
            <a:r>
              <a:rPr lang="en-US" sz="1100" dirty="0" err="1">
                <a:solidFill>
                  <a:schemeClr val="tx1">
                    <a:lumMod val="95000"/>
                    <a:lumOff val="5000"/>
                  </a:schemeClr>
                </a:solidFill>
                <a:latin typeface="Georgia Pro Light" panose="02040302050405020303" pitchFamily="18" charset="0"/>
              </a:rPr>
              <a:t>adipiscing</a:t>
            </a:r>
            <a:r>
              <a:rPr lang="en-US" sz="1100" dirty="0">
                <a:solidFill>
                  <a:schemeClr val="tx1">
                    <a:lumMod val="95000"/>
                    <a:lumOff val="5000"/>
                  </a:schemeClr>
                </a:solidFill>
                <a:latin typeface="Georgia Pro Light" panose="02040302050405020303" pitchFamily="18" charset="0"/>
              </a:rPr>
              <a:t> elit, sed do eiusmod.  </a:t>
            </a:r>
          </a:p>
        </p:txBody>
      </p:sp>
      <p:pic>
        <p:nvPicPr>
          <p:cNvPr id="11" name="Picture Placeholder 10">
            <a:extLst>
              <a:ext uri="{FF2B5EF4-FFF2-40B4-BE49-F238E27FC236}">
                <a16:creationId xmlns:a16="http://schemas.microsoft.com/office/drawing/2014/main" id="{2EFA7926-5B00-402B-8EA1-F1D1C1A3D674}"/>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31683" b="12067"/>
          <a:stretch/>
        </p:blipFill>
        <p:spPr>
          <a:xfrm>
            <a:off x="0" y="0"/>
            <a:ext cx="12192000" cy="6858000"/>
          </a:xfrm>
        </p:spPr>
      </p:pic>
      <p:grpSp>
        <p:nvGrpSpPr>
          <p:cNvPr id="17" name="Group 16">
            <a:extLst>
              <a:ext uri="{FF2B5EF4-FFF2-40B4-BE49-F238E27FC236}">
                <a16:creationId xmlns:a16="http://schemas.microsoft.com/office/drawing/2014/main" id="{0F000732-9E1D-4904-B7CA-2A40554189B2}"/>
              </a:ext>
            </a:extLst>
          </p:cNvPr>
          <p:cNvGrpSpPr/>
          <p:nvPr/>
        </p:nvGrpSpPr>
        <p:grpSpPr>
          <a:xfrm>
            <a:off x="250722" y="2507341"/>
            <a:ext cx="6430297" cy="1658653"/>
            <a:chOff x="250722" y="2027805"/>
            <a:chExt cx="6430297" cy="1658653"/>
          </a:xfrm>
        </p:grpSpPr>
        <p:grpSp>
          <p:nvGrpSpPr>
            <p:cNvPr id="16" name="Group 15">
              <a:extLst>
                <a:ext uri="{FF2B5EF4-FFF2-40B4-BE49-F238E27FC236}">
                  <a16:creationId xmlns:a16="http://schemas.microsoft.com/office/drawing/2014/main" id="{FF513E4B-6437-4658-8B28-CB2DBDBBF5FE}"/>
                </a:ext>
              </a:extLst>
            </p:cNvPr>
            <p:cNvGrpSpPr/>
            <p:nvPr/>
          </p:nvGrpSpPr>
          <p:grpSpPr>
            <a:xfrm>
              <a:off x="250722" y="2868891"/>
              <a:ext cx="6430297" cy="817567"/>
              <a:chOff x="-1" y="3018626"/>
              <a:chExt cx="6430297" cy="817567"/>
            </a:xfrm>
          </p:grpSpPr>
          <p:sp>
            <p:nvSpPr>
              <p:cNvPr id="12" name="TextBox 11">
                <a:extLst>
                  <a:ext uri="{FF2B5EF4-FFF2-40B4-BE49-F238E27FC236}">
                    <a16:creationId xmlns:a16="http://schemas.microsoft.com/office/drawing/2014/main" id="{B5B74BC7-484E-4C2D-9E76-99595204EE37}"/>
                  </a:ext>
                </a:extLst>
              </p:cNvPr>
              <p:cNvSpPr txBox="1"/>
              <p:nvPr/>
            </p:nvSpPr>
            <p:spPr>
              <a:xfrm>
                <a:off x="-1" y="3018626"/>
                <a:ext cx="6430297" cy="584775"/>
              </a:xfrm>
              <a:prstGeom prst="rect">
                <a:avLst/>
              </a:prstGeom>
              <a:noFill/>
            </p:spPr>
            <p:txBody>
              <a:bodyPr wrap="square" rtlCol="0">
                <a:spAutoFit/>
              </a:bodyPr>
              <a:lstStyle/>
              <a:p>
                <a:r>
                  <a:rPr lang="en-US" sz="3200" dirty="0">
                    <a:solidFill>
                      <a:schemeClr val="bg1"/>
                    </a:solidFill>
                    <a:latin typeface="Georgia" panose="02040502050405020303" pitchFamily="18" charset="0"/>
                    <a:cs typeface="Arial" panose="020B0604020202020204" pitchFamily="34" charset="0"/>
                  </a:rPr>
                  <a:t>Thank You And Any Questions </a:t>
                </a:r>
                <a:endParaRPr lang="ko-KR" altLang="en-US" sz="3200" dirty="0">
                  <a:solidFill>
                    <a:schemeClr val="bg1"/>
                  </a:solidFill>
                  <a:latin typeface="Georgia" panose="02040502050405020303" pitchFamily="18" charset="0"/>
                  <a:cs typeface="Arial" panose="020B0604020202020204" pitchFamily="34" charset="0"/>
                </a:endParaRPr>
              </a:p>
            </p:txBody>
          </p:sp>
          <p:sp>
            <p:nvSpPr>
              <p:cNvPr id="15" name="TextBox 14">
                <a:extLst>
                  <a:ext uri="{FF2B5EF4-FFF2-40B4-BE49-F238E27FC236}">
                    <a16:creationId xmlns:a16="http://schemas.microsoft.com/office/drawing/2014/main" id="{233B6600-684C-4BE4-8CF6-6CD50A959FD9}"/>
                  </a:ext>
                </a:extLst>
              </p:cNvPr>
              <p:cNvSpPr txBox="1"/>
              <p:nvPr/>
            </p:nvSpPr>
            <p:spPr>
              <a:xfrm>
                <a:off x="-1" y="3559194"/>
                <a:ext cx="6194324" cy="276999"/>
              </a:xfrm>
              <a:prstGeom prst="rect">
                <a:avLst/>
              </a:prstGeom>
              <a:noFill/>
            </p:spPr>
            <p:txBody>
              <a:bodyPr wrap="square" rtlCol="0">
                <a:spAutoFit/>
              </a:bodyPr>
              <a:lstStyle/>
              <a:p>
                <a:r>
                  <a:rPr lang="en-US" sz="1200" dirty="0">
                    <a:solidFill>
                      <a:schemeClr val="bg1"/>
                    </a:solidFill>
                    <a:latin typeface="Georgia Pro Light" panose="02040302050405020303" pitchFamily="18" charset="0"/>
                  </a:rPr>
                  <a:t>.</a:t>
                </a:r>
                <a:r>
                  <a:rPr lang="en-US" sz="1200" dirty="0">
                    <a:solidFill>
                      <a:schemeClr val="bg1"/>
                    </a:solidFill>
                    <a:latin typeface="Candara" panose="020E0502030303020204" pitchFamily="34" charset="0"/>
                  </a:rPr>
                  <a:t> </a:t>
                </a:r>
              </a:p>
            </p:txBody>
          </p:sp>
        </p:grpSp>
        <p:pic>
          <p:nvPicPr>
            <p:cNvPr id="1026" name="Picture 2" descr="Thank you ">
              <a:extLst>
                <a:ext uri="{FF2B5EF4-FFF2-40B4-BE49-F238E27FC236}">
                  <a16:creationId xmlns:a16="http://schemas.microsoft.com/office/drawing/2014/main" id="{031BB20E-6272-4721-9917-CAAE665893A2}"/>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250722" y="2027805"/>
              <a:ext cx="737616" cy="73761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796684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Custom 919">
      <a:dk1>
        <a:sysClr val="windowText" lastClr="000000"/>
      </a:dk1>
      <a:lt1>
        <a:sysClr val="window" lastClr="FFFFFF"/>
      </a:lt1>
      <a:dk2>
        <a:srgbClr val="44546A"/>
      </a:dk2>
      <a:lt2>
        <a:srgbClr val="E7E6E6"/>
      </a:lt2>
      <a:accent1>
        <a:srgbClr val="00BDD6"/>
      </a:accent1>
      <a:accent2>
        <a:srgbClr val="FF6600"/>
      </a:accent2>
      <a:accent3>
        <a:srgbClr val="FF415E"/>
      </a:accent3>
      <a:accent4>
        <a:srgbClr val="005F98"/>
      </a:accent4>
      <a:accent5>
        <a:srgbClr val="FFB600"/>
      </a:accent5>
      <a:accent6>
        <a:srgbClr val="004E65"/>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TotalTime>
  <Words>1580</Words>
  <Application>Microsoft Office PowerPoint</Application>
  <PresentationFormat>Widescreen</PresentationFormat>
  <Paragraphs>232</Paragraphs>
  <Slides>20</Slides>
  <Notes>0</Notes>
  <HiddenSlides>0</HiddenSlides>
  <MMClips>0</MMClips>
  <ScaleCrop>false</ScaleCrop>
  <HeadingPairs>
    <vt:vector size="6" baseType="variant">
      <vt:variant>
        <vt:lpstr>Fonts Used</vt:lpstr>
      </vt:variant>
      <vt:variant>
        <vt:i4>15</vt:i4>
      </vt:variant>
      <vt:variant>
        <vt:lpstr>Theme</vt:lpstr>
      </vt:variant>
      <vt:variant>
        <vt:i4>2</vt:i4>
      </vt:variant>
      <vt:variant>
        <vt:lpstr>Slide Titles</vt:lpstr>
      </vt:variant>
      <vt:variant>
        <vt:i4>20</vt:i4>
      </vt:variant>
    </vt:vector>
  </HeadingPairs>
  <TitlesOfParts>
    <vt:vector size="37" baseType="lpstr">
      <vt:lpstr>Arial</vt:lpstr>
      <vt:lpstr>Bookman Old Style</vt:lpstr>
      <vt:lpstr>Calibri</vt:lpstr>
      <vt:lpstr>Calibri Light</vt:lpstr>
      <vt:lpstr>Cambria</vt:lpstr>
      <vt:lpstr>Candara</vt:lpstr>
      <vt:lpstr>Georgia</vt:lpstr>
      <vt:lpstr>Georgia Pro</vt:lpstr>
      <vt:lpstr>Georgia Pro Cond Light</vt:lpstr>
      <vt:lpstr>Georgia Pro Cond Semibold</vt:lpstr>
      <vt:lpstr>Georgia Pro Light</vt:lpstr>
      <vt:lpstr>Lora</vt:lpstr>
      <vt:lpstr>Roboto</vt:lpstr>
      <vt:lpstr>Roboto Light</vt:lpstr>
      <vt:lpstr>Segoe UI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ankushpahal</dc:creator>
  <cp:lastModifiedBy>Ankush Pahal</cp:lastModifiedBy>
  <cp:revision>17</cp:revision>
  <dcterms:created xsi:type="dcterms:W3CDTF">2023-08-05T05:14:09Z</dcterms:created>
  <dcterms:modified xsi:type="dcterms:W3CDTF">2025-12-05T06:56:58Z</dcterms:modified>
</cp:coreProperties>
</file>